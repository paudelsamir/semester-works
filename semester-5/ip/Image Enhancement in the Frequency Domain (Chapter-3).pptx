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0.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0.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0.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ED423D-855C-45FF-9273-2A1F752E2E8A}" type="datetimeFigureOut">
              <a:rPr lang="en-GB" smtClean="0"/>
              <a:t>28/01/2023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77310-8394-4A1B-A9C9-CE04544A17C5}" type="slidenum">
              <a:rPr lang="en-GB" smtClean="0"/>
              <a:t>‹#›</a:t>
            </a:fld>
            <a:endParaRPr lang="en-GB"/>
          </a:p>
        </p:txBody>
      </p:sp>
    </p:spTree>
    <p:extLst>
      <p:ext uri="{BB962C8B-B14F-4D97-AF65-F5344CB8AC3E}">
        <p14:creationId xmlns:p14="http://schemas.microsoft.com/office/powerpoint/2010/main" val="644075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8874E6B-7937-4ED2-9845-88753760976A}" type="slidenum">
              <a:rPr lang="en-US" altLang="en-US"/>
              <a:pPr>
                <a:spcBef>
                  <a:spcPct val="0"/>
                </a:spcBef>
                <a:buClrTx/>
                <a:buFontTx/>
                <a:buNone/>
              </a:pPr>
              <a:t>2</a:t>
            </a:fld>
            <a:endParaRPr lang="en-US" altLang="en-US"/>
          </a:p>
        </p:txBody>
      </p:sp>
      <p:sp>
        <p:nvSpPr>
          <p:cNvPr id="921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2050A25-30EA-4F51-833F-8595BCF4789A}" type="slidenum">
              <a:rPr lang="en-US" altLang="en-US">
                <a:latin typeface="Arial" panose="020B0604020202020204" pitchFamily="34" charset="0"/>
              </a:rPr>
              <a:pPr algn="r" eaLnBrk="1" hangingPunct="1">
                <a:spcBef>
                  <a:spcPct val="0"/>
                </a:spcBef>
                <a:buClrTx/>
                <a:buFontTx/>
                <a:buNone/>
              </a:pPr>
              <a:t>2</a:t>
            </a:fld>
            <a:endParaRPr lang="en-US" altLang="en-US">
              <a:latin typeface="Arial" panose="020B0604020202020204" pitchFamily="34" charset="0"/>
            </a:endParaRPr>
          </a:p>
        </p:txBody>
      </p:sp>
      <p:sp>
        <p:nvSpPr>
          <p:cNvPr id="13209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209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122967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2D86792-98C9-4A9D-9D07-6D5401E72851}" type="slidenum">
              <a:rPr lang="en-US" altLang="en-US"/>
              <a:pPr>
                <a:spcBef>
                  <a:spcPct val="0"/>
                </a:spcBef>
                <a:buClrTx/>
                <a:buFontTx/>
                <a:buNone/>
              </a:pPr>
              <a:t>3</a:t>
            </a:fld>
            <a:endParaRPr lang="en-US" altLang="en-US"/>
          </a:p>
        </p:txBody>
      </p:sp>
      <p:sp>
        <p:nvSpPr>
          <p:cNvPr id="1126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7D5F6B1-6DA3-4C5D-9FFB-4400B1F26577}" type="slidenum">
              <a:rPr lang="en-US" altLang="en-US">
                <a:latin typeface="Arial" panose="020B0604020202020204" pitchFamily="34" charset="0"/>
              </a:rPr>
              <a:pPr algn="r" eaLnBrk="1" hangingPunct="1">
                <a:spcBef>
                  <a:spcPct val="0"/>
                </a:spcBef>
                <a:buClrTx/>
                <a:buFontTx/>
                <a:buNone/>
              </a:pPr>
              <a:t>3</a:t>
            </a:fld>
            <a:endParaRPr lang="en-US" altLang="en-US">
              <a:latin typeface="Arial" panose="020B0604020202020204" pitchFamily="34" charset="0"/>
            </a:endParaRPr>
          </a:p>
        </p:txBody>
      </p:sp>
      <p:sp>
        <p:nvSpPr>
          <p:cNvPr id="13312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312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209637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6AD431C-8064-43C7-8AB8-088560F4CE74}" type="slidenum">
              <a:rPr lang="en-US" altLang="en-US"/>
              <a:pPr>
                <a:spcBef>
                  <a:spcPct val="0"/>
                </a:spcBef>
                <a:buClrTx/>
                <a:buFontTx/>
                <a:buNone/>
              </a:pPr>
              <a:t>4</a:t>
            </a:fld>
            <a:endParaRPr lang="en-US" altLang="en-US"/>
          </a:p>
        </p:txBody>
      </p:sp>
      <p:sp>
        <p:nvSpPr>
          <p:cNvPr id="1331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5E8D569-B7CE-400B-BB8C-4C29DBC4B976}" type="slidenum">
              <a:rPr lang="en-US" altLang="en-US">
                <a:latin typeface="Arial" panose="020B0604020202020204" pitchFamily="34" charset="0"/>
              </a:rPr>
              <a:pPr algn="r" eaLnBrk="1" hangingPunct="1">
                <a:spcBef>
                  <a:spcPct val="0"/>
                </a:spcBef>
                <a:buClrTx/>
                <a:buFontTx/>
                <a:buNone/>
              </a:pPr>
              <a:t>4</a:t>
            </a:fld>
            <a:endParaRPr lang="en-US" altLang="en-US">
              <a:latin typeface="Arial" panose="020B0604020202020204" pitchFamily="34" charset="0"/>
            </a:endParaRPr>
          </a:p>
        </p:txBody>
      </p:sp>
      <p:sp>
        <p:nvSpPr>
          <p:cNvPr id="13414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414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593167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D77C3BB-410B-4720-89B4-D219FCE6006F}" type="slidenum">
              <a:rPr lang="en-US" altLang="en-US"/>
              <a:pPr>
                <a:spcBef>
                  <a:spcPct val="0"/>
                </a:spcBef>
                <a:buClrTx/>
                <a:buFontTx/>
                <a:buNone/>
              </a:pPr>
              <a:t>5</a:t>
            </a:fld>
            <a:endParaRPr lang="en-US" altLang="en-US"/>
          </a:p>
        </p:txBody>
      </p:sp>
      <p:sp>
        <p:nvSpPr>
          <p:cNvPr id="1536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5BF08A8-D331-45EB-ABB5-2FE2C83DE952}" type="slidenum">
              <a:rPr lang="en-US" altLang="en-US">
                <a:latin typeface="Arial" panose="020B0604020202020204" pitchFamily="34" charset="0"/>
              </a:rPr>
              <a:pPr algn="r" eaLnBrk="1" hangingPunct="1">
                <a:spcBef>
                  <a:spcPct val="0"/>
                </a:spcBef>
                <a:buClrTx/>
                <a:buFontTx/>
                <a:buNone/>
              </a:pPr>
              <a:t>5</a:t>
            </a:fld>
            <a:endParaRPr lang="en-US" altLang="en-US">
              <a:latin typeface="Arial" panose="020B0604020202020204" pitchFamily="34" charset="0"/>
            </a:endParaRPr>
          </a:p>
        </p:txBody>
      </p:sp>
      <p:sp>
        <p:nvSpPr>
          <p:cNvPr id="13517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517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764356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D1C443D-DC8E-460A-80CA-DE98F5A5D7C6}" type="slidenum">
              <a:rPr lang="en-US" altLang="en-US"/>
              <a:pPr>
                <a:spcBef>
                  <a:spcPct val="0"/>
                </a:spcBef>
                <a:buClrTx/>
                <a:buFontTx/>
                <a:buNone/>
              </a:pPr>
              <a:t>6</a:t>
            </a:fld>
            <a:endParaRPr lang="en-US" altLang="en-US"/>
          </a:p>
        </p:txBody>
      </p:sp>
      <p:sp>
        <p:nvSpPr>
          <p:cNvPr id="1741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E559A20-698D-4C47-8D26-B7135255B926}" type="slidenum">
              <a:rPr lang="en-US" altLang="en-US">
                <a:latin typeface="Arial" panose="020B0604020202020204" pitchFamily="34" charset="0"/>
              </a:rPr>
              <a:pPr algn="r" eaLnBrk="1" hangingPunct="1">
                <a:spcBef>
                  <a:spcPct val="0"/>
                </a:spcBef>
                <a:buClrTx/>
                <a:buFontTx/>
                <a:buNone/>
              </a:pPr>
              <a:t>6</a:t>
            </a:fld>
            <a:endParaRPr lang="en-US" altLang="en-US">
              <a:latin typeface="Arial" panose="020B0604020202020204" pitchFamily="34" charset="0"/>
            </a:endParaRPr>
          </a:p>
        </p:txBody>
      </p:sp>
      <p:sp>
        <p:nvSpPr>
          <p:cNvPr id="13619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619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310821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9901EB6-0801-4355-8ADC-38E728FE5EB4}" type="slidenum">
              <a:rPr lang="en-US" altLang="en-US"/>
              <a:pPr>
                <a:spcBef>
                  <a:spcPct val="0"/>
                </a:spcBef>
                <a:buClrTx/>
                <a:buFontTx/>
                <a:buNone/>
              </a:pPr>
              <a:t>7</a:t>
            </a:fld>
            <a:endParaRPr lang="en-US" altLang="en-US"/>
          </a:p>
        </p:txBody>
      </p:sp>
      <p:sp>
        <p:nvSpPr>
          <p:cNvPr id="1945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183C68B-DFBA-4A17-B96B-181E366CF5B9}" type="slidenum">
              <a:rPr lang="en-US" altLang="en-US">
                <a:latin typeface="Arial" panose="020B0604020202020204" pitchFamily="34" charset="0"/>
              </a:rPr>
              <a:pPr algn="r" eaLnBrk="1" hangingPunct="1">
                <a:spcBef>
                  <a:spcPct val="0"/>
                </a:spcBef>
                <a:buClrTx/>
                <a:buFontTx/>
                <a:buNone/>
              </a:pPr>
              <a:t>7</a:t>
            </a:fld>
            <a:endParaRPr lang="en-US" altLang="en-US">
              <a:latin typeface="Arial" panose="020B0604020202020204" pitchFamily="34" charset="0"/>
            </a:endParaRPr>
          </a:p>
        </p:txBody>
      </p:sp>
      <p:sp>
        <p:nvSpPr>
          <p:cNvPr id="13721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721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936909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3DDEE37-09C8-4EAA-A8CB-3A95D8B59250}" type="slidenum">
              <a:rPr lang="en-US" altLang="en-US"/>
              <a:pPr>
                <a:spcBef>
                  <a:spcPct val="0"/>
                </a:spcBef>
                <a:buClrTx/>
                <a:buFontTx/>
                <a:buNone/>
              </a:pPr>
              <a:t>8</a:t>
            </a:fld>
            <a:endParaRPr lang="en-US" altLang="en-US"/>
          </a:p>
        </p:txBody>
      </p:sp>
      <p:sp>
        <p:nvSpPr>
          <p:cNvPr id="2150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7E49B18-D936-497F-B99C-BCB23B975FE9}" type="slidenum">
              <a:rPr lang="en-US" altLang="en-US">
                <a:latin typeface="Arial" panose="020B0604020202020204" pitchFamily="34" charset="0"/>
              </a:rPr>
              <a:pPr algn="r" eaLnBrk="1" hangingPunct="1">
                <a:spcBef>
                  <a:spcPct val="0"/>
                </a:spcBef>
                <a:buClrTx/>
                <a:buFontTx/>
                <a:buNone/>
              </a:pPr>
              <a:t>8</a:t>
            </a:fld>
            <a:endParaRPr lang="en-US" altLang="en-US">
              <a:latin typeface="Arial" panose="020B0604020202020204" pitchFamily="34" charset="0"/>
            </a:endParaRPr>
          </a:p>
        </p:txBody>
      </p:sp>
      <p:sp>
        <p:nvSpPr>
          <p:cNvPr id="13824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824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547707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A21FA35-8A8D-4D69-A995-DF7C87E07921}" type="slidenum">
              <a:rPr lang="en-US" altLang="en-US"/>
              <a:pPr>
                <a:spcBef>
                  <a:spcPct val="0"/>
                </a:spcBef>
                <a:buClrTx/>
                <a:buFontTx/>
                <a:buNone/>
              </a:pPr>
              <a:t>9</a:t>
            </a:fld>
            <a:endParaRPr lang="en-US" altLang="en-US"/>
          </a:p>
        </p:txBody>
      </p:sp>
      <p:sp>
        <p:nvSpPr>
          <p:cNvPr id="2355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3A4ECB2-D1A9-4857-AC87-B06B7EB066BB}" type="slidenum">
              <a:rPr lang="en-US" altLang="en-US">
                <a:latin typeface="Arial" panose="020B0604020202020204" pitchFamily="34" charset="0"/>
              </a:rPr>
              <a:pPr algn="r" eaLnBrk="1" hangingPunct="1">
                <a:spcBef>
                  <a:spcPct val="0"/>
                </a:spcBef>
                <a:buClrTx/>
                <a:buFontTx/>
                <a:buNone/>
              </a:pPr>
              <a:t>9</a:t>
            </a:fld>
            <a:endParaRPr lang="en-US" altLang="en-US">
              <a:latin typeface="Arial" panose="020B0604020202020204" pitchFamily="34" charset="0"/>
            </a:endParaRPr>
          </a:p>
        </p:txBody>
      </p:sp>
      <p:sp>
        <p:nvSpPr>
          <p:cNvPr id="13926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3926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90799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6F527F0-4A1A-4268-B8BE-51D87BA62893}" type="slidenum">
              <a:rPr lang="en-US" altLang="en-US"/>
              <a:pPr>
                <a:spcBef>
                  <a:spcPct val="0"/>
                </a:spcBef>
                <a:buClrTx/>
                <a:buFontTx/>
                <a:buNone/>
              </a:pPr>
              <a:t>10</a:t>
            </a:fld>
            <a:endParaRPr lang="en-US" altLang="en-US"/>
          </a:p>
        </p:txBody>
      </p:sp>
      <p:sp>
        <p:nvSpPr>
          <p:cNvPr id="2560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7E2974A-9801-481E-8C25-D0E39021B3D0}" type="slidenum">
              <a:rPr lang="en-US" altLang="en-US">
                <a:latin typeface="Arial" panose="020B0604020202020204" pitchFamily="34" charset="0"/>
              </a:rPr>
              <a:pPr algn="r" eaLnBrk="1" hangingPunct="1">
                <a:spcBef>
                  <a:spcPct val="0"/>
                </a:spcBef>
                <a:buClrTx/>
                <a:buFontTx/>
                <a:buNone/>
              </a:pPr>
              <a:t>10</a:t>
            </a:fld>
            <a:endParaRPr lang="en-US" altLang="en-US">
              <a:latin typeface="Arial" panose="020B0604020202020204" pitchFamily="34" charset="0"/>
            </a:endParaRPr>
          </a:p>
        </p:txBody>
      </p:sp>
      <p:sp>
        <p:nvSpPr>
          <p:cNvPr id="14029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029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152799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A3C4324-08F4-4207-A530-7F42F72B92CD}" type="slidenum">
              <a:rPr lang="en-US" altLang="en-US"/>
              <a:pPr>
                <a:spcBef>
                  <a:spcPct val="0"/>
                </a:spcBef>
                <a:buClrTx/>
                <a:buFontTx/>
                <a:buNone/>
              </a:pPr>
              <a:t>11</a:t>
            </a:fld>
            <a:endParaRPr lang="en-US" altLang="en-US"/>
          </a:p>
        </p:txBody>
      </p:sp>
      <p:sp>
        <p:nvSpPr>
          <p:cNvPr id="2765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22FEAB6-71AB-4DBC-A87E-06C02E9FA3B6}" type="slidenum">
              <a:rPr lang="en-US" altLang="en-US">
                <a:latin typeface="Arial" panose="020B0604020202020204" pitchFamily="34" charset="0"/>
              </a:rPr>
              <a:pPr algn="r" eaLnBrk="1" hangingPunct="1">
                <a:spcBef>
                  <a:spcPct val="0"/>
                </a:spcBef>
                <a:buClrTx/>
                <a:buFontTx/>
                <a:buNone/>
              </a:pPr>
              <a:t>11</a:t>
            </a:fld>
            <a:endParaRPr lang="en-US" altLang="en-US">
              <a:latin typeface="Arial" panose="020B0604020202020204" pitchFamily="34" charset="0"/>
            </a:endParaRPr>
          </a:p>
        </p:txBody>
      </p:sp>
      <p:sp>
        <p:nvSpPr>
          <p:cNvPr id="14131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131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681485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2C8CF43-F190-4EF6-8EA5-0E9FB986E190}" type="slidenum">
              <a:rPr lang="en-US" altLang="en-US"/>
              <a:pPr>
                <a:spcBef>
                  <a:spcPct val="0"/>
                </a:spcBef>
                <a:buClrTx/>
                <a:buFontTx/>
                <a:buNone/>
              </a:pPr>
              <a:t>12</a:t>
            </a:fld>
            <a:endParaRPr lang="en-US" altLang="en-US"/>
          </a:p>
        </p:txBody>
      </p:sp>
      <p:sp>
        <p:nvSpPr>
          <p:cNvPr id="2969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4D107B6-23FD-42CE-825D-22B2B3987B45}" type="slidenum">
              <a:rPr lang="en-US" altLang="en-US">
                <a:latin typeface="Arial" panose="020B0604020202020204" pitchFamily="34" charset="0"/>
              </a:rPr>
              <a:pPr algn="r" eaLnBrk="1" hangingPunct="1">
                <a:spcBef>
                  <a:spcPct val="0"/>
                </a:spcBef>
                <a:buClrTx/>
                <a:buFontTx/>
                <a:buNone/>
              </a:pPr>
              <a:t>12</a:t>
            </a:fld>
            <a:endParaRPr lang="en-US" altLang="en-US">
              <a:latin typeface="Arial" panose="020B0604020202020204" pitchFamily="34" charset="0"/>
            </a:endParaRPr>
          </a:p>
        </p:txBody>
      </p:sp>
      <p:sp>
        <p:nvSpPr>
          <p:cNvPr id="14233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233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902820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91FB41C4-E069-4CB1-B018-DE27867CFBAB}" type="slidenum">
              <a:rPr lang="en-US" altLang="en-US"/>
              <a:pPr>
                <a:spcBef>
                  <a:spcPct val="0"/>
                </a:spcBef>
                <a:buClrTx/>
                <a:buFontTx/>
                <a:buNone/>
              </a:pPr>
              <a:t>13</a:t>
            </a:fld>
            <a:endParaRPr lang="en-US" altLang="en-US"/>
          </a:p>
        </p:txBody>
      </p:sp>
      <p:sp>
        <p:nvSpPr>
          <p:cNvPr id="3174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FA62816-E2A1-4665-B04F-0B27CCC8036D}" type="slidenum">
              <a:rPr lang="en-US" altLang="en-US">
                <a:latin typeface="Arial" panose="020B0604020202020204" pitchFamily="34" charset="0"/>
              </a:rPr>
              <a:pPr algn="r" eaLnBrk="1" hangingPunct="1">
                <a:spcBef>
                  <a:spcPct val="0"/>
                </a:spcBef>
                <a:buClrTx/>
                <a:buFontTx/>
                <a:buNone/>
              </a:pPr>
              <a:t>13</a:t>
            </a:fld>
            <a:endParaRPr lang="en-US" altLang="en-US">
              <a:latin typeface="Arial" panose="020B0604020202020204" pitchFamily="34" charset="0"/>
            </a:endParaRPr>
          </a:p>
        </p:txBody>
      </p:sp>
      <p:sp>
        <p:nvSpPr>
          <p:cNvPr id="14336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336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63833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DBB0A48-9378-4CC0-93F2-2829BFED8D66}" type="slidenum">
              <a:rPr lang="en-US" altLang="en-US"/>
              <a:pPr>
                <a:spcBef>
                  <a:spcPct val="0"/>
                </a:spcBef>
                <a:buClrTx/>
                <a:buFontTx/>
                <a:buNone/>
              </a:pPr>
              <a:t>14</a:t>
            </a:fld>
            <a:endParaRPr lang="en-US" altLang="en-US"/>
          </a:p>
        </p:txBody>
      </p:sp>
      <p:sp>
        <p:nvSpPr>
          <p:cNvPr id="3379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9CE670B-7E19-4109-9D2D-BA3F56DACB95}" type="slidenum">
              <a:rPr lang="en-US" altLang="en-US">
                <a:latin typeface="Arial" panose="020B0604020202020204" pitchFamily="34" charset="0"/>
              </a:rPr>
              <a:pPr algn="r" eaLnBrk="1" hangingPunct="1">
                <a:spcBef>
                  <a:spcPct val="0"/>
                </a:spcBef>
                <a:buClrTx/>
                <a:buFontTx/>
                <a:buNone/>
              </a:pPr>
              <a:t>14</a:t>
            </a:fld>
            <a:endParaRPr lang="en-US" altLang="en-US">
              <a:latin typeface="Arial" panose="020B0604020202020204" pitchFamily="34" charset="0"/>
            </a:endParaRPr>
          </a:p>
        </p:txBody>
      </p:sp>
      <p:sp>
        <p:nvSpPr>
          <p:cNvPr id="14438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438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621267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B47CC82-013B-47CE-BCFE-34A59BC60B4E}" type="slidenum">
              <a:rPr lang="en-US" altLang="en-US"/>
              <a:pPr>
                <a:spcBef>
                  <a:spcPct val="0"/>
                </a:spcBef>
                <a:buClrTx/>
                <a:buFontTx/>
                <a:buNone/>
              </a:pPr>
              <a:t>15</a:t>
            </a:fld>
            <a:endParaRPr lang="en-US" altLang="en-US"/>
          </a:p>
        </p:txBody>
      </p:sp>
      <p:sp>
        <p:nvSpPr>
          <p:cNvPr id="3584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7F0E0D54-AF0B-414F-AF1C-98EBBF17D579}" type="slidenum">
              <a:rPr lang="en-US" altLang="en-US">
                <a:latin typeface="Arial" panose="020B0604020202020204" pitchFamily="34" charset="0"/>
              </a:rPr>
              <a:pPr algn="r" eaLnBrk="1" hangingPunct="1">
                <a:spcBef>
                  <a:spcPct val="0"/>
                </a:spcBef>
                <a:buClrTx/>
                <a:buFontTx/>
                <a:buNone/>
              </a:pPr>
              <a:t>15</a:t>
            </a:fld>
            <a:endParaRPr lang="en-US" altLang="en-US">
              <a:latin typeface="Arial" panose="020B0604020202020204" pitchFamily="34" charset="0"/>
            </a:endParaRPr>
          </a:p>
        </p:txBody>
      </p:sp>
      <p:sp>
        <p:nvSpPr>
          <p:cNvPr id="14541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541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856134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316D764-6651-4012-9E9E-9358471D5C6E}" type="slidenum">
              <a:rPr lang="en-US" altLang="en-US"/>
              <a:pPr>
                <a:spcBef>
                  <a:spcPct val="0"/>
                </a:spcBef>
                <a:buClrTx/>
                <a:buFontTx/>
                <a:buNone/>
              </a:pPr>
              <a:t>16</a:t>
            </a:fld>
            <a:endParaRPr lang="en-US" altLang="en-US"/>
          </a:p>
        </p:txBody>
      </p:sp>
      <p:sp>
        <p:nvSpPr>
          <p:cNvPr id="3789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BE1CA3F-923E-45B9-8BCF-7F0AF1D9CF02}" type="slidenum">
              <a:rPr lang="en-US" altLang="en-US">
                <a:latin typeface="Arial" panose="020B0604020202020204" pitchFamily="34" charset="0"/>
              </a:rPr>
              <a:pPr algn="r" eaLnBrk="1" hangingPunct="1">
                <a:spcBef>
                  <a:spcPct val="0"/>
                </a:spcBef>
                <a:buClrTx/>
                <a:buFontTx/>
                <a:buNone/>
              </a:pPr>
              <a:t>16</a:t>
            </a:fld>
            <a:endParaRPr lang="en-US" altLang="en-US">
              <a:latin typeface="Arial" panose="020B0604020202020204" pitchFamily="34" charset="0"/>
            </a:endParaRPr>
          </a:p>
        </p:txBody>
      </p:sp>
      <p:sp>
        <p:nvSpPr>
          <p:cNvPr id="14643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643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92433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1831774-8380-40A0-96A9-9B723F534097}" type="slidenum">
              <a:rPr lang="en-US" altLang="en-US"/>
              <a:pPr>
                <a:spcBef>
                  <a:spcPct val="0"/>
                </a:spcBef>
                <a:buClrTx/>
                <a:buFontTx/>
                <a:buNone/>
              </a:pPr>
              <a:t>17</a:t>
            </a:fld>
            <a:endParaRPr lang="en-US" altLang="en-US"/>
          </a:p>
        </p:txBody>
      </p:sp>
      <p:sp>
        <p:nvSpPr>
          <p:cNvPr id="3993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CEFD91B-DC25-41D8-A925-078529DEA5C0}" type="slidenum">
              <a:rPr lang="en-US" altLang="en-US">
                <a:latin typeface="Arial" panose="020B0604020202020204" pitchFamily="34" charset="0"/>
              </a:rPr>
              <a:pPr algn="r" eaLnBrk="1" hangingPunct="1">
                <a:spcBef>
                  <a:spcPct val="0"/>
                </a:spcBef>
                <a:buClrTx/>
                <a:buFontTx/>
                <a:buNone/>
              </a:pPr>
              <a:t>17</a:t>
            </a:fld>
            <a:endParaRPr lang="en-US" altLang="en-US">
              <a:latin typeface="Arial" panose="020B0604020202020204" pitchFamily="34" charset="0"/>
            </a:endParaRPr>
          </a:p>
        </p:txBody>
      </p:sp>
      <p:sp>
        <p:nvSpPr>
          <p:cNvPr id="14745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745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130109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2BDD65F-61EE-4FA1-B19C-ECFA1FE2E19F}" type="slidenum">
              <a:rPr lang="en-US" altLang="en-US"/>
              <a:pPr>
                <a:spcBef>
                  <a:spcPct val="0"/>
                </a:spcBef>
                <a:buClrTx/>
                <a:buFontTx/>
                <a:buNone/>
              </a:pPr>
              <a:t>18</a:t>
            </a:fld>
            <a:endParaRPr lang="en-US" altLang="en-US"/>
          </a:p>
        </p:txBody>
      </p:sp>
      <p:sp>
        <p:nvSpPr>
          <p:cNvPr id="4198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783F858B-701F-4F73-9F6B-7BA1237D21C0}" type="slidenum">
              <a:rPr lang="en-US" altLang="en-US">
                <a:latin typeface="Arial" panose="020B0604020202020204" pitchFamily="34" charset="0"/>
              </a:rPr>
              <a:pPr algn="r" eaLnBrk="1" hangingPunct="1">
                <a:spcBef>
                  <a:spcPct val="0"/>
                </a:spcBef>
                <a:buClrTx/>
                <a:buFontTx/>
                <a:buNone/>
              </a:pPr>
              <a:t>18</a:t>
            </a:fld>
            <a:endParaRPr lang="en-US" altLang="en-US">
              <a:latin typeface="Arial" panose="020B0604020202020204" pitchFamily="34" charset="0"/>
            </a:endParaRPr>
          </a:p>
        </p:txBody>
      </p:sp>
      <p:sp>
        <p:nvSpPr>
          <p:cNvPr id="14848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848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421358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DB54A03-0ED1-47DB-8623-A336A38BFAEE}" type="slidenum">
              <a:rPr lang="en-US" altLang="en-US"/>
              <a:pPr>
                <a:spcBef>
                  <a:spcPct val="0"/>
                </a:spcBef>
                <a:buClrTx/>
                <a:buFontTx/>
                <a:buNone/>
              </a:pPr>
              <a:t>19</a:t>
            </a:fld>
            <a:endParaRPr lang="en-US" altLang="en-US"/>
          </a:p>
        </p:txBody>
      </p:sp>
      <p:sp>
        <p:nvSpPr>
          <p:cNvPr id="4403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17D6DB6-37B8-46A5-85F8-317CD7A6644B}" type="slidenum">
              <a:rPr lang="en-US" altLang="en-US">
                <a:latin typeface="Arial" panose="020B0604020202020204" pitchFamily="34" charset="0"/>
              </a:rPr>
              <a:pPr algn="r" eaLnBrk="1" hangingPunct="1">
                <a:spcBef>
                  <a:spcPct val="0"/>
                </a:spcBef>
                <a:buClrTx/>
                <a:buFontTx/>
                <a:buNone/>
              </a:pPr>
              <a:t>19</a:t>
            </a:fld>
            <a:endParaRPr lang="en-US" altLang="en-US">
              <a:latin typeface="Arial" panose="020B0604020202020204" pitchFamily="34" charset="0"/>
            </a:endParaRPr>
          </a:p>
        </p:txBody>
      </p:sp>
      <p:sp>
        <p:nvSpPr>
          <p:cNvPr id="14950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950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420679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EDBF3EF-5231-463F-9EEA-124AD2D5BF66}" type="slidenum">
              <a:rPr lang="en-US" altLang="en-US"/>
              <a:pPr>
                <a:spcBef>
                  <a:spcPct val="0"/>
                </a:spcBef>
                <a:buClrTx/>
                <a:buFontTx/>
                <a:buNone/>
              </a:pPr>
              <a:t>20</a:t>
            </a:fld>
            <a:endParaRPr lang="en-US" altLang="en-US"/>
          </a:p>
        </p:txBody>
      </p:sp>
      <p:sp>
        <p:nvSpPr>
          <p:cNvPr id="4608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1A661D2-A7C3-4398-B5C9-71B05279A32E}" type="slidenum">
              <a:rPr lang="en-US" altLang="en-US">
                <a:latin typeface="Arial" panose="020B0604020202020204" pitchFamily="34" charset="0"/>
              </a:rPr>
              <a:pPr algn="r" eaLnBrk="1" hangingPunct="1">
                <a:spcBef>
                  <a:spcPct val="0"/>
                </a:spcBef>
                <a:buClrTx/>
                <a:buFontTx/>
                <a:buNone/>
              </a:pPr>
              <a:t>20</a:t>
            </a:fld>
            <a:endParaRPr lang="en-US" altLang="en-US">
              <a:latin typeface="Arial" panose="020B0604020202020204" pitchFamily="34" charset="0"/>
            </a:endParaRPr>
          </a:p>
        </p:txBody>
      </p:sp>
      <p:sp>
        <p:nvSpPr>
          <p:cNvPr id="15053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053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50361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0B83139-1F06-40A0-ACD4-E72AA49AFD53}" type="slidenum">
              <a:rPr lang="en-US" altLang="en-US"/>
              <a:pPr>
                <a:spcBef>
                  <a:spcPct val="0"/>
                </a:spcBef>
                <a:buClrTx/>
                <a:buFontTx/>
                <a:buNone/>
              </a:pPr>
              <a:t>21</a:t>
            </a:fld>
            <a:endParaRPr lang="en-US" altLang="en-US"/>
          </a:p>
        </p:txBody>
      </p:sp>
      <p:sp>
        <p:nvSpPr>
          <p:cNvPr id="4813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C86333A-98D2-4514-8356-7CF4D2188E1A}" type="slidenum">
              <a:rPr lang="en-US" altLang="en-US">
                <a:latin typeface="Arial" panose="020B0604020202020204" pitchFamily="34" charset="0"/>
              </a:rPr>
              <a:pPr algn="r" eaLnBrk="1" hangingPunct="1">
                <a:spcBef>
                  <a:spcPct val="0"/>
                </a:spcBef>
                <a:buClrTx/>
                <a:buFontTx/>
                <a:buNone/>
              </a:pPr>
              <a:t>21</a:t>
            </a:fld>
            <a:endParaRPr lang="en-US" altLang="en-US">
              <a:latin typeface="Arial" panose="020B0604020202020204" pitchFamily="34" charset="0"/>
            </a:endParaRPr>
          </a:p>
        </p:txBody>
      </p:sp>
      <p:sp>
        <p:nvSpPr>
          <p:cNvPr id="15155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155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912713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B7046CB-A3C4-4015-8DA7-09D529D49602}" type="slidenum">
              <a:rPr lang="en-US" altLang="en-US"/>
              <a:pPr>
                <a:spcBef>
                  <a:spcPct val="0"/>
                </a:spcBef>
                <a:buClrTx/>
                <a:buFontTx/>
                <a:buNone/>
              </a:pPr>
              <a:t>22</a:t>
            </a:fld>
            <a:endParaRPr lang="en-US" altLang="en-US"/>
          </a:p>
        </p:txBody>
      </p:sp>
      <p:sp>
        <p:nvSpPr>
          <p:cNvPr id="5017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661EC033-394C-4EEF-8CE1-4966CE8CE671}" type="slidenum">
              <a:rPr lang="en-US" altLang="en-US">
                <a:latin typeface="Arial" panose="020B0604020202020204" pitchFamily="34" charset="0"/>
              </a:rPr>
              <a:pPr algn="r" eaLnBrk="1" hangingPunct="1">
                <a:spcBef>
                  <a:spcPct val="0"/>
                </a:spcBef>
                <a:buClrTx/>
                <a:buFontTx/>
                <a:buNone/>
              </a:pPr>
              <a:t>22</a:t>
            </a:fld>
            <a:endParaRPr lang="en-US" altLang="en-US">
              <a:latin typeface="Arial" panose="020B0604020202020204" pitchFamily="34" charset="0"/>
            </a:endParaRPr>
          </a:p>
        </p:txBody>
      </p:sp>
      <p:sp>
        <p:nvSpPr>
          <p:cNvPr id="15257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257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4179836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1445009-96D7-4FD2-AEE5-1E6F665035D1}" type="slidenum">
              <a:rPr lang="en-US" altLang="en-US"/>
              <a:pPr>
                <a:spcBef>
                  <a:spcPct val="0"/>
                </a:spcBef>
                <a:buClrTx/>
                <a:buFontTx/>
                <a:buNone/>
              </a:pPr>
              <a:t>23</a:t>
            </a:fld>
            <a:endParaRPr lang="en-US" altLang="en-US"/>
          </a:p>
        </p:txBody>
      </p:sp>
      <p:sp>
        <p:nvSpPr>
          <p:cNvPr id="5222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7585CF94-98C4-4F9C-9897-A0C3C2CF8564}" type="slidenum">
              <a:rPr lang="en-US" altLang="en-US">
                <a:latin typeface="Arial" panose="020B0604020202020204" pitchFamily="34" charset="0"/>
              </a:rPr>
              <a:pPr algn="r" eaLnBrk="1" hangingPunct="1">
                <a:spcBef>
                  <a:spcPct val="0"/>
                </a:spcBef>
                <a:buClrTx/>
                <a:buFontTx/>
                <a:buNone/>
              </a:pPr>
              <a:t>23</a:t>
            </a:fld>
            <a:endParaRPr lang="en-US" altLang="en-US">
              <a:latin typeface="Arial" panose="020B0604020202020204" pitchFamily="34" charset="0"/>
            </a:endParaRPr>
          </a:p>
        </p:txBody>
      </p:sp>
      <p:sp>
        <p:nvSpPr>
          <p:cNvPr id="15360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360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938385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EA68193-8B00-446B-8115-8F1210306047}" type="slidenum">
              <a:rPr lang="en-US" altLang="en-US"/>
              <a:pPr>
                <a:spcBef>
                  <a:spcPct val="0"/>
                </a:spcBef>
                <a:buClrTx/>
                <a:buFontTx/>
                <a:buNone/>
              </a:pPr>
              <a:t>24</a:t>
            </a:fld>
            <a:endParaRPr lang="en-US" altLang="en-US"/>
          </a:p>
        </p:txBody>
      </p:sp>
      <p:sp>
        <p:nvSpPr>
          <p:cNvPr id="5427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0044680-4616-4CBD-BD77-42735C30AF24}" type="slidenum">
              <a:rPr lang="en-US" altLang="en-US">
                <a:latin typeface="Arial" panose="020B0604020202020204" pitchFamily="34" charset="0"/>
              </a:rPr>
              <a:pPr algn="r" eaLnBrk="1" hangingPunct="1">
                <a:spcBef>
                  <a:spcPct val="0"/>
                </a:spcBef>
                <a:buClrTx/>
                <a:buFontTx/>
                <a:buNone/>
              </a:pPr>
              <a:t>24</a:t>
            </a:fld>
            <a:endParaRPr lang="en-US" altLang="en-US">
              <a:latin typeface="Arial" panose="020B0604020202020204" pitchFamily="34" charset="0"/>
            </a:endParaRPr>
          </a:p>
        </p:txBody>
      </p:sp>
      <p:sp>
        <p:nvSpPr>
          <p:cNvPr id="15462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462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252258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5356A47-DB98-4927-9EAA-10F402E9941C}" type="slidenum">
              <a:rPr lang="en-US" altLang="en-US"/>
              <a:pPr>
                <a:spcBef>
                  <a:spcPct val="0"/>
                </a:spcBef>
                <a:buClrTx/>
                <a:buFontTx/>
                <a:buNone/>
              </a:pPr>
              <a:t>25</a:t>
            </a:fld>
            <a:endParaRPr lang="en-US" altLang="en-US"/>
          </a:p>
        </p:txBody>
      </p:sp>
      <p:sp>
        <p:nvSpPr>
          <p:cNvPr id="5632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6D9939B-3AE2-47E5-BFD1-5B56B1523E84}" type="slidenum">
              <a:rPr lang="en-US" altLang="en-US">
                <a:latin typeface="Arial" panose="020B0604020202020204" pitchFamily="34" charset="0"/>
              </a:rPr>
              <a:pPr algn="r" eaLnBrk="1" hangingPunct="1">
                <a:spcBef>
                  <a:spcPct val="0"/>
                </a:spcBef>
                <a:buClrTx/>
                <a:buFontTx/>
                <a:buNone/>
              </a:pPr>
              <a:t>25</a:t>
            </a:fld>
            <a:endParaRPr lang="en-US" altLang="en-US">
              <a:latin typeface="Arial" panose="020B0604020202020204" pitchFamily="34" charset="0"/>
            </a:endParaRPr>
          </a:p>
        </p:txBody>
      </p:sp>
      <p:sp>
        <p:nvSpPr>
          <p:cNvPr id="15565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565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850637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C326B1F-8C3C-445F-B6F5-B3318F239CE5}" type="slidenum">
              <a:rPr lang="en-US" altLang="en-US"/>
              <a:pPr>
                <a:spcBef>
                  <a:spcPct val="0"/>
                </a:spcBef>
                <a:buClrTx/>
                <a:buFontTx/>
                <a:buNone/>
              </a:pPr>
              <a:t>26</a:t>
            </a:fld>
            <a:endParaRPr lang="en-US" altLang="en-US"/>
          </a:p>
        </p:txBody>
      </p:sp>
      <p:sp>
        <p:nvSpPr>
          <p:cNvPr id="5837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4651562-5069-4088-B6B2-056225401C21}" type="slidenum">
              <a:rPr lang="en-US" altLang="en-US">
                <a:latin typeface="Arial" panose="020B0604020202020204" pitchFamily="34" charset="0"/>
              </a:rPr>
              <a:pPr algn="r" eaLnBrk="1" hangingPunct="1">
                <a:spcBef>
                  <a:spcPct val="0"/>
                </a:spcBef>
                <a:buClrTx/>
                <a:buFontTx/>
                <a:buNone/>
              </a:pPr>
              <a:t>26</a:t>
            </a:fld>
            <a:endParaRPr lang="en-US" altLang="en-US">
              <a:latin typeface="Arial" panose="020B0604020202020204" pitchFamily="34" charset="0"/>
            </a:endParaRPr>
          </a:p>
        </p:txBody>
      </p:sp>
      <p:sp>
        <p:nvSpPr>
          <p:cNvPr id="15667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667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4765805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AC165CE-0058-4BAB-B768-A02AED1A3DB0}" type="slidenum">
              <a:rPr lang="en-US" altLang="en-US"/>
              <a:pPr>
                <a:spcBef>
                  <a:spcPct val="0"/>
                </a:spcBef>
                <a:buClrTx/>
                <a:buFontTx/>
                <a:buNone/>
              </a:pPr>
              <a:t>27</a:t>
            </a:fld>
            <a:endParaRPr lang="en-US" altLang="en-US"/>
          </a:p>
        </p:txBody>
      </p:sp>
      <p:sp>
        <p:nvSpPr>
          <p:cNvPr id="6041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CC8E413-C269-4FBC-BBA5-C251488A36C7}" type="slidenum">
              <a:rPr lang="en-US" altLang="en-US">
                <a:latin typeface="Arial" panose="020B0604020202020204" pitchFamily="34" charset="0"/>
              </a:rPr>
              <a:pPr algn="r" eaLnBrk="1" hangingPunct="1">
                <a:spcBef>
                  <a:spcPct val="0"/>
                </a:spcBef>
                <a:buClrTx/>
                <a:buFontTx/>
                <a:buNone/>
              </a:pPr>
              <a:t>27</a:t>
            </a:fld>
            <a:endParaRPr lang="en-US" altLang="en-US">
              <a:latin typeface="Arial" panose="020B0604020202020204" pitchFamily="34" charset="0"/>
            </a:endParaRPr>
          </a:p>
        </p:txBody>
      </p:sp>
      <p:sp>
        <p:nvSpPr>
          <p:cNvPr id="15769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769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517175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7D4C726-7C5D-4C2B-B70C-D3A2ABEF8880}" type="slidenum">
              <a:rPr lang="en-US" altLang="en-US"/>
              <a:pPr>
                <a:spcBef>
                  <a:spcPct val="0"/>
                </a:spcBef>
                <a:buClrTx/>
                <a:buFontTx/>
                <a:buNone/>
              </a:pPr>
              <a:t>28</a:t>
            </a:fld>
            <a:endParaRPr lang="en-US" altLang="en-US"/>
          </a:p>
        </p:txBody>
      </p:sp>
      <p:sp>
        <p:nvSpPr>
          <p:cNvPr id="6246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E8B0D7F-F0A2-49AD-B4D8-2D62655D9E3F}" type="slidenum">
              <a:rPr lang="en-US" altLang="en-US">
                <a:latin typeface="Arial" panose="020B0604020202020204" pitchFamily="34" charset="0"/>
              </a:rPr>
              <a:pPr algn="r" eaLnBrk="1" hangingPunct="1">
                <a:spcBef>
                  <a:spcPct val="0"/>
                </a:spcBef>
                <a:buClrTx/>
                <a:buFontTx/>
                <a:buNone/>
              </a:pPr>
              <a:t>28</a:t>
            </a:fld>
            <a:endParaRPr lang="en-US" altLang="en-US">
              <a:latin typeface="Arial" panose="020B0604020202020204" pitchFamily="34" charset="0"/>
            </a:endParaRPr>
          </a:p>
        </p:txBody>
      </p:sp>
      <p:sp>
        <p:nvSpPr>
          <p:cNvPr id="15872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872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020203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964C2EA-C8E0-4433-A076-C8FCE79440E9}" type="slidenum">
              <a:rPr lang="en-US" altLang="en-US"/>
              <a:pPr>
                <a:spcBef>
                  <a:spcPct val="0"/>
                </a:spcBef>
                <a:buClrTx/>
                <a:buFontTx/>
                <a:buNone/>
              </a:pPr>
              <a:t>29</a:t>
            </a:fld>
            <a:endParaRPr lang="en-US" altLang="en-US"/>
          </a:p>
        </p:txBody>
      </p:sp>
      <p:sp>
        <p:nvSpPr>
          <p:cNvPr id="6451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E8F81607-062E-4EDA-A746-66534D27F21E}" type="slidenum">
              <a:rPr lang="en-US" altLang="en-US">
                <a:latin typeface="Arial" panose="020B0604020202020204" pitchFamily="34" charset="0"/>
              </a:rPr>
              <a:pPr algn="r" eaLnBrk="1" hangingPunct="1">
                <a:spcBef>
                  <a:spcPct val="0"/>
                </a:spcBef>
                <a:buClrTx/>
                <a:buFontTx/>
                <a:buNone/>
              </a:pPr>
              <a:t>29</a:t>
            </a:fld>
            <a:endParaRPr lang="en-US" altLang="en-US">
              <a:latin typeface="Arial" panose="020B0604020202020204" pitchFamily="34" charset="0"/>
            </a:endParaRPr>
          </a:p>
        </p:txBody>
      </p:sp>
      <p:sp>
        <p:nvSpPr>
          <p:cNvPr id="15974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5974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293520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D354536-037F-4773-9C5A-B8693BF4EDDC}" type="slidenum">
              <a:rPr lang="en-US" altLang="en-US"/>
              <a:pPr>
                <a:spcBef>
                  <a:spcPct val="0"/>
                </a:spcBef>
                <a:buClrTx/>
                <a:buFontTx/>
                <a:buNone/>
              </a:pPr>
              <a:t>30</a:t>
            </a:fld>
            <a:endParaRPr lang="en-US" altLang="en-US"/>
          </a:p>
        </p:txBody>
      </p:sp>
      <p:sp>
        <p:nvSpPr>
          <p:cNvPr id="6656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EE146D2F-B174-4E16-A141-4BE0F55C9339}" type="slidenum">
              <a:rPr lang="en-US" altLang="en-US">
                <a:latin typeface="Arial" panose="020B0604020202020204" pitchFamily="34" charset="0"/>
              </a:rPr>
              <a:pPr algn="r" eaLnBrk="1" hangingPunct="1">
                <a:spcBef>
                  <a:spcPct val="0"/>
                </a:spcBef>
                <a:buClrTx/>
                <a:buFontTx/>
                <a:buNone/>
              </a:pPr>
              <a:t>30</a:t>
            </a:fld>
            <a:endParaRPr lang="en-US" altLang="en-US">
              <a:latin typeface="Arial" panose="020B0604020202020204" pitchFamily="34" charset="0"/>
            </a:endParaRPr>
          </a:p>
        </p:txBody>
      </p:sp>
      <p:sp>
        <p:nvSpPr>
          <p:cNvPr id="16077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077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032179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462DAD8-F9B3-457D-B9DC-42E841D8AB35}" type="slidenum">
              <a:rPr lang="en-US" altLang="en-US"/>
              <a:pPr>
                <a:spcBef>
                  <a:spcPct val="0"/>
                </a:spcBef>
                <a:buClrTx/>
                <a:buFontTx/>
                <a:buNone/>
              </a:pPr>
              <a:t>31</a:t>
            </a:fld>
            <a:endParaRPr lang="en-US" altLang="en-US"/>
          </a:p>
        </p:txBody>
      </p:sp>
      <p:sp>
        <p:nvSpPr>
          <p:cNvPr id="6861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6B026A60-85AA-440D-9D09-CCA10AB5A249}" type="slidenum">
              <a:rPr lang="en-US" altLang="en-US">
                <a:latin typeface="Arial" panose="020B0604020202020204" pitchFamily="34" charset="0"/>
              </a:rPr>
              <a:pPr algn="r" eaLnBrk="1" hangingPunct="1">
                <a:spcBef>
                  <a:spcPct val="0"/>
                </a:spcBef>
                <a:buClrTx/>
                <a:buFontTx/>
                <a:buNone/>
              </a:pPr>
              <a:t>31</a:t>
            </a:fld>
            <a:endParaRPr lang="en-US" altLang="en-US">
              <a:latin typeface="Arial" panose="020B0604020202020204" pitchFamily="34" charset="0"/>
            </a:endParaRPr>
          </a:p>
        </p:txBody>
      </p:sp>
      <p:sp>
        <p:nvSpPr>
          <p:cNvPr id="16179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179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5729645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48B8C7E-6E28-42A0-B8E5-450ACE0E648E}" type="slidenum">
              <a:rPr lang="en-US" altLang="en-US"/>
              <a:pPr>
                <a:spcBef>
                  <a:spcPct val="0"/>
                </a:spcBef>
                <a:buClrTx/>
                <a:buFontTx/>
                <a:buNone/>
              </a:pPr>
              <a:t>32</a:t>
            </a:fld>
            <a:endParaRPr lang="en-US" altLang="en-US"/>
          </a:p>
        </p:txBody>
      </p:sp>
      <p:sp>
        <p:nvSpPr>
          <p:cNvPr id="7065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D3697CE-9E07-4E75-B373-E34DDDDBB2F4}" type="slidenum">
              <a:rPr lang="en-US" altLang="en-US">
                <a:latin typeface="Arial" panose="020B0604020202020204" pitchFamily="34" charset="0"/>
              </a:rPr>
              <a:pPr algn="r" eaLnBrk="1" hangingPunct="1">
                <a:spcBef>
                  <a:spcPct val="0"/>
                </a:spcBef>
                <a:buClrTx/>
                <a:buFontTx/>
                <a:buNone/>
              </a:pPr>
              <a:t>32</a:t>
            </a:fld>
            <a:endParaRPr lang="en-US" altLang="en-US">
              <a:latin typeface="Arial" panose="020B0604020202020204" pitchFamily="34" charset="0"/>
            </a:endParaRPr>
          </a:p>
        </p:txBody>
      </p:sp>
      <p:sp>
        <p:nvSpPr>
          <p:cNvPr id="16281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281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333821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59D59F1-8713-45EF-A0AC-FE03D155B207}" type="slidenum">
              <a:rPr lang="en-US" altLang="en-US"/>
              <a:pPr>
                <a:spcBef>
                  <a:spcPct val="0"/>
                </a:spcBef>
                <a:buClrTx/>
                <a:buFontTx/>
                <a:buNone/>
              </a:pPr>
              <a:t>33</a:t>
            </a:fld>
            <a:endParaRPr lang="en-US" altLang="en-US"/>
          </a:p>
        </p:txBody>
      </p:sp>
      <p:sp>
        <p:nvSpPr>
          <p:cNvPr id="7270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3A8913F-FEA4-4F0D-BD6E-280BE32DDB9F}" type="slidenum">
              <a:rPr lang="en-US" altLang="en-US">
                <a:latin typeface="Arial" panose="020B0604020202020204" pitchFamily="34" charset="0"/>
              </a:rPr>
              <a:pPr algn="r" eaLnBrk="1" hangingPunct="1">
                <a:spcBef>
                  <a:spcPct val="0"/>
                </a:spcBef>
                <a:buClrTx/>
                <a:buFontTx/>
                <a:buNone/>
              </a:pPr>
              <a:t>33</a:t>
            </a:fld>
            <a:endParaRPr lang="en-US" altLang="en-US">
              <a:latin typeface="Arial" panose="020B0604020202020204" pitchFamily="34" charset="0"/>
            </a:endParaRPr>
          </a:p>
        </p:txBody>
      </p:sp>
      <p:sp>
        <p:nvSpPr>
          <p:cNvPr id="16384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4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551370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70A64B5-1B5C-4F23-AACD-AB1A129DD768}" type="slidenum">
              <a:rPr lang="en-US" altLang="en-US"/>
              <a:pPr>
                <a:spcBef>
                  <a:spcPct val="0"/>
                </a:spcBef>
                <a:buClrTx/>
                <a:buFontTx/>
                <a:buNone/>
              </a:pPr>
              <a:t>34</a:t>
            </a:fld>
            <a:endParaRPr lang="en-US" altLang="en-US"/>
          </a:p>
        </p:txBody>
      </p:sp>
      <p:sp>
        <p:nvSpPr>
          <p:cNvPr id="7475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7DBD6E5-D294-462E-92AC-39A4B8CBC3A2}" type="slidenum">
              <a:rPr lang="en-US" altLang="en-US">
                <a:latin typeface="Arial" panose="020B0604020202020204" pitchFamily="34" charset="0"/>
              </a:rPr>
              <a:pPr algn="r" eaLnBrk="1" hangingPunct="1">
                <a:spcBef>
                  <a:spcPct val="0"/>
                </a:spcBef>
                <a:buClrTx/>
                <a:buFontTx/>
                <a:buNone/>
              </a:pPr>
              <a:t>34</a:t>
            </a:fld>
            <a:endParaRPr lang="en-US" altLang="en-US">
              <a:latin typeface="Arial" panose="020B0604020202020204" pitchFamily="34" charset="0"/>
            </a:endParaRPr>
          </a:p>
        </p:txBody>
      </p:sp>
      <p:sp>
        <p:nvSpPr>
          <p:cNvPr id="16486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486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856386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2AE5217-3C59-4FA0-A25A-E8587494125B}" type="slidenum">
              <a:rPr lang="en-US" altLang="en-US"/>
              <a:pPr>
                <a:spcBef>
                  <a:spcPct val="0"/>
                </a:spcBef>
                <a:buClrTx/>
                <a:buFontTx/>
                <a:buNone/>
              </a:pPr>
              <a:t>35</a:t>
            </a:fld>
            <a:endParaRPr lang="en-US" altLang="en-US"/>
          </a:p>
        </p:txBody>
      </p:sp>
      <p:sp>
        <p:nvSpPr>
          <p:cNvPr id="7680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67966AD-3490-40F5-9130-4AC194B169DB}" type="slidenum">
              <a:rPr lang="en-US" altLang="en-US">
                <a:latin typeface="Arial" panose="020B0604020202020204" pitchFamily="34" charset="0"/>
              </a:rPr>
              <a:pPr algn="r" eaLnBrk="1" hangingPunct="1">
                <a:spcBef>
                  <a:spcPct val="0"/>
                </a:spcBef>
                <a:buClrTx/>
                <a:buFontTx/>
                <a:buNone/>
              </a:pPr>
              <a:t>35</a:t>
            </a:fld>
            <a:endParaRPr lang="en-US" altLang="en-US">
              <a:latin typeface="Arial" panose="020B0604020202020204" pitchFamily="34" charset="0"/>
            </a:endParaRPr>
          </a:p>
        </p:txBody>
      </p:sp>
      <p:sp>
        <p:nvSpPr>
          <p:cNvPr id="16589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589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608662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2E9D7C1-705E-4EE8-BCF5-E4EC9CC93AE6}" type="slidenum">
              <a:rPr lang="en-US" altLang="en-US"/>
              <a:pPr>
                <a:spcBef>
                  <a:spcPct val="0"/>
                </a:spcBef>
                <a:buClrTx/>
                <a:buFontTx/>
                <a:buNone/>
              </a:pPr>
              <a:t>36</a:t>
            </a:fld>
            <a:endParaRPr lang="en-US" altLang="en-US"/>
          </a:p>
        </p:txBody>
      </p:sp>
      <p:sp>
        <p:nvSpPr>
          <p:cNvPr id="7885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F433D7C-B5BD-4F59-B07A-CE9F81B3980C}" type="slidenum">
              <a:rPr lang="en-US" altLang="en-US">
                <a:latin typeface="Arial" panose="020B0604020202020204" pitchFamily="34" charset="0"/>
              </a:rPr>
              <a:pPr algn="r" eaLnBrk="1" hangingPunct="1">
                <a:spcBef>
                  <a:spcPct val="0"/>
                </a:spcBef>
                <a:buClrTx/>
                <a:buFontTx/>
                <a:buNone/>
              </a:pPr>
              <a:t>36</a:t>
            </a:fld>
            <a:endParaRPr lang="en-US" altLang="en-US">
              <a:latin typeface="Arial" panose="020B0604020202020204" pitchFamily="34" charset="0"/>
            </a:endParaRPr>
          </a:p>
        </p:txBody>
      </p:sp>
      <p:sp>
        <p:nvSpPr>
          <p:cNvPr id="16691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691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516191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C9F0561-41C9-40E7-B316-F0D1D12D1F3B}" type="slidenum">
              <a:rPr lang="en-US" altLang="en-US"/>
              <a:pPr>
                <a:spcBef>
                  <a:spcPct val="0"/>
                </a:spcBef>
                <a:buClrTx/>
                <a:buFontTx/>
                <a:buNone/>
              </a:pPr>
              <a:t>37</a:t>
            </a:fld>
            <a:endParaRPr lang="en-US" altLang="en-US"/>
          </a:p>
        </p:txBody>
      </p:sp>
      <p:sp>
        <p:nvSpPr>
          <p:cNvPr id="8089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AC456D3-F2C1-4FAF-A90F-183A613EDC8C}" type="slidenum">
              <a:rPr lang="en-US" altLang="en-US">
                <a:latin typeface="Arial" panose="020B0604020202020204" pitchFamily="34" charset="0"/>
              </a:rPr>
              <a:pPr algn="r" eaLnBrk="1" hangingPunct="1">
                <a:spcBef>
                  <a:spcPct val="0"/>
                </a:spcBef>
                <a:buClrTx/>
                <a:buFontTx/>
                <a:buNone/>
              </a:pPr>
              <a:t>37</a:t>
            </a:fld>
            <a:endParaRPr lang="en-US" altLang="en-US">
              <a:latin typeface="Arial" panose="020B0604020202020204" pitchFamily="34" charset="0"/>
            </a:endParaRPr>
          </a:p>
        </p:txBody>
      </p:sp>
      <p:sp>
        <p:nvSpPr>
          <p:cNvPr id="16793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793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4991128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E0A2FCE-EE48-40F8-AE9D-816CFA5574A3}" type="slidenum">
              <a:rPr lang="en-US" altLang="en-US"/>
              <a:pPr>
                <a:spcBef>
                  <a:spcPct val="0"/>
                </a:spcBef>
                <a:buClrTx/>
                <a:buFontTx/>
                <a:buNone/>
              </a:pPr>
              <a:t>38</a:t>
            </a:fld>
            <a:endParaRPr lang="en-US" altLang="en-US"/>
          </a:p>
        </p:txBody>
      </p:sp>
      <p:sp>
        <p:nvSpPr>
          <p:cNvPr id="8294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D9477D0-8B60-4A3A-8CCB-B14C98A020C6}" type="slidenum">
              <a:rPr lang="en-US" altLang="en-US">
                <a:latin typeface="Arial" panose="020B0604020202020204" pitchFamily="34" charset="0"/>
              </a:rPr>
              <a:pPr algn="r" eaLnBrk="1" hangingPunct="1">
                <a:spcBef>
                  <a:spcPct val="0"/>
                </a:spcBef>
                <a:buClrTx/>
                <a:buFontTx/>
                <a:buNone/>
              </a:pPr>
              <a:t>38</a:t>
            </a:fld>
            <a:endParaRPr lang="en-US" altLang="en-US">
              <a:latin typeface="Arial" panose="020B0604020202020204" pitchFamily="34" charset="0"/>
            </a:endParaRPr>
          </a:p>
        </p:txBody>
      </p:sp>
      <p:sp>
        <p:nvSpPr>
          <p:cNvPr id="16896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896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4820318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820946E-B635-46FA-BCB6-4F9195FAD8BB}" type="slidenum">
              <a:rPr lang="en-US" altLang="en-US"/>
              <a:pPr>
                <a:spcBef>
                  <a:spcPct val="0"/>
                </a:spcBef>
                <a:buClrTx/>
                <a:buFontTx/>
                <a:buNone/>
              </a:pPr>
              <a:t>39</a:t>
            </a:fld>
            <a:endParaRPr lang="en-US" altLang="en-US"/>
          </a:p>
        </p:txBody>
      </p:sp>
      <p:sp>
        <p:nvSpPr>
          <p:cNvPr id="8499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EB7C127D-2D30-4D91-BDAD-0EC87D334BEE}" type="slidenum">
              <a:rPr lang="en-US" altLang="en-US">
                <a:latin typeface="Arial" panose="020B0604020202020204" pitchFamily="34" charset="0"/>
              </a:rPr>
              <a:pPr algn="r" eaLnBrk="1" hangingPunct="1">
                <a:spcBef>
                  <a:spcPct val="0"/>
                </a:spcBef>
                <a:buClrTx/>
                <a:buFontTx/>
                <a:buNone/>
              </a:pPr>
              <a:t>39</a:t>
            </a:fld>
            <a:endParaRPr lang="en-US" altLang="en-US">
              <a:latin typeface="Arial" panose="020B0604020202020204" pitchFamily="34" charset="0"/>
            </a:endParaRPr>
          </a:p>
        </p:txBody>
      </p:sp>
      <p:sp>
        <p:nvSpPr>
          <p:cNvPr id="16998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998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2343076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A1B8C17-7D42-44E6-A8F7-F2A08237C1FE}" type="slidenum">
              <a:rPr lang="en-US" altLang="en-US"/>
              <a:pPr>
                <a:spcBef>
                  <a:spcPct val="0"/>
                </a:spcBef>
                <a:buClrTx/>
                <a:buFontTx/>
                <a:buNone/>
              </a:pPr>
              <a:t>40</a:t>
            </a:fld>
            <a:endParaRPr lang="en-US" altLang="en-US"/>
          </a:p>
        </p:txBody>
      </p:sp>
      <p:sp>
        <p:nvSpPr>
          <p:cNvPr id="8704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B0EF10F-8DF5-412A-9252-52620C70BAF2}" type="slidenum">
              <a:rPr lang="en-US" altLang="en-US">
                <a:latin typeface="Arial" panose="020B0604020202020204" pitchFamily="34" charset="0"/>
              </a:rPr>
              <a:pPr algn="r" eaLnBrk="1" hangingPunct="1">
                <a:spcBef>
                  <a:spcPct val="0"/>
                </a:spcBef>
                <a:buClrTx/>
                <a:buFontTx/>
                <a:buNone/>
              </a:pPr>
              <a:t>40</a:t>
            </a:fld>
            <a:endParaRPr lang="en-US" altLang="en-US">
              <a:latin typeface="Arial" panose="020B0604020202020204" pitchFamily="34" charset="0"/>
            </a:endParaRPr>
          </a:p>
        </p:txBody>
      </p:sp>
      <p:sp>
        <p:nvSpPr>
          <p:cNvPr id="17101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101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2153796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86878FF-63E9-45A0-BDB0-43AC85B872DE}" type="slidenum">
              <a:rPr lang="en-US" altLang="en-US"/>
              <a:pPr>
                <a:spcBef>
                  <a:spcPct val="0"/>
                </a:spcBef>
                <a:buClrTx/>
                <a:buFontTx/>
                <a:buNone/>
              </a:pPr>
              <a:t>41</a:t>
            </a:fld>
            <a:endParaRPr lang="en-US" altLang="en-US"/>
          </a:p>
        </p:txBody>
      </p:sp>
      <p:sp>
        <p:nvSpPr>
          <p:cNvPr id="8909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BA94002-9E41-4AE7-A284-543055C27DD4}" type="slidenum">
              <a:rPr lang="en-US" altLang="en-US">
                <a:latin typeface="Arial" panose="020B0604020202020204" pitchFamily="34" charset="0"/>
              </a:rPr>
              <a:pPr algn="r" eaLnBrk="1" hangingPunct="1">
                <a:spcBef>
                  <a:spcPct val="0"/>
                </a:spcBef>
                <a:buClrTx/>
                <a:buFontTx/>
                <a:buNone/>
              </a:pPr>
              <a:t>41</a:t>
            </a:fld>
            <a:endParaRPr lang="en-US" altLang="en-US">
              <a:latin typeface="Arial" panose="020B0604020202020204" pitchFamily="34" charset="0"/>
            </a:endParaRPr>
          </a:p>
        </p:txBody>
      </p:sp>
      <p:sp>
        <p:nvSpPr>
          <p:cNvPr id="17203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203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579660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6BC43FA-A985-4230-9D69-ADCD02A0764F}" type="slidenum">
              <a:rPr lang="en-US" altLang="en-US"/>
              <a:pPr>
                <a:spcBef>
                  <a:spcPct val="0"/>
                </a:spcBef>
                <a:buClrTx/>
                <a:buFontTx/>
                <a:buNone/>
              </a:pPr>
              <a:t>42</a:t>
            </a:fld>
            <a:endParaRPr lang="en-US" altLang="en-US"/>
          </a:p>
        </p:txBody>
      </p:sp>
      <p:sp>
        <p:nvSpPr>
          <p:cNvPr id="9113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760FE15-D86A-4A87-B544-D810763BEFD8}" type="slidenum">
              <a:rPr lang="en-US" altLang="en-US">
                <a:latin typeface="Arial" panose="020B0604020202020204" pitchFamily="34" charset="0"/>
              </a:rPr>
              <a:pPr algn="r" eaLnBrk="1" hangingPunct="1">
                <a:spcBef>
                  <a:spcPct val="0"/>
                </a:spcBef>
                <a:buClrTx/>
                <a:buFontTx/>
                <a:buNone/>
              </a:pPr>
              <a:t>42</a:t>
            </a:fld>
            <a:endParaRPr lang="en-US" altLang="en-US">
              <a:latin typeface="Arial" panose="020B0604020202020204" pitchFamily="34" charset="0"/>
            </a:endParaRPr>
          </a:p>
        </p:txBody>
      </p:sp>
      <p:sp>
        <p:nvSpPr>
          <p:cNvPr id="17305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305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7351584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8259186-C1A9-49B3-B272-210E59B32815}" type="slidenum">
              <a:rPr lang="en-US" altLang="en-US"/>
              <a:pPr>
                <a:spcBef>
                  <a:spcPct val="0"/>
                </a:spcBef>
                <a:buClrTx/>
                <a:buFontTx/>
                <a:buNone/>
              </a:pPr>
              <a:t>43</a:t>
            </a:fld>
            <a:endParaRPr lang="en-US" altLang="en-US"/>
          </a:p>
        </p:txBody>
      </p:sp>
      <p:sp>
        <p:nvSpPr>
          <p:cNvPr id="9318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91665DD-6802-49A3-8736-7FC5DD79450E}" type="slidenum">
              <a:rPr lang="en-US" altLang="en-US">
                <a:latin typeface="Arial" panose="020B0604020202020204" pitchFamily="34" charset="0"/>
              </a:rPr>
              <a:pPr algn="r" eaLnBrk="1" hangingPunct="1">
                <a:spcBef>
                  <a:spcPct val="0"/>
                </a:spcBef>
                <a:buClrTx/>
                <a:buFontTx/>
                <a:buNone/>
              </a:pPr>
              <a:t>43</a:t>
            </a:fld>
            <a:endParaRPr lang="en-US" altLang="en-US">
              <a:latin typeface="Arial" panose="020B0604020202020204" pitchFamily="34" charset="0"/>
            </a:endParaRPr>
          </a:p>
        </p:txBody>
      </p:sp>
      <p:sp>
        <p:nvSpPr>
          <p:cNvPr id="17408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408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2720544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FACA171-88E3-4DF0-80DE-D7AC9AF838DC}" type="slidenum">
              <a:rPr lang="en-US" altLang="en-US"/>
              <a:pPr>
                <a:spcBef>
                  <a:spcPct val="0"/>
                </a:spcBef>
                <a:buClrTx/>
                <a:buFontTx/>
                <a:buNone/>
              </a:pPr>
              <a:t>44</a:t>
            </a:fld>
            <a:endParaRPr lang="en-US" altLang="en-US"/>
          </a:p>
        </p:txBody>
      </p:sp>
      <p:sp>
        <p:nvSpPr>
          <p:cNvPr id="9523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E62824B-E73E-49A2-8C56-CFE4E452277B}" type="slidenum">
              <a:rPr lang="en-US" altLang="en-US">
                <a:latin typeface="Arial" panose="020B0604020202020204" pitchFamily="34" charset="0"/>
              </a:rPr>
              <a:pPr algn="r" eaLnBrk="1" hangingPunct="1">
                <a:spcBef>
                  <a:spcPct val="0"/>
                </a:spcBef>
                <a:buClrTx/>
                <a:buFontTx/>
                <a:buNone/>
              </a:pPr>
              <a:t>44</a:t>
            </a:fld>
            <a:endParaRPr lang="en-US" altLang="en-US">
              <a:latin typeface="Arial" panose="020B0604020202020204" pitchFamily="34" charset="0"/>
            </a:endParaRPr>
          </a:p>
        </p:txBody>
      </p:sp>
      <p:sp>
        <p:nvSpPr>
          <p:cNvPr id="17510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510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81425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64C1A3F-650F-42E3-9BB1-70C16FFA1186}" type="slidenum">
              <a:rPr lang="en-US" altLang="en-US"/>
              <a:pPr>
                <a:spcBef>
                  <a:spcPct val="0"/>
                </a:spcBef>
                <a:buClrTx/>
                <a:buFontTx/>
                <a:buNone/>
              </a:pPr>
              <a:t>45</a:t>
            </a:fld>
            <a:endParaRPr lang="en-US" altLang="en-US"/>
          </a:p>
        </p:txBody>
      </p:sp>
      <p:sp>
        <p:nvSpPr>
          <p:cNvPr id="9728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603C4B2-16FC-444D-8166-BCF5994E1F55}" type="slidenum">
              <a:rPr lang="en-US" altLang="en-US">
                <a:latin typeface="Arial" panose="020B0604020202020204" pitchFamily="34" charset="0"/>
              </a:rPr>
              <a:pPr algn="r" eaLnBrk="1" hangingPunct="1">
                <a:spcBef>
                  <a:spcPct val="0"/>
                </a:spcBef>
                <a:buClrTx/>
                <a:buFontTx/>
                <a:buNone/>
              </a:pPr>
              <a:t>45</a:t>
            </a:fld>
            <a:endParaRPr lang="en-US" altLang="en-US">
              <a:latin typeface="Arial" panose="020B0604020202020204" pitchFamily="34" charset="0"/>
            </a:endParaRPr>
          </a:p>
        </p:txBody>
      </p:sp>
      <p:sp>
        <p:nvSpPr>
          <p:cNvPr id="17613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613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40932344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974EC94-6858-4920-9472-F449B1B0A6DE}" type="slidenum">
              <a:rPr lang="en-US" altLang="en-US"/>
              <a:pPr>
                <a:spcBef>
                  <a:spcPct val="0"/>
                </a:spcBef>
                <a:buClrTx/>
                <a:buFontTx/>
                <a:buNone/>
              </a:pPr>
              <a:t>46</a:t>
            </a:fld>
            <a:endParaRPr lang="en-US" altLang="en-US"/>
          </a:p>
        </p:txBody>
      </p:sp>
      <p:sp>
        <p:nvSpPr>
          <p:cNvPr id="9933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B81D5B0-73DB-40AD-B117-C402CC24DE4D}" type="slidenum">
              <a:rPr lang="en-US" altLang="en-US">
                <a:latin typeface="Arial" panose="020B0604020202020204" pitchFamily="34" charset="0"/>
              </a:rPr>
              <a:pPr algn="r" eaLnBrk="1" hangingPunct="1">
                <a:spcBef>
                  <a:spcPct val="0"/>
                </a:spcBef>
                <a:buClrTx/>
                <a:buFontTx/>
                <a:buNone/>
              </a:pPr>
              <a:t>46</a:t>
            </a:fld>
            <a:endParaRPr lang="en-US" altLang="en-US">
              <a:latin typeface="Arial" panose="020B0604020202020204" pitchFamily="34" charset="0"/>
            </a:endParaRPr>
          </a:p>
        </p:txBody>
      </p:sp>
      <p:sp>
        <p:nvSpPr>
          <p:cNvPr id="17715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715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1650916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00A5B23-9A27-4AFD-9046-DA0CE4A998C7}" type="slidenum">
              <a:rPr lang="en-US" altLang="en-US"/>
              <a:pPr>
                <a:spcBef>
                  <a:spcPct val="0"/>
                </a:spcBef>
                <a:buClrTx/>
                <a:buFontTx/>
                <a:buNone/>
              </a:pPr>
              <a:t>47</a:t>
            </a:fld>
            <a:endParaRPr lang="en-US" altLang="en-US"/>
          </a:p>
        </p:txBody>
      </p:sp>
      <p:sp>
        <p:nvSpPr>
          <p:cNvPr id="10137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1EAA871-1A1F-4FD2-991C-83A3AB30812E}" type="slidenum">
              <a:rPr lang="en-US" altLang="en-US">
                <a:latin typeface="Arial" panose="020B0604020202020204" pitchFamily="34" charset="0"/>
              </a:rPr>
              <a:pPr algn="r" eaLnBrk="1" hangingPunct="1">
                <a:spcBef>
                  <a:spcPct val="0"/>
                </a:spcBef>
                <a:buClrTx/>
                <a:buFontTx/>
                <a:buNone/>
              </a:pPr>
              <a:t>47</a:t>
            </a:fld>
            <a:endParaRPr lang="en-US" altLang="en-US">
              <a:latin typeface="Arial" panose="020B0604020202020204" pitchFamily="34" charset="0"/>
            </a:endParaRPr>
          </a:p>
        </p:txBody>
      </p:sp>
      <p:sp>
        <p:nvSpPr>
          <p:cNvPr id="17817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817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8224493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1CD9307-AD65-486F-9C64-339F5BD058E3}" type="slidenum">
              <a:rPr lang="en-US" altLang="en-US"/>
              <a:pPr>
                <a:spcBef>
                  <a:spcPct val="0"/>
                </a:spcBef>
                <a:buClrTx/>
                <a:buFontTx/>
                <a:buNone/>
              </a:pPr>
              <a:t>48</a:t>
            </a:fld>
            <a:endParaRPr lang="en-US" altLang="en-US"/>
          </a:p>
        </p:txBody>
      </p:sp>
      <p:sp>
        <p:nvSpPr>
          <p:cNvPr id="10342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D0FFADA-047B-4E3A-94DE-0DC46FC1E676}" type="slidenum">
              <a:rPr lang="en-US" altLang="en-US">
                <a:latin typeface="Arial" panose="020B0604020202020204" pitchFamily="34" charset="0"/>
              </a:rPr>
              <a:pPr algn="r" eaLnBrk="1" hangingPunct="1">
                <a:spcBef>
                  <a:spcPct val="0"/>
                </a:spcBef>
                <a:buClrTx/>
                <a:buFontTx/>
                <a:buNone/>
              </a:pPr>
              <a:t>48</a:t>
            </a:fld>
            <a:endParaRPr lang="en-US" altLang="en-US">
              <a:latin typeface="Arial" panose="020B0604020202020204" pitchFamily="34" charset="0"/>
            </a:endParaRPr>
          </a:p>
        </p:txBody>
      </p:sp>
      <p:sp>
        <p:nvSpPr>
          <p:cNvPr id="17920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7920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5926126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988119A0-661D-4E1C-876B-CD845FC785F2}" type="slidenum">
              <a:rPr lang="en-US" altLang="en-US"/>
              <a:pPr>
                <a:spcBef>
                  <a:spcPct val="0"/>
                </a:spcBef>
                <a:buClrTx/>
                <a:buFontTx/>
                <a:buNone/>
              </a:pPr>
              <a:t>49</a:t>
            </a:fld>
            <a:endParaRPr lang="en-US" altLang="en-US"/>
          </a:p>
        </p:txBody>
      </p:sp>
      <p:sp>
        <p:nvSpPr>
          <p:cNvPr id="10547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7CEA042-3B8D-48B9-963E-67141BBF3736}" type="slidenum">
              <a:rPr lang="en-US" altLang="en-US">
                <a:latin typeface="Arial" panose="020B0604020202020204" pitchFamily="34" charset="0"/>
              </a:rPr>
              <a:pPr algn="r" eaLnBrk="1" hangingPunct="1">
                <a:spcBef>
                  <a:spcPct val="0"/>
                </a:spcBef>
                <a:buClrTx/>
                <a:buFontTx/>
                <a:buNone/>
              </a:pPr>
              <a:t>49</a:t>
            </a:fld>
            <a:endParaRPr lang="en-US" altLang="en-US">
              <a:latin typeface="Arial" panose="020B0604020202020204" pitchFamily="34" charset="0"/>
            </a:endParaRPr>
          </a:p>
        </p:txBody>
      </p:sp>
      <p:sp>
        <p:nvSpPr>
          <p:cNvPr id="18022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022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42039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E8059BF-FB4A-402C-9930-95F1BAE814E4}" type="slidenum">
              <a:rPr lang="en-US" altLang="en-US"/>
              <a:pPr>
                <a:spcBef>
                  <a:spcPct val="0"/>
                </a:spcBef>
                <a:buClrTx/>
                <a:buFontTx/>
                <a:buNone/>
              </a:pPr>
              <a:t>50</a:t>
            </a:fld>
            <a:endParaRPr lang="en-US" altLang="en-US"/>
          </a:p>
        </p:txBody>
      </p:sp>
      <p:sp>
        <p:nvSpPr>
          <p:cNvPr id="10752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03D903A-A06F-4DB3-963E-DC5B2E707CCA}" type="slidenum">
              <a:rPr lang="en-US" altLang="en-US">
                <a:latin typeface="Arial" panose="020B0604020202020204" pitchFamily="34" charset="0"/>
              </a:rPr>
              <a:pPr algn="r" eaLnBrk="1" hangingPunct="1">
                <a:spcBef>
                  <a:spcPct val="0"/>
                </a:spcBef>
                <a:buClrTx/>
                <a:buFontTx/>
                <a:buNone/>
              </a:pPr>
              <a:t>50</a:t>
            </a:fld>
            <a:endParaRPr lang="en-US" altLang="en-US">
              <a:latin typeface="Arial" panose="020B0604020202020204" pitchFamily="34" charset="0"/>
            </a:endParaRPr>
          </a:p>
        </p:txBody>
      </p:sp>
      <p:sp>
        <p:nvSpPr>
          <p:cNvPr id="18125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125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0516895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940D4EEC-E2E8-4159-9EA6-5433B9306206}" type="slidenum">
              <a:rPr lang="en-US" altLang="en-US"/>
              <a:pPr>
                <a:spcBef>
                  <a:spcPct val="0"/>
                </a:spcBef>
                <a:buClrTx/>
                <a:buFontTx/>
                <a:buNone/>
              </a:pPr>
              <a:t>51</a:t>
            </a:fld>
            <a:endParaRPr lang="en-US" altLang="en-US"/>
          </a:p>
        </p:txBody>
      </p:sp>
      <p:sp>
        <p:nvSpPr>
          <p:cNvPr id="10957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F44B2C5-8AF6-416A-A1AF-5EBD86BD731F}" type="slidenum">
              <a:rPr lang="en-US" altLang="en-US">
                <a:latin typeface="Arial" panose="020B0604020202020204" pitchFamily="34" charset="0"/>
              </a:rPr>
              <a:pPr algn="r" eaLnBrk="1" hangingPunct="1">
                <a:spcBef>
                  <a:spcPct val="0"/>
                </a:spcBef>
                <a:buClrTx/>
                <a:buFontTx/>
                <a:buNone/>
              </a:pPr>
              <a:t>51</a:t>
            </a:fld>
            <a:endParaRPr lang="en-US" altLang="en-US">
              <a:latin typeface="Arial" panose="020B0604020202020204" pitchFamily="34" charset="0"/>
            </a:endParaRPr>
          </a:p>
        </p:txBody>
      </p:sp>
      <p:sp>
        <p:nvSpPr>
          <p:cNvPr id="18227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227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8818409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BF342BE-B73E-4AAF-A456-BF0DF1BD5CD2}" type="slidenum">
              <a:rPr lang="en-US" altLang="en-US"/>
              <a:pPr>
                <a:spcBef>
                  <a:spcPct val="0"/>
                </a:spcBef>
                <a:buClrTx/>
                <a:buFontTx/>
                <a:buNone/>
              </a:pPr>
              <a:t>52</a:t>
            </a:fld>
            <a:endParaRPr lang="en-US" altLang="en-US"/>
          </a:p>
        </p:txBody>
      </p:sp>
      <p:sp>
        <p:nvSpPr>
          <p:cNvPr id="11161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E3B3380-67E7-40C8-8895-CB132375C85F}" type="slidenum">
              <a:rPr lang="en-US" altLang="en-US">
                <a:latin typeface="Arial" panose="020B0604020202020204" pitchFamily="34" charset="0"/>
              </a:rPr>
              <a:pPr algn="r" eaLnBrk="1" hangingPunct="1">
                <a:spcBef>
                  <a:spcPct val="0"/>
                </a:spcBef>
                <a:buClrTx/>
                <a:buFontTx/>
                <a:buNone/>
              </a:pPr>
              <a:t>52</a:t>
            </a:fld>
            <a:endParaRPr lang="en-US" altLang="en-US">
              <a:latin typeface="Arial" panose="020B0604020202020204" pitchFamily="34" charset="0"/>
            </a:endParaRPr>
          </a:p>
        </p:txBody>
      </p:sp>
      <p:sp>
        <p:nvSpPr>
          <p:cNvPr id="18329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329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0240336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B54F770-4FDA-4631-B819-05ADB8C66275}" type="slidenum">
              <a:rPr lang="en-US" altLang="en-US"/>
              <a:pPr>
                <a:spcBef>
                  <a:spcPct val="0"/>
                </a:spcBef>
                <a:buClrTx/>
                <a:buFontTx/>
                <a:buNone/>
              </a:pPr>
              <a:t>53</a:t>
            </a:fld>
            <a:endParaRPr lang="en-US" altLang="en-US"/>
          </a:p>
        </p:txBody>
      </p:sp>
      <p:sp>
        <p:nvSpPr>
          <p:cNvPr id="11366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68771BCF-E3A5-4DDE-B3A1-FFDE4F971F7C}" type="slidenum">
              <a:rPr lang="en-US" altLang="en-US">
                <a:latin typeface="Arial" panose="020B0604020202020204" pitchFamily="34" charset="0"/>
              </a:rPr>
              <a:pPr algn="r" eaLnBrk="1" hangingPunct="1">
                <a:spcBef>
                  <a:spcPct val="0"/>
                </a:spcBef>
                <a:buClrTx/>
                <a:buFontTx/>
                <a:buNone/>
              </a:pPr>
              <a:t>53</a:t>
            </a:fld>
            <a:endParaRPr lang="en-US" altLang="en-US">
              <a:latin typeface="Arial" panose="020B0604020202020204" pitchFamily="34" charset="0"/>
            </a:endParaRPr>
          </a:p>
        </p:txBody>
      </p:sp>
      <p:sp>
        <p:nvSpPr>
          <p:cNvPr id="18432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432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5896492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65D9ADA-FF2E-4FB5-8BFF-5EE5CCF876F6}" type="slidenum">
              <a:rPr lang="en-US" altLang="en-US"/>
              <a:pPr>
                <a:spcBef>
                  <a:spcPct val="0"/>
                </a:spcBef>
                <a:buClrTx/>
                <a:buFontTx/>
                <a:buNone/>
              </a:pPr>
              <a:t>54</a:t>
            </a:fld>
            <a:endParaRPr lang="en-US" altLang="en-US"/>
          </a:p>
        </p:txBody>
      </p:sp>
      <p:sp>
        <p:nvSpPr>
          <p:cNvPr id="11571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1C9A291-84C2-4C90-8352-47E3C506A316}" type="slidenum">
              <a:rPr lang="en-US" altLang="en-US">
                <a:latin typeface="Arial" panose="020B0604020202020204" pitchFamily="34" charset="0"/>
              </a:rPr>
              <a:pPr algn="r" eaLnBrk="1" hangingPunct="1">
                <a:spcBef>
                  <a:spcPct val="0"/>
                </a:spcBef>
                <a:buClrTx/>
                <a:buFontTx/>
                <a:buNone/>
              </a:pPr>
              <a:t>54</a:t>
            </a:fld>
            <a:endParaRPr lang="en-US" altLang="en-US">
              <a:latin typeface="Arial" panose="020B0604020202020204" pitchFamily="34" charset="0"/>
            </a:endParaRPr>
          </a:p>
        </p:txBody>
      </p:sp>
      <p:sp>
        <p:nvSpPr>
          <p:cNvPr id="18534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534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27633446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48488C0-A705-4B7E-A698-4497783940E4}" type="slidenum">
              <a:rPr lang="en-US" altLang="en-US"/>
              <a:pPr>
                <a:spcBef>
                  <a:spcPct val="0"/>
                </a:spcBef>
                <a:buClrTx/>
                <a:buFontTx/>
                <a:buNone/>
              </a:pPr>
              <a:t>55</a:t>
            </a:fld>
            <a:endParaRPr lang="en-US" altLang="en-US"/>
          </a:p>
        </p:txBody>
      </p:sp>
      <p:sp>
        <p:nvSpPr>
          <p:cNvPr id="11776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F461F75-1527-4901-B2B7-36C4ADB6365D}" type="slidenum">
              <a:rPr lang="en-US" altLang="en-US">
                <a:latin typeface="Arial" panose="020B0604020202020204" pitchFamily="34" charset="0"/>
              </a:rPr>
              <a:pPr algn="r" eaLnBrk="1" hangingPunct="1">
                <a:spcBef>
                  <a:spcPct val="0"/>
                </a:spcBef>
                <a:buClrTx/>
                <a:buFontTx/>
                <a:buNone/>
              </a:pPr>
              <a:t>55</a:t>
            </a:fld>
            <a:endParaRPr lang="en-US" altLang="en-US">
              <a:latin typeface="Arial" panose="020B0604020202020204" pitchFamily="34" charset="0"/>
            </a:endParaRPr>
          </a:p>
        </p:txBody>
      </p:sp>
      <p:sp>
        <p:nvSpPr>
          <p:cNvPr id="18637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637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0786805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1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0B39896-7904-4126-BD3B-817973EC7E53}" type="slidenum">
              <a:rPr lang="en-US" altLang="en-US"/>
              <a:pPr>
                <a:spcBef>
                  <a:spcPct val="0"/>
                </a:spcBef>
                <a:buClrTx/>
                <a:buFontTx/>
                <a:buNone/>
              </a:pPr>
              <a:t>56</a:t>
            </a:fld>
            <a:endParaRPr lang="en-US" altLang="en-US"/>
          </a:p>
        </p:txBody>
      </p:sp>
      <p:sp>
        <p:nvSpPr>
          <p:cNvPr id="11981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C4F5FA3-44B7-41EC-93EF-179654B5F84B}" type="slidenum">
              <a:rPr lang="en-US" altLang="en-US">
                <a:latin typeface="Arial" panose="020B0604020202020204" pitchFamily="34" charset="0"/>
              </a:rPr>
              <a:pPr algn="r" eaLnBrk="1" hangingPunct="1">
                <a:spcBef>
                  <a:spcPct val="0"/>
                </a:spcBef>
                <a:buClrTx/>
                <a:buFontTx/>
                <a:buNone/>
              </a:pPr>
              <a:t>56</a:t>
            </a:fld>
            <a:endParaRPr lang="en-US" altLang="en-US">
              <a:latin typeface="Arial" panose="020B0604020202020204" pitchFamily="34" charset="0"/>
            </a:endParaRPr>
          </a:p>
        </p:txBody>
      </p:sp>
      <p:sp>
        <p:nvSpPr>
          <p:cNvPr id="18739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739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4400454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CEF0EF6-2B2B-41D7-A29F-B89B2B5F85CA}" type="slidenum">
              <a:rPr lang="en-US" altLang="en-US"/>
              <a:pPr>
                <a:spcBef>
                  <a:spcPct val="0"/>
                </a:spcBef>
                <a:buClrTx/>
                <a:buFontTx/>
                <a:buNone/>
              </a:pPr>
              <a:t>57</a:t>
            </a:fld>
            <a:endParaRPr lang="en-US" altLang="en-US"/>
          </a:p>
        </p:txBody>
      </p:sp>
      <p:sp>
        <p:nvSpPr>
          <p:cNvPr id="12185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A346D13-C88F-48B6-B36C-CBAD062DCD60}" type="slidenum">
              <a:rPr lang="en-US" altLang="en-US">
                <a:latin typeface="Arial" panose="020B0604020202020204" pitchFamily="34" charset="0"/>
              </a:rPr>
              <a:pPr algn="r" eaLnBrk="1" hangingPunct="1">
                <a:spcBef>
                  <a:spcPct val="0"/>
                </a:spcBef>
                <a:buClrTx/>
                <a:buFontTx/>
                <a:buNone/>
              </a:pPr>
              <a:t>57</a:t>
            </a:fld>
            <a:endParaRPr lang="en-US" altLang="en-US">
              <a:latin typeface="Arial" panose="020B0604020202020204" pitchFamily="34" charset="0"/>
            </a:endParaRPr>
          </a:p>
        </p:txBody>
      </p:sp>
      <p:sp>
        <p:nvSpPr>
          <p:cNvPr id="18841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841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8452966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CB2C1F9-A7BD-4CAF-98F8-77726A5519D8}" type="slidenum">
              <a:rPr lang="en-US" altLang="en-US"/>
              <a:pPr>
                <a:spcBef>
                  <a:spcPct val="0"/>
                </a:spcBef>
                <a:buClrTx/>
                <a:buFontTx/>
                <a:buNone/>
              </a:pPr>
              <a:t>58</a:t>
            </a:fld>
            <a:endParaRPr lang="en-US" altLang="en-US"/>
          </a:p>
        </p:txBody>
      </p:sp>
      <p:sp>
        <p:nvSpPr>
          <p:cNvPr id="12390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B770C6F-2763-434C-8287-530E6420A886}" type="slidenum">
              <a:rPr lang="en-US" altLang="en-US">
                <a:latin typeface="Arial" panose="020B0604020202020204" pitchFamily="34" charset="0"/>
              </a:rPr>
              <a:pPr algn="r" eaLnBrk="1" hangingPunct="1">
                <a:spcBef>
                  <a:spcPct val="0"/>
                </a:spcBef>
                <a:buClrTx/>
                <a:buFontTx/>
                <a:buNone/>
              </a:pPr>
              <a:t>58</a:t>
            </a:fld>
            <a:endParaRPr lang="en-US" altLang="en-US">
              <a:latin typeface="Arial" panose="020B0604020202020204" pitchFamily="34" charset="0"/>
            </a:endParaRPr>
          </a:p>
        </p:txBody>
      </p:sp>
      <p:sp>
        <p:nvSpPr>
          <p:cNvPr id="18944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8944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963967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95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F982081-9AD4-41ED-AD57-D9EC6B94299A}" type="slidenum">
              <a:rPr lang="en-US" altLang="en-US"/>
              <a:pPr>
                <a:spcBef>
                  <a:spcPct val="0"/>
                </a:spcBef>
                <a:buClrTx/>
                <a:buFontTx/>
                <a:buNone/>
              </a:pPr>
              <a:t>59</a:t>
            </a:fld>
            <a:endParaRPr lang="en-US" altLang="en-US"/>
          </a:p>
        </p:txBody>
      </p:sp>
      <p:sp>
        <p:nvSpPr>
          <p:cNvPr id="12595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B51DBC6-9D69-45C9-9214-283A66555E2D}" type="slidenum">
              <a:rPr lang="en-US" altLang="en-US">
                <a:latin typeface="Arial" panose="020B0604020202020204" pitchFamily="34" charset="0"/>
              </a:rPr>
              <a:pPr algn="r" eaLnBrk="1" hangingPunct="1">
                <a:spcBef>
                  <a:spcPct val="0"/>
                </a:spcBef>
                <a:buClrTx/>
                <a:buFontTx/>
                <a:buNone/>
              </a:pPr>
              <a:t>59</a:t>
            </a:fld>
            <a:endParaRPr lang="en-US" altLang="en-US">
              <a:latin typeface="Arial" panose="020B0604020202020204" pitchFamily="34" charset="0"/>
            </a:endParaRPr>
          </a:p>
        </p:txBody>
      </p:sp>
      <p:sp>
        <p:nvSpPr>
          <p:cNvPr id="19046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046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5253059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CE17FAD-09AB-4C1A-B632-D3B4A1A65317}" type="slidenum">
              <a:rPr lang="en-US" altLang="en-US"/>
              <a:pPr>
                <a:spcBef>
                  <a:spcPct val="0"/>
                </a:spcBef>
                <a:buClrTx/>
                <a:buFontTx/>
                <a:buNone/>
              </a:pPr>
              <a:t>60</a:t>
            </a:fld>
            <a:endParaRPr lang="en-US" altLang="en-US"/>
          </a:p>
        </p:txBody>
      </p:sp>
      <p:sp>
        <p:nvSpPr>
          <p:cNvPr id="12800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73F7393-AC7E-4A5F-ABDF-AFBD3C900973}" type="slidenum">
              <a:rPr lang="en-US" altLang="en-US">
                <a:latin typeface="Arial" panose="020B0604020202020204" pitchFamily="34" charset="0"/>
              </a:rPr>
              <a:pPr algn="r" eaLnBrk="1" hangingPunct="1">
                <a:spcBef>
                  <a:spcPct val="0"/>
                </a:spcBef>
                <a:buClrTx/>
                <a:buFontTx/>
                <a:buNone/>
              </a:pPr>
              <a:t>60</a:t>
            </a:fld>
            <a:endParaRPr lang="en-US" altLang="en-US">
              <a:latin typeface="Arial" panose="020B0604020202020204" pitchFamily="34" charset="0"/>
            </a:endParaRPr>
          </a:p>
        </p:txBody>
      </p:sp>
      <p:sp>
        <p:nvSpPr>
          <p:cNvPr id="19149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149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3499763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5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6C8A9C2-9518-4688-A06E-64D3AFD69BE7}" type="slidenum">
              <a:rPr lang="en-US" altLang="en-US"/>
              <a:pPr>
                <a:spcBef>
                  <a:spcPct val="0"/>
                </a:spcBef>
                <a:buClrTx/>
                <a:buFontTx/>
                <a:buNone/>
              </a:pPr>
              <a:t>61</a:t>
            </a:fld>
            <a:endParaRPr lang="en-US" altLang="en-US"/>
          </a:p>
        </p:txBody>
      </p:sp>
      <p:sp>
        <p:nvSpPr>
          <p:cNvPr id="13005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76DDEC69-F603-494A-82B4-53917D32ABCF}" type="slidenum">
              <a:rPr lang="en-US" altLang="en-US">
                <a:latin typeface="Arial" panose="020B0604020202020204" pitchFamily="34" charset="0"/>
              </a:rPr>
              <a:pPr algn="r" eaLnBrk="1" hangingPunct="1">
                <a:spcBef>
                  <a:spcPct val="0"/>
                </a:spcBef>
                <a:buClrTx/>
                <a:buFontTx/>
                <a:buNone/>
              </a:pPr>
              <a:t>61</a:t>
            </a:fld>
            <a:endParaRPr lang="en-US" altLang="en-US">
              <a:latin typeface="Arial" panose="020B0604020202020204" pitchFamily="34" charset="0"/>
            </a:endParaRPr>
          </a:p>
        </p:txBody>
      </p:sp>
      <p:sp>
        <p:nvSpPr>
          <p:cNvPr id="19251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251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6518162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09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6EF3509-9581-4188-9C4E-8868E0AF0CFE}" type="slidenum">
              <a:rPr lang="en-US" altLang="en-US"/>
              <a:pPr>
                <a:spcBef>
                  <a:spcPct val="0"/>
                </a:spcBef>
                <a:buClrTx/>
                <a:buFontTx/>
                <a:buNone/>
              </a:pPr>
              <a:t>62</a:t>
            </a:fld>
            <a:endParaRPr lang="en-US" altLang="en-US"/>
          </a:p>
        </p:txBody>
      </p:sp>
      <p:sp>
        <p:nvSpPr>
          <p:cNvPr id="13209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9A670AF-BB13-4EF4-87A6-F3B44F2F7794}" type="slidenum">
              <a:rPr lang="en-US" altLang="en-US">
                <a:latin typeface="Arial" panose="020B0604020202020204" pitchFamily="34" charset="0"/>
              </a:rPr>
              <a:pPr algn="r" eaLnBrk="1" hangingPunct="1">
                <a:spcBef>
                  <a:spcPct val="0"/>
                </a:spcBef>
                <a:buClrTx/>
                <a:buFontTx/>
                <a:buNone/>
              </a:pPr>
              <a:t>62</a:t>
            </a:fld>
            <a:endParaRPr lang="en-US" altLang="en-US">
              <a:latin typeface="Arial" panose="020B0604020202020204" pitchFamily="34" charset="0"/>
            </a:endParaRPr>
          </a:p>
        </p:txBody>
      </p:sp>
      <p:sp>
        <p:nvSpPr>
          <p:cNvPr id="19353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353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0926108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95A0B801-1390-4B28-BCFD-0DC4606EC994}" type="slidenum">
              <a:rPr lang="en-US" altLang="en-US"/>
              <a:pPr>
                <a:spcBef>
                  <a:spcPct val="0"/>
                </a:spcBef>
                <a:buClrTx/>
                <a:buFontTx/>
                <a:buNone/>
              </a:pPr>
              <a:t>63</a:t>
            </a:fld>
            <a:endParaRPr lang="en-US" altLang="en-US"/>
          </a:p>
        </p:txBody>
      </p:sp>
      <p:sp>
        <p:nvSpPr>
          <p:cNvPr id="13414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74486C7-AD34-462E-B07C-9AE1EC4A4499}" type="slidenum">
              <a:rPr lang="en-US" altLang="en-US">
                <a:latin typeface="Arial" panose="020B0604020202020204" pitchFamily="34" charset="0"/>
              </a:rPr>
              <a:pPr algn="r" eaLnBrk="1" hangingPunct="1">
                <a:spcBef>
                  <a:spcPct val="0"/>
                </a:spcBef>
                <a:buClrTx/>
                <a:buFontTx/>
                <a:buNone/>
              </a:pPr>
              <a:t>63</a:t>
            </a:fld>
            <a:endParaRPr lang="en-US" altLang="en-US">
              <a:latin typeface="Arial" panose="020B0604020202020204" pitchFamily="34" charset="0"/>
            </a:endParaRPr>
          </a:p>
        </p:txBody>
      </p:sp>
      <p:sp>
        <p:nvSpPr>
          <p:cNvPr id="19456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456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1856518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19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4986EBA-3461-4014-92CD-B0B2C49B8596}" type="slidenum">
              <a:rPr lang="en-US" altLang="en-US"/>
              <a:pPr>
                <a:spcBef>
                  <a:spcPct val="0"/>
                </a:spcBef>
                <a:buClrTx/>
                <a:buFontTx/>
                <a:buNone/>
              </a:pPr>
              <a:t>64</a:t>
            </a:fld>
            <a:endParaRPr lang="en-US" altLang="en-US"/>
          </a:p>
        </p:txBody>
      </p:sp>
      <p:sp>
        <p:nvSpPr>
          <p:cNvPr id="13619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A21CA69-E90C-4480-8854-D547F1FD7826}" type="slidenum">
              <a:rPr lang="en-US" altLang="en-US">
                <a:latin typeface="Arial" panose="020B0604020202020204" pitchFamily="34" charset="0"/>
              </a:rPr>
              <a:pPr algn="r" eaLnBrk="1" hangingPunct="1">
                <a:spcBef>
                  <a:spcPct val="0"/>
                </a:spcBef>
                <a:buClrTx/>
                <a:buFontTx/>
                <a:buNone/>
              </a:pPr>
              <a:t>64</a:t>
            </a:fld>
            <a:endParaRPr lang="en-US" altLang="en-US">
              <a:latin typeface="Arial" panose="020B0604020202020204" pitchFamily="34" charset="0"/>
            </a:endParaRPr>
          </a:p>
        </p:txBody>
      </p:sp>
      <p:sp>
        <p:nvSpPr>
          <p:cNvPr id="19558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558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4566859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3993565-14E0-4E71-B65A-C8DDDE2D7F26}" type="slidenum">
              <a:rPr lang="en-US" altLang="en-US"/>
              <a:pPr>
                <a:spcBef>
                  <a:spcPct val="0"/>
                </a:spcBef>
                <a:buClrTx/>
                <a:buFontTx/>
                <a:buNone/>
              </a:pPr>
              <a:t>65</a:t>
            </a:fld>
            <a:endParaRPr lang="en-US" altLang="en-US"/>
          </a:p>
        </p:txBody>
      </p:sp>
      <p:sp>
        <p:nvSpPr>
          <p:cNvPr id="13824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9D149AE-3694-4808-9CFD-36F3E303E4A8}" type="slidenum">
              <a:rPr lang="en-US" altLang="en-US">
                <a:latin typeface="Arial" panose="020B0604020202020204" pitchFamily="34" charset="0"/>
              </a:rPr>
              <a:pPr algn="r" eaLnBrk="1" hangingPunct="1">
                <a:spcBef>
                  <a:spcPct val="0"/>
                </a:spcBef>
                <a:buClrTx/>
                <a:buFontTx/>
                <a:buNone/>
              </a:pPr>
              <a:t>65</a:t>
            </a:fld>
            <a:endParaRPr lang="en-US" altLang="en-US">
              <a:latin typeface="Arial" panose="020B0604020202020204" pitchFamily="34" charset="0"/>
            </a:endParaRPr>
          </a:p>
        </p:txBody>
      </p:sp>
      <p:sp>
        <p:nvSpPr>
          <p:cNvPr id="19661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661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5674728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C1CBD58-58D5-4764-B28E-4413FBF21A19}" type="slidenum">
              <a:rPr lang="en-US" altLang="en-US"/>
              <a:pPr>
                <a:spcBef>
                  <a:spcPct val="0"/>
                </a:spcBef>
                <a:buClrTx/>
                <a:buFontTx/>
                <a:buNone/>
              </a:pPr>
              <a:t>66</a:t>
            </a:fld>
            <a:endParaRPr lang="en-US" altLang="en-US"/>
          </a:p>
        </p:txBody>
      </p:sp>
      <p:sp>
        <p:nvSpPr>
          <p:cNvPr id="14029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6B9AE1A-B86C-4BCD-ABB0-415F9C830FA9}" type="slidenum">
              <a:rPr lang="en-US" altLang="en-US">
                <a:latin typeface="Arial" panose="020B0604020202020204" pitchFamily="34" charset="0"/>
              </a:rPr>
              <a:pPr algn="r" eaLnBrk="1" hangingPunct="1">
                <a:spcBef>
                  <a:spcPct val="0"/>
                </a:spcBef>
                <a:buClrTx/>
                <a:buFontTx/>
                <a:buNone/>
              </a:pPr>
              <a:t>66</a:t>
            </a:fld>
            <a:endParaRPr lang="en-US" altLang="en-US">
              <a:latin typeface="Arial" panose="020B0604020202020204" pitchFamily="34" charset="0"/>
            </a:endParaRPr>
          </a:p>
        </p:txBody>
      </p:sp>
      <p:sp>
        <p:nvSpPr>
          <p:cNvPr id="19763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763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Font typeface="Times New Roman" charset="0"/>
              <a:buNone/>
              <a:defRPr/>
            </a:pPr>
            <a:endParaRPr lang="en-US" smtClean="0">
              <a:cs typeface="Arial Unicode MS" charset="0"/>
            </a:endParaRPr>
          </a:p>
        </p:txBody>
      </p:sp>
    </p:spTree>
    <p:extLst>
      <p:ext uri="{BB962C8B-B14F-4D97-AF65-F5344CB8AC3E}">
        <p14:creationId xmlns:p14="http://schemas.microsoft.com/office/powerpoint/2010/main" val="6699597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2848F52-CEA5-4EDF-83DA-66968D66C2AD}" type="slidenum">
              <a:rPr lang="en-US" altLang="en-US"/>
              <a:pPr>
                <a:spcBef>
                  <a:spcPct val="0"/>
                </a:spcBef>
                <a:buClrTx/>
                <a:buFontTx/>
                <a:buNone/>
              </a:pPr>
              <a:t>67</a:t>
            </a:fld>
            <a:endParaRPr lang="en-US" altLang="en-US"/>
          </a:p>
        </p:txBody>
      </p:sp>
      <p:sp>
        <p:nvSpPr>
          <p:cNvPr id="14233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F9D9902-C961-400D-820D-66EE01FDA0EA}" type="slidenum">
              <a:rPr lang="en-US" altLang="en-US">
                <a:latin typeface="Arial" panose="020B0604020202020204" pitchFamily="34" charset="0"/>
              </a:rPr>
              <a:pPr algn="r" eaLnBrk="1" hangingPunct="1">
                <a:spcBef>
                  <a:spcPct val="0"/>
                </a:spcBef>
                <a:buClrTx/>
                <a:buFontTx/>
                <a:buNone/>
              </a:pPr>
              <a:t>67</a:t>
            </a:fld>
            <a:endParaRPr lang="en-US" altLang="en-US">
              <a:latin typeface="Arial" panose="020B0604020202020204" pitchFamily="34" charset="0"/>
            </a:endParaRPr>
          </a:p>
        </p:txBody>
      </p:sp>
      <p:sp>
        <p:nvSpPr>
          <p:cNvPr id="19865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865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033445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38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A5FC5CB-FB1D-475E-85BF-68E83E32A00A}" type="slidenum">
              <a:rPr lang="en-US" altLang="en-US"/>
              <a:pPr>
                <a:spcBef>
                  <a:spcPct val="0"/>
                </a:spcBef>
                <a:buClrTx/>
                <a:buFontTx/>
                <a:buNone/>
              </a:pPr>
              <a:t>68</a:t>
            </a:fld>
            <a:endParaRPr lang="en-US" altLang="en-US"/>
          </a:p>
        </p:txBody>
      </p:sp>
      <p:sp>
        <p:nvSpPr>
          <p:cNvPr id="14438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E7C1379-37AB-403D-84AF-407492AF13AC}" type="slidenum">
              <a:rPr lang="en-US" altLang="en-US">
                <a:latin typeface="Arial" panose="020B0604020202020204" pitchFamily="34" charset="0"/>
              </a:rPr>
              <a:pPr algn="r" eaLnBrk="1" hangingPunct="1">
                <a:spcBef>
                  <a:spcPct val="0"/>
                </a:spcBef>
                <a:buClrTx/>
                <a:buFontTx/>
                <a:buNone/>
              </a:pPr>
              <a:t>68</a:t>
            </a:fld>
            <a:endParaRPr lang="en-US" altLang="en-US">
              <a:latin typeface="Arial" panose="020B0604020202020204" pitchFamily="34" charset="0"/>
            </a:endParaRPr>
          </a:p>
        </p:txBody>
      </p:sp>
      <p:sp>
        <p:nvSpPr>
          <p:cNvPr id="19968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9968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42331258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3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A627A39-011A-4A78-B05E-C6C80602B953}" type="slidenum">
              <a:rPr lang="en-US" altLang="en-US"/>
              <a:pPr>
                <a:spcBef>
                  <a:spcPct val="0"/>
                </a:spcBef>
                <a:buClrTx/>
                <a:buFontTx/>
                <a:buNone/>
              </a:pPr>
              <a:t>69</a:t>
            </a:fld>
            <a:endParaRPr lang="en-US" altLang="en-US"/>
          </a:p>
        </p:txBody>
      </p:sp>
      <p:sp>
        <p:nvSpPr>
          <p:cNvPr id="14643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0AFB73C-20BD-4F2E-8D7B-0973FB2B07F8}" type="slidenum">
              <a:rPr lang="en-US" altLang="en-US">
                <a:latin typeface="Arial" panose="020B0604020202020204" pitchFamily="34" charset="0"/>
              </a:rPr>
              <a:pPr algn="r" eaLnBrk="1" hangingPunct="1">
                <a:spcBef>
                  <a:spcPct val="0"/>
                </a:spcBef>
                <a:buClrTx/>
                <a:buFontTx/>
                <a:buNone/>
              </a:pPr>
              <a:t>69</a:t>
            </a:fld>
            <a:endParaRPr lang="en-US" altLang="en-US">
              <a:latin typeface="Arial" panose="020B0604020202020204" pitchFamily="34" charset="0"/>
            </a:endParaRPr>
          </a:p>
        </p:txBody>
      </p:sp>
      <p:sp>
        <p:nvSpPr>
          <p:cNvPr id="20070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070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12291622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5502982-CEC6-40B0-BC42-CA455F326436}" type="slidenum">
              <a:rPr lang="en-US" altLang="en-US"/>
              <a:pPr>
                <a:spcBef>
                  <a:spcPct val="0"/>
                </a:spcBef>
                <a:buClrTx/>
                <a:buFontTx/>
                <a:buNone/>
              </a:pPr>
              <a:t>70</a:t>
            </a:fld>
            <a:endParaRPr lang="en-US" altLang="en-US"/>
          </a:p>
        </p:txBody>
      </p:sp>
      <p:sp>
        <p:nvSpPr>
          <p:cNvPr id="14848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A523A03-F8EF-4173-85A3-A517FBF29B45}" type="slidenum">
              <a:rPr lang="en-US" altLang="en-US">
                <a:latin typeface="Arial" panose="020B0604020202020204" pitchFamily="34" charset="0"/>
              </a:rPr>
              <a:pPr algn="r" eaLnBrk="1" hangingPunct="1">
                <a:spcBef>
                  <a:spcPct val="0"/>
                </a:spcBef>
                <a:buClrTx/>
                <a:buFontTx/>
                <a:buNone/>
              </a:pPr>
              <a:t>70</a:t>
            </a:fld>
            <a:endParaRPr lang="en-US" altLang="en-US">
              <a:latin typeface="Arial" panose="020B0604020202020204" pitchFamily="34" charset="0"/>
            </a:endParaRPr>
          </a:p>
        </p:txBody>
      </p:sp>
      <p:sp>
        <p:nvSpPr>
          <p:cNvPr id="20173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173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012341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9F08F10-8AEB-49C8-B7CB-568A48ACFB56}" type="slidenum">
              <a:rPr lang="en-US" altLang="en-US"/>
              <a:pPr>
                <a:spcBef>
                  <a:spcPct val="0"/>
                </a:spcBef>
                <a:buClrTx/>
                <a:buFontTx/>
                <a:buNone/>
              </a:pPr>
              <a:t>71</a:t>
            </a:fld>
            <a:endParaRPr lang="en-US" altLang="en-US"/>
          </a:p>
        </p:txBody>
      </p:sp>
      <p:sp>
        <p:nvSpPr>
          <p:cNvPr id="15053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20298A2-A2B7-483D-91DE-92827E03AAA6}" type="slidenum">
              <a:rPr lang="en-US" altLang="en-US">
                <a:latin typeface="Arial" panose="020B0604020202020204" pitchFamily="34" charset="0"/>
              </a:rPr>
              <a:pPr algn="r" eaLnBrk="1" hangingPunct="1">
                <a:spcBef>
                  <a:spcPct val="0"/>
                </a:spcBef>
                <a:buClrTx/>
                <a:buFontTx/>
                <a:buNone/>
              </a:pPr>
              <a:t>71</a:t>
            </a:fld>
            <a:endParaRPr lang="en-US" altLang="en-US">
              <a:latin typeface="Arial" panose="020B0604020202020204" pitchFamily="34" charset="0"/>
            </a:endParaRPr>
          </a:p>
        </p:txBody>
      </p:sp>
      <p:sp>
        <p:nvSpPr>
          <p:cNvPr id="20275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275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4367504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941E129-4053-4E52-8E45-74450E9E3C1E}" type="slidenum">
              <a:rPr lang="en-US" altLang="en-US"/>
              <a:pPr>
                <a:spcBef>
                  <a:spcPct val="0"/>
                </a:spcBef>
                <a:buClrTx/>
                <a:buFontTx/>
                <a:buNone/>
              </a:pPr>
              <a:t>72</a:t>
            </a:fld>
            <a:endParaRPr lang="en-US" altLang="en-US"/>
          </a:p>
        </p:txBody>
      </p:sp>
      <p:sp>
        <p:nvSpPr>
          <p:cNvPr id="15257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8930DF7-88C7-4EAC-8F94-39215EDB1FD3}" type="slidenum">
              <a:rPr lang="en-US" altLang="en-US">
                <a:latin typeface="Arial" panose="020B0604020202020204" pitchFamily="34" charset="0"/>
              </a:rPr>
              <a:pPr algn="r" eaLnBrk="1" hangingPunct="1">
                <a:spcBef>
                  <a:spcPct val="0"/>
                </a:spcBef>
                <a:buClrTx/>
                <a:buFontTx/>
                <a:buNone/>
              </a:pPr>
              <a:t>72</a:t>
            </a:fld>
            <a:endParaRPr lang="en-US" altLang="en-US">
              <a:latin typeface="Arial" panose="020B0604020202020204" pitchFamily="34" charset="0"/>
            </a:endParaRPr>
          </a:p>
        </p:txBody>
      </p:sp>
      <p:sp>
        <p:nvSpPr>
          <p:cNvPr id="20377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377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73638850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9B39B1E-9244-4AB9-8139-AFC944CA64D6}" type="slidenum">
              <a:rPr lang="en-US" altLang="en-US"/>
              <a:pPr>
                <a:spcBef>
                  <a:spcPct val="0"/>
                </a:spcBef>
                <a:buClrTx/>
                <a:buFontTx/>
                <a:buNone/>
              </a:pPr>
              <a:t>73</a:t>
            </a:fld>
            <a:endParaRPr lang="en-US" altLang="en-US"/>
          </a:p>
        </p:txBody>
      </p:sp>
      <p:sp>
        <p:nvSpPr>
          <p:cNvPr id="15462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E15AD13-472B-4028-973C-FE659EB61121}" type="slidenum">
              <a:rPr lang="en-US" altLang="en-US">
                <a:latin typeface="Arial" panose="020B0604020202020204" pitchFamily="34" charset="0"/>
              </a:rPr>
              <a:pPr algn="r" eaLnBrk="1" hangingPunct="1">
                <a:spcBef>
                  <a:spcPct val="0"/>
                </a:spcBef>
                <a:buClrTx/>
                <a:buFontTx/>
                <a:buNone/>
              </a:pPr>
              <a:t>73</a:t>
            </a:fld>
            <a:endParaRPr lang="en-US" altLang="en-US">
              <a:latin typeface="Arial" panose="020B0604020202020204" pitchFamily="34" charset="0"/>
            </a:endParaRPr>
          </a:p>
        </p:txBody>
      </p:sp>
      <p:sp>
        <p:nvSpPr>
          <p:cNvPr id="20480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480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2316024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67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7F966C1-6743-4929-A177-BB4E9BE6B331}" type="slidenum">
              <a:rPr lang="en-US" altLang="en-US"/>
              <a:pPr>
                <a:spcBef>
                  <a:spcPct val="0"/>
                </a:spcBef>
                <a:buClrTx/>
                <a:buFontTx/>
                <a:buNone/>
              </a:pPr>
              <a:t>74</a:t>
            </a:fld>
            <a:endParaRPr lang="en-US" altLang="en-US"/>
          </a:p>
        </p:txBody>
      </p:sp>
      <p:sp>
        <p:nvSpPr>
          <p:cNvPr id="15667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0996D96-F960-4FA5-BC0F-2D51B6E034DE}" type="slidenum">
              <a:rPr lang="en-US" altLang="en-US">
                <a:latin typeface="Arial" panose="020B0604020202020204" pitchFamily="34" charset="0"/>
              </a:rPr>
              <a:pPr algn="r" eaLnBrk="1" hangingPunct="1">
                <a:spcBef>
                  <a:spcPct val="0"/>
                </a:spcBef>
                <a:buClrTx/>
                <a:buFontTx/>
                <a:buNone/>
              </a:pPr>
              <a:t>74</a:t>
            </a:fld>
            <a:endParaRPr lang="en-US" altLang="en-US">
              <a:latin typeface="Arial" panose="020B0604020202020204" pitchFamily="34" charset="0"/>
            </a:endParaRPr>
          </a:p>
        </p:txBody>
      </p:sp>
      <p:sp>
        <p:nvSpPr>
          <p:cNvPr id="20582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582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0705372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387DBA7-F06B-4A83-9E50-3CE98D2FB84C}" type="slidenum">
              <a:rPr lang="en-US" altLang="en-US"/>
              <a:pPr>
                <a:spcBef>
                  <a:spcPct val="0"/>
                </a:spcBef>
                <a:buClrTx/>
                <a:buFontTx/>
                <a:buNone/>
              </a:pPr>
              <a:t>75</a:t>
            </a:fld>
            <a:endParaRPr lang="en-US" altLang="en-US"/>
          </a:p>
        </p:txBody>
      </p:sp>
      <p:sp>
        <p:nvSpPr>
          <p:cNvPr id="15872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D33A583-016D-4FD0-9020-07F4DF846007}" type="slidenum">
              <a:rPr lang="en-US" altLang="en-US">
                <a:latin typeface="Arial" panose="020B0604020202020204" pitchFamily="34" charset="0"/>
              </a:rPr>
              <a:pPr algn="r" eaLnBrk="1" hangingPunct="1">
                <a:spcBef>
                  <a:spcPct val="0"/>
                </a:spcBef>
                <a:buClrTx/>
                <a:buFontTx/>
                <a:buNone/>
              </a:pPr>
              <a:t>75</a:t>
            </a:fld>
            <a:endParaRPr lang="en-US" altLang="en-US">
              <a:latin typeface="Arial" panose="020B0604020202020204" pitchFamily="34" charset="0"/>
            </a:endParaRPr>
          </a:p>
        </p:txBody>
      </p:sp>
      <p:sp>
        <p:nvSpPr>
          <p:cNvPr id="20685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685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2133271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77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8FEF9AB-60DF-49FA-B48C-33FD64B6EE2E}" type="slidenum">
              <a:rPr lang="en-US" altLang="en-US"/>
              <a:pPr>
                <a:spcBef>
                  <a:spcPct val="0"/>
                </a:spcBef>
                <a:buClrTx/>
                <a:buFontTx/>
                <a:buNone/>
              </a:pPr>
              <a:t>76</a:t>
            </a:fld>
            <a:endParaRPr lang="en-US" altLang="en-US"/>
          </a:p>
        </p:txBody>
      </p:sp>
      <p:sp>
        <p:nvSpPr>
          <p:cNvPr id="16077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8F6570A-EB69-4DB2-A1BF-01324CA038F6}" type="slidenum">
              <a:rPr lang="en-US" altLang="en-US">
                <a:latin typeface="Arial" panose="020B0604020202020204" pitchFamily="34" charset="0"/>
              </a:rPr>
              <a:pPr algn="r" eaLnBrk="1" hangingPunct="1">
                <a:spcBef>
                  <a:spcPct val="0"/>
                </a:spcBef>
                <a:buClrTx/>
                <a:buFontTx/>
                <a:buNone/>
              </a:pPr>
              <a:t>76</a:t>
            </a:fld>
            <a:endParaRPr lang="en-US" altLang="en-US">
              <a:latin typeface="Arial" panose="020B0604020202020204" pitchFamily="34" charset="0"/>
            </a:endParaRPr>
          </a:p>
        </p:txBody>
      </p:sp>
      <p:sp>
        <p:nvSpPr>
          <p:cNvPr id="20787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787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98510388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81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A0FAD1D-44D3-470C-BAA1-4DB3B5B8DDCD}" type="slidenum">
              <a:rPr lang="en-US" altLang="en-US"/>
              <a:pPr>
                <a:spcBef>
                  <a:spcPct val="0"/>
                </a:spcBef>
                <a:buClrTx/>
                <a:buFontTx/>
                <a:buNone/>
              </a:pPr>
              <a:t>77</a:t>
            </a:fld>
            <a:endParaRPr lang="en-US" altLang="en-US"/>
          </a:p>
        </p:txBody>
      </p:sp>
      <p:sp>
        <p:nvSpPr>
          <p:cNvPr id="16281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22DE649-2BBF-43BB-870D-F0906D24036A}" type="slidenum">
              <a:rPr lang="en-US" altLang="en-US">
                <a:latin typeface="Arial" panose="020B0604020202020204" pitchFamily="34" charset="0"/>
              </a:rPr>
              <a:pPr algn="r" eaLnBrk="1" hangingPunct="1">
                <a:spcBef>
                  <a:spcPct val="0"/>
                </a:spcBef>
                <a:buClrTx/>
                <a:buFontTx/>
                <a:buNone/>
              </a:pPr>
              <a:t>77</a:t>
            </a:fld>
            <a:endParaRPr lang="en-US" altLang="en-US">
              <a:latin typeface="Arial" panose="020B0604020202020204" pitchFamily="34" charset="0"/>
            </a:endParaRPr>
          </a:p>
        </p:txBody>
      </p:sp>
      <p:sp>
        <p:nvSpPr>
          <p:cNvPr id="20889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889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6265049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86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A6F62ED-5FC1-4825-B974-AAC23AF62252}" type="slidenum">
              <a:rPr lang="en-US" altLang="en-US"/>
              <a:pPr>
                <a:spcBef>
                  <a:spcPct val="0"/>
                </a:spcBef>
                <a:buClrTx/>
                <a:buFontTx/>
                <a:buNone/>
              </a:pPr>
              <a:t>78</a:t>
            </a:fld>
            <a:endParaRPr lang="en-US" altLang="en-US"/>
          </a:p>
        </p:txBody>
      </p:sp>
      <p:sp>
        <p:nvSpPr>
          <p:cNvPr id="16486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1B86527-D592-4EAB-AC42-1C113D531211}" type="slidenum">
              <a:rPr lang="en-US" altLang="en-US">
                <a:latin typeface="Arial" panose="020B0604020202020204" pitchFamily="34" charset="0"/>
              </a:rPr>
              <a:pPr algn="r" eaLnBrk="1" hangingPunct="1">
                <a:spcBef>
                  <a:spcPct val="0"/>
                </a:spcBef>
                <a:buClrTx/>
                <a:buFontTx/>
                <a:buNone/>
              </a:pPr>
              <a:t>78</a:t>
            </a:fld>
            <a:endParaRPr lang="en-US" altLang="en-US">
              <a:latin typeface="Arial" panose="020B0604020202020204" pitchFamily="34" charset="0"/>
            </a:endParaRPr>
          </a:p>
        </p:txBody>
      </p:sp>
      <p:sp>
        <p:nvSpPr>
          <p:cNvPr id="20992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0992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95812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C31E2A2-2506-43BD-BEB8-B4739A22A7E6}" type="slidenum">
              <a:rPr lang="en-US" altLang="en-US"/>
              <a:pPr>
                <a:spcBef>
                  <a:spcPct val="0"/>
                </a:spcBef>
                <a:buClrTx/>
                <a:buFontTx/>
                <a:buNone/>
              </a:pPr>
              <a:t>79</a:t>
            </a:fld>
            <a:endParaRPr lang="en-US" altLang="en-US"/>
          </a:p>
        </p:txBody>
      </p:sp>
      <p:sp>
        <p:nvSpPr>
          <p:cNvPr id="210945" name="Text Box 1"/>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0946" name="Text Box 2"/>
          <p:cNvSpPr txBox="1">
            <a:spLocks noGrp="1" noChangeArrowheads="1"/>
          </p:cNvSpPr>
          <p:nvPr>
            <p:ph type="body" idx="1"/>
          </p:nvPr>
        </p:nvSpPr>
        <p:spPr>
          <a:xfrm>
            <a:off x="914400" y="4343400"/>
            <a:ext cx="50292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smtClean="0">
              <a:ea typeface="ＭＳ Ｐゴシック" charset="0"/>
            </a:endParaRPr>
          </a:p>
        </p:txBody>
      </p:sp>
    </p:spTree>
    <p:extLst>
      <p:ext uri="{BB962C8B-B14F-4D97-AF65-F5344CB8AC3E}">
        <p14:creationId xmlns:p14="http://schemas.microsoft.com/office/powerpoint/2010/main" val="29708962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7AA076D-67C0-423F-94B7-009F96315C0D}" type="slidenum">
              <a:rPr lang="en-US" altLang="en-US"/>
              <a:pPr>
                <a:spcBef>
                  <a:spcPct val="0"/>
                </a:spcBef>
                <a:buClrTx/>
                <a:buFontTx/>
                <a:buNone/>
              </a:pPr>
              <a:t>80</a:t>
            </a:fld>
            <a:endParaRPr lang="en-US" altLang="en-US"/>
          </a:p>
        </p:txBody>
      </p:sp>
      <p:sp>
        <p:nvSpPr>
          <p:cNvPr id="16896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0EF5B38-7EB5-46B3-BBD9-454C2012E960}" type="slidenum">
              <a:rPr lang="en-US" altLang="en-US">
                <a:latin typeface="Arial" panose="020B0604020202020204" pitchFamily="34" charset="0"/>
              </a:rPr>
              <a:pPr algn="r" eaLnBrk="1" hangingPunct="1">
                <a:spcBef>
                  <a:spcPct val="0"/>
                </a:spcBef>
                <a:buClrTx/>
                <a:buFontTx/>
                <a:buNone/>
              </a:pPr>
              <a:t>80</a:t>
            </a:fld>
            <a:endParaRPr lang="en-US" altLang="en-US">
              <a:latin typeface="Arial" panose="020B0604020202020204" pitchFamily="34" charset="0"/>
            </a:endParaRPr>
          </a:p>
        </p:txBody>
      </p:sp>
      <p:sp>
        <p:nvSpPr>
          <p:cNvPr id="21197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197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2013288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D45B982-99CD-4B23-A06D-F9A493520E12}" type="slidenum">
              <a:rPr lang="en-US" altLang="en-US"/>
              <a:pPr>
                <a:spcBef>
                  <a:spcPct val="0"/>
                </a:spcBef>
                <a:buClrTx/>
                <a:buFontTx/>
                <a:buNone/>
              </a:pPr>
              <a:t>81</a:t>
            </a:fld>
            <a:endParaRPr lang="en-US" altLang="en-US"/>
          </a:p>
        </p:txBody>
      </p:sp>
      <p:sp>
        <p:nvSpPr>
          <p:cNvPr id="17101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74AA268-F6C7-40C2-98DB-A57245923918}" type="slidenum">
              <a:rPr lang="en-US" altLang="en-US">
                <a:latin typeface="Arial" panose="020B0604020202020204" pitchFamily="34" charset="0"/>
              </a:rPr>
              <a:pPr algn="r" eaLnBrk="1" hangingPunct="1">
                <a:spcBef>
                  <a:spcPct val="0"/>
                </a:spcBef>
                <a:buClrTx/>
                <a:buFontTx/>
                <a:buNone/>
              </a:pPr>
              <a:t>81</a:t>
            </a:fld>
            <a:endParaRPr lang="en-US" altLang="en-US">
              <a:latin typeface="Arial" panose="020B0604020202020204" pitchFamily="34" charset="0"/>
            </a:endParaRPr>
          </a:p>
        </p:txBody>
      </p:sp>
      <p:sp>
        <p:nvSpPr>
          <p:cNvPr id="21299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299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8730953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EF8170A-2401-4126-A65C-050C83B090E9}" type="slidenum">
              <a:rPr lang="en-US" altLang="en-US"/>
              <a:pPr>
                <a:spcBef>
                  <a:spcPct val="0"/>
                </a:spcBef>
                <a:buClrTx/>
                <a:buFontTx/>
                <a:buNone/>
              </a:pPr>
              <a:t>82</a:t>
            </a:fld>
            <a:endParaRPr lang="en-US" altLang="en-US"/>
          </a:p>
        </p:txBody>
      </p:sp>
      <p:sp>
        <p:nvSpPr>
          <p:cNvPr id="17305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58EAA3B-02D5-480E-ABB3-5514B2A7A357}" type="slidenum">
              <a:rPr lang="en-US" altLang="en-US">
                <a:latin typeface="Arial" panose="020B0604020202020204" pitchFamily="34" charset="0"/>
              </a:rPr>
              <a:pPr algn="r" eaLnBrk="1" hangingPunct="1">
                <a:spcBef>
                  <a:spcPct val="0"/>
                </a:spcBef>
                <a:buClrTx/>
                <a:buFontTx/>
                <a:buNone/>
              </a:pPr>
              <a:t>82</a:t>
            </a:fld>
            <a:endParaRPr lang="en-US" altLang="en-US">
              <a:latin typeface="Arial" panose="020B0604020202020204" pitchFamily="34" charset="0"/>
            </a:endParaRPr>
          </a:p>
        </p:txBody>
      </p:sp>
      <p:sp>
        <p:nvSpPr>
          <p:cNvPr id="21401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401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2945809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510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9FFF5A7-397B-42C4-A6C1-9DE6FB71571A}" type="slidenum">
              <a:rPr lang="en-US" altLang="en-US"/>
              <a:pPr>
                <a:spcBef>
                  <a:spcPct val="0"/>
                </a:spcBef>
                <a:buClrTx/>
                <a:buFontTx/>
                <a:buNone/>
              </a:pPr>
              <a:t>83</a:t>
            </a:fld>
            <a:endParaRPr lang="en-US" altLang="en-US"/>
          </a:p>
        </p:txBody>
      </p:sp>
      <p:sp>
        <p:nvSpPr>
          <p:cNvPr id="17510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6C8A01D9-441A-41B2-A928-10133A90C3E5}" type="slidenum">
              <a:rPr lang="en-US" altLang="en-US">
                <a:latin typeface="Arial" panose="020B0604020202020204" pitchFamily="34" charset="0"/>
              </a:rPr>
              <a:pPr algn="r" eaLnBrk="1" hangingPunct="1">
                <a:spcBef>
                  <a:spcPct val="0"/>
                </a:spcBef>
                <a:buClrTx/>
                <a:buFontTx/>
                <a:buNone/>
              </a:pPr>
              <a:t>83</a:t>
            </a:fld>
            <a:endParaRPr lang="en-US" altLang="en-US">
              <a:latin typeface="Arial" panose="020B0604020202020204" pitchFamily="34" charset="0"/>
            </a:endParaRPr>
          </a:p>
        </p:txBody>
      </p:sp>
      <p:sp>
        <p:nvSpPr>
          <p:cNvPr id="21504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504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83096180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15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49795D3-2C1B-464C-BE5A-09BE0C856798}" type="slidenum">
              <a:rPr lang="en-US" altLang="en-US"/>
              <a:pPr>
                <a:spcBef>
                  <a:spcPct val="0"/>
                </a:spcBef>
                <a:buClrTx/>
                <a:buFontTx/>
                <a:buNone/>
              </a:pPr>
              <a:t>84</a:t>
            </a:fld>
            <a:endParaRPr lang="en-US" altLang="en-US"/>
          </a:p>
        </p:txBody>
      </p:sp>
      <p:sp>
        <p:nvSpPr>
          <p:cNvPr id="216065" name="Text Box 1"/>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6066" name="Text Box 2"/>
          <p:cNvSpPr txBox="1">
            <a:spLocks noGrp="1" noChangeArrowheads="1"/>
          </p:cNvSpPr>
          <p:nvPr>
            <p:ph type="body" idx="1"/>
          </p:nvPr>
        </p:nvSpPr>
        <p:spPr>
          <a:xfrm>
            <a:off x="914400" y="4343400"/>
            <a:ext cx="50292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smtClean="0">
              <a:ea typeface="ＭＳ Ｐゴシック" charset="0"/>
            </a:endParaRPr>
          </a:p>
        </p:txBody>
      </p:sp>
    </p:spTree>
    <p:extLst>
      <p:ext uri="{BB962C8B-B14F-4D97-AF65-F5344CB8AC3E}">
        <p14:creationId xmlns:p14="http://schemas.microsoft.com/office/powerpoint/2010/main" val="12631160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920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5F6EEE3-E1CB-41CB-B418-A47586C0C6E5}" type="slidenum">
              <a:rPr lang="en-US" altLang="en-US"/>
              <a:pPr>
                <a:spcBef>
                  <a:spcPct val="0"/>
                </a:spcBef>
                <a:buClrTx/>
                <a:buFontTx/>
                <a:buNone/>
              </a:pPr>
              <a:t>85</a:t>
            </a:fld>
            <a:endParaRPr lang="en-US" altLang="en-US"/>
          </a:p>
        </p:txBody>
      </p:sp>
      <p:sp>
        <p:nvSpPr>
          <p:cNvPr id="17920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F581910-0A27-4558-A158-581EC3BE7759}" type="slidenum">
              <a:rPr lang="en-US" altLang="en-US">
                <a:latin typeface="Arial" panose="020B0604020202020204" pitchFamily="34" charset="0"/>
              </a:rPr>
              <a:pPr algn="r" eaLnBrk="1" hangingPunct="1">
                <a:spcBef>
                  <a:spcPct val="0"/>
                </a:spcBef>
                <a:buClrTx/>
                <a:buFontTx/>
                <a:buNone/>
              </a:pPr>
              <a:t>85</a:t>
            </a:fld>
            <a:endParaRPr lang="en-US" altLang="en-US">
              <a:latin typeface="Arial" panose="020B0604020202020204" pitchFamily="34" charset="0"/>
            </a:endParaRPr>
          </a:p>
        </p:txBody>
      </p:sp>
      <p:sp>
        <p:nvSpPr>
          <p:cNvPr id="21709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709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3145142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25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03CD0AD-31E9-4837-8719-01C2A2A62012}" type="slidenum">
              <a:rPr lang="en-US" altLang="en-US"/>
              <a:pPr>
                <a:spcBef>
                  <a:spcPct val="0"/>
                </a:spcBef>
                <a:buClrTx/>
                <a:buFontTx/>
                <a:buNone/>
              </a:pPr>
              <a:t>86</a:t>
            </a:fld>
            <a:endParaRPr lang="en-US" altLang="en-US"/>
          </a:p>
        </p:txBody>
      </p:sp>
      <p:sp>
        <p:nvSpPr>
          <p:cNvPr id="18125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7DE2D7C-5272-449E-A598-02CFCC5EE44D}" type="slidenum">
              <a:rPr lang="en-US" altLang="en-US">
                <a:latin typeface="Arial" panose="020B0604020202020204" pitchFamily="34" charset="0"/>
              </a:rPr>
              <a:pPr algn="r" eaLnBrk="1" hangingPunct="1">
                <a:spcBef>
                  <a:spcPct val="0"/>
                </a:spcBef>
                <a:buClrTx/>
                <a:buFontTx/>
                <a:buNone/>
              </a:pPr>
              <a:t>86</a:t>
            </a:fld>
            <a:endParaRPr lang="en-US" altLang="en-US">
              <a:latin typeface="Arial" panose="020B0604020202020204" pitchFamily="34" charset="0"/>
            </a:endParaRPr>
          </a:p>
        </p:txBody>
      </p:sp>
      <p:sp>
        <p:nvSpPr>
          <p:cNvPr id="21811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811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6603507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29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623E4F3-AA8E-46C9-B074-A18302EB2DA9}" type="slidenum">
              <a:rPr lang="en-US" altLang="en-US"/>
              <a:pPr>
                <a:spcBef>
                  <a:spcPct val="0"/>
                </a:spcBef>
                <a:buClrTx/>
                <a:buFontTx/>
                <a:buNone/>
              </a:pPr>
              <a:t>87</a:t>
            </a:fld>
            <a:endParaRPr lang="en-US" altLang="en-US"/>
          </a:p>
        </p:txBody>
      </p:sp>
      <p:sp>
        <p:nvSpPr>
          <p:cNvPr id="18329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B8BC59B-173C-4A45-94B8-BAF5808AE88B}" type="slidenum">
              <a:rPr lang="en-US" altLang="en-US">
                <a:latin typeface="Arial" panose="020B0604020202020204" pitchFamily="34" charset="0"/>
              </a:rPr>
              <a:pPr algn="r" eaLnBrk="1" hangingPunct="1">
                <a:spcBef>
                  <a:spcPct val="0"/>
                </a:spcBef>
                <a:buClrTx/>
                <a:buFontTx/>
                <a:buNone/>
              </a:pPr>
              <a:t>87</a:t>
            </a:fld>
            <a:endParaRPr lang="en-US" altLang="en-US">
              <a:latin typeface="Arial" panose="020B0604020202020204" pitchFamily="34" charset="0"/>
            </a:endParaRPr>
          </a:p>
        </p:txBody>
      </p:sp>
      <p:sp>
        <p:nvSpPr>
          <p:cNvPr id="21913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1913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48386578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34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FA9B87A-C35C-4F28-BA6B-8CA651DE2F8A}" type="slidenum">
              <a:rPr lang="en-US" altLang="en-US"/>
              <a:pPr>
                <a:spcBef>
                  <a:spcPct val="0"/>
                </a:spcBef>
                <a:buClrTx/>
                <a:buFontTx/>
                <a:buNone/>
              </a:pPr>
              <a:t>88</a:t>
            </a:fld>
            <a:endParaRPr lang="en-US" altLang="en-US"/>
          </a:p>
        </p:txBody>
      </p:sp>
      <p:sp>
        <p:nvSpPr>
          <p:cNvPr id="18534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8E0D84A-1367-4660-9A39-D16BEF5CDAF6}" type="slidenum">
              <a:rPr lang="en-US" altLang="en-US">
                <a:latin typeface="Arial" panose="020B0604020202020204" pitchFamily="34" charset="0"/>
              </a:rPr>
              <a:pPr algn="r" eaLnBrk="1" hangingPunct="1">
                <a:spcBef>
                  <a:spcPct val="0"/>
                </a:spcBef>
                <a:buClrTx/>
                <a:buFontTx/>
                <a:buNone/>
              </a:pPr>
              <a:t>88</a:t>
            </a:fld>
            <a:endParaRPr lang="en-US" altLang="en-US">
              <a:latin typeface="Arial" panose="020B0604020202020204" pitchFamily="34" charset="0"/>
            </a:endParaRPr>
          </a:p>
        </p:txBody>
      </p:sp>
      <p:sp>
        <p:nvSpPr>
          <p:cNvPr id="22016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016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6724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39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14E2134-02FE-4207-B97E-807AFE60D202}" type="slidenum">
              <a:rPr lang="en-US" altLang="en-US"/>
              <a:pPr>
                <a:spcBef>
                  <a:spcPct val="0"/>
                </a:spcBef>
                <a:buClrTx/>
                <a:buFontTx/>
                <a:buNone/>
              </a:pPr>
              <a:t>89</a:t>
            </a:fld>
            <a:endParaRPr lang="en-US" altLang="en-US"/>
          </a:p>
        </p:txBody>
      </p:sp>
      <p:sp>
        <p:nvSpPr>
          <p:cNvPr id="18739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FCEDBDD-3D01-41B7-9A06-0A4680DBEB88}" type="slidenum">
              <a:rPr lang="en-US" altLang="en-US">
                <a:latin typeface="Arial" panose="020B0604020202020204" pitchFamily="34" charset="0"/>
              </a:rPr>
              <a:pPr algn="r" eaLnBrk="1" hangingPunct="1">
                <a:spcBef>
                  <a:spcPct val="0"/>
                </a:spcBef>
                <a:buClrTx/>
                <a:buFontTx/>
                <a:buNone/>
              </a:pPr>
              <a:t>89</a:t>
            </a:fld>
            <a:endParaRPr lang="en-US" altLang="en-US">
              <a:latin typeface="Arial" panose="020B0604020202020204" pitchFamily="34" charset="0"/>
            </a:endParaRPr>
          </a:p>
        </p:txBody>
      </p:sp>
      <p:sp>
        <p:nvSpPr>
          <p:cNvPr id="22118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118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91559753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44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27F410E-BD69-4336-8C78-6DF0FE8AA9E4}" type="slidenum">
              <a:rPr lang="en-US" altLang="en-US"/>
              <a:pPr>
                <a:spcBef>
                  <a:spcPct val="0"/>
                </a:spcBef>
                <a:buClrTx/>
                <a:buFontTx/>
                <a:buNone/>
              </a:pPr>
              <a:t>90</a:t>
            </a:fld>
            <a:endParaRPr lang="en-US" altLang="en-US"/>
          </a:p>
        </p:txBody>
      </p:sp>
      <p:sp>
        <p:nvSpPr>
          <p:cNvPr id="18944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37B58CC-BB5C-46A9-A26E-5E59103A10DF}" type="slidenum">
              <a:rPr lang="en-US" altLang="en-US">
                <a:latin typeface="Arial" panose="020B0604020202020204" pitchFamily="34" charset="0"/>
              </a:rPr>
              <a:pPr algn="r" eaLnBrk="1" hangingPunct="1">
                <a:spcBef>
                  <a:spcPct val="0"/>
                </a:spcBef>
                <a:buClrTx/>
                <a:buFontTx/>
                <a:buNone/>
              </a:pPr>
              <a:t>90</a:t>
            </a:fld>
            <a:endParaRPr lang="en-US" altLang="en-US">
              <a:latin typeface="Arial" panose="020B0604020202020204" pitchFamily="34" charset="0"/>
            </a:endParaRPr>
          </a:p>
        </p:txBody>
      </p:sp>
      <p:sp>
        <p:nvSpPr>
          <p:cNvPr id="22221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221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97054993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49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BC39870-BB2A-435D-9C29-ECCEC34CDAD5}" type="slidenum">
              <a:rPr lang="en-US" altLang="en-US"/>
              <a:pPr>
                <a:spcBef>
                  <a:spcPct val="0"/>
                </a:spcBef>
                <a:buClrTx/>
                <a:buFontTx/>
                <a:buNone/>
              </a:pPr>
              <a:t>91</a:t>
            </a:fld>
            <a:endParaRPr lang="en-US" altLang="en-US"/>
          </a:p>
        </p:txBody>
      </p:sp>
      <p:sp>
        <p:nvSpPr>
          <p:cNvPr id="19149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43C5357-D55F-4B54-BF55-C711EAF1016C}" type="slidenum">
              <a:rPr lang="en-US" altLang="en-US">
                <a:latin typeface="Arial" panose="020B0604020202020204" pitchFamily="34" charset="0"/>
              </a:rPr>
              <a:pPr algn="r" eaLnBrk="1" hangingPunct="1">
                <a:spcBef>
                  <a:spcPct val="0"/>
                </a:spcBef>
                <a:buClrTx/>
                <a:buFontTx/>
                <a:buNone/>
              </a:pPr>
              <a:t>91</a:t>
            </a:fld>
            <a:endParaRPr lang="en-US" altLang="en-US">
              <a:latin typeface="Arial" panose="020B0604020202020204" pitchFamily="34" charset="0"/>
            </a:endParaRPr>
          </a:p>
        </p:txBody>
      </p:sp>
      <p:sp>
        <p:nvSpPr>
          <p:cNvPr id="22323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323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50154932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53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F84770A-A79C-4350-A892-4CE564DA38A3}" type="slidenum">
              <a:rPr lang="en-US" altLang="en-US"/>
              <a:pPr>
                <a:spcBef>
                  <a:spcPct val="0"/>
                </a:spcBef>
                <a:buClrTx/>
                <a:buFontTx/>
                <a:buNone/>
              </a:pPr>
              <a:t>92</a:t>
            </a:fld>
            <a:endParaRPr lang="en-US" altLang="en-US"/>
          </a:p>
        </p:txBody>
      </p:sp>
      <p:sp>
        <p:nvSpPr>
          <p:cNvPr id="19353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730D9F21-48AD-4826-876F-0396FCAFB5F9}" type="slidenum">
              <a:rPr lang="en-US" altLang="en-US">
                <a:latin typeface="Arial" panose="020B0604020202020204" pitchFamily="34" charset="0"/>
              </a:rPr>
              <a:pPr algn="r" eaLnBrk="1" hangingPunct="1">
                <a:spcBef>
                  <a:spcPct val="0"/>
                </a:spcBef>
                <a:buClrTx/>
                <a:buFontTx/>
                <a:buNone/>
              </a:pPr>
              <a:t>92</a:t>
            </a:fld>
            <a:endParaRPr lang="en-US" altLang="en-US">
              <a:latin typeface="Arial" panose="020B0604020202020204" pitchFamily="34" charset="0"/>
            </a:endParaRPr>
          </a:p>
        </p:txBody>
      </p:sp>
      <p:sp>
        <p:nvSpPr>
          <p:cNvPr id="22425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425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2967598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58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5C32592-3A8F-461C-AAA9-B3F67FF4AB16}" type="slidenum">
              <a:rPr lang="en-US" altLang="en-US"/>
              <a:pPr>
                <a:spcBef>
                  <a:spcPct val="0"/>
                </a:spcBef>
                <a:buClrTx/>
                <a:buFontTx/>
                <a:buNone/>
              </a:pPr>
              <a:t>93</a:t>
            </a:fld>
            <a:endParaRPr lang="en-US" altLang="en-US"/>
          </a:p>
        </p:txBody>
      </p:sp>
      <p:sp>
        <p:nvSpPr>
          <p:cNvPr id="19558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1EA7A6C-624F-4F48-A1FB-22083A37B931}" type="slidenum">
              <a:rPr lang="en-US" altLang="en-US">
                <a:latin typeface="Arial" panose="020B0604020202020204" pitchFamily="34" charset="0"/>
              </a:rPr>
              <a:pPr algn="r" eaLnBrk="1" hangingPunct="1">
                <a:spcBef>
                  <a:spcPct val="0"/>
                </a:spcBef>
                <a:buClrTx/>
                <a:buFontTx/>
                <a:buNone/>
              </a:pPr>
              <a:t>93</a:t>
            </a:fld>
            <a:endParaRPr lang="en-US" altLang="en-US">
              <a:latin typeface="Arial" panose="020B0604020202020204" pitchFamily="34" charset="0"/>
            </a:endParaRPr>
          </a:p>
        </p:txBody>
      </p:sp>
      <p:sp>
        <p:nvSpPr>
          <p:cNvPr id="22528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528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83831123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C2AFDC8-E139-4D7C-9538-D6CDCD9FA45D}" type="slidenum">
              <a:rPr lang="en-US" altLang="en-US"/>
              <a:pPr>
                <a:spcBef>
                  <a:spcPct val="0"/>
                </a:spcBef>
                <a:buClrTx/>
                <a:buFontTx/>
                <a:buNone/>
              </a:pPr>
              <a:t>94</a:t>
            </a:fld>
            <a:endParaRPr lang="en-US" altLang="en-US"/>
          </a:p>
        </p:txBody>
      </p:sp>
      <p:sp>
        <p:nvSpPr>
          <p:cNvPr id="19763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509C1C1-4952-40F9-894C-7C9F12A86351}" type="slidenum">
              <a:rPr lang="en-US" altLang="en-US">
                <a:latin typeface="Arial" panose="020B0604020202020204" pitchFamily="34" charset="0"/>
              </a:rPr>
              <a:pPr algn="r" eaLnBrk="1" hangingPunct="1">
                <a:spcBef>
                  <a:spcPct val="0"/>
                </a:spcBef>
                <a:buClrTx/>
                <a:buFontTx/>
                <a:buNone/>
              </a:pPr>
              <a:t>94</a:t>
            </a:fld>
            <a:endParaRPr lang="en-US" altLang="en-US">
              <a:latin typeface="Arial" panose="020B0604020202020204" pitchFamily="34" charset="0"/>
            </a:endParaRPr>
          </a:p>
        </p:txBody>
      </p:sp>
      <p:sp>
        <p:nvSpPr>
          <p:cNvPr id="22630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630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82293619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68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81A8803-D2A8-4B14-ACDD-334D374A8067}" type="slidenum">
              <a:rPr lang="en-US" altLang="en-US"/>
              <a:pPr>
                <a:spcBef>
                  <a:spcPct val="0"/>
                </a:spcBef>
                <a:buClrTx/>
                <a:buFontTx/>
                <a:buNone/>
              </a:pPr>
              <a:t>95</a:t>
            </a:fld>
            <a:endParaRPr lang="en-US" altLang="en-US"/>
          </a:p>
        </p:txBody>
      </p:sp>
      <p:sp>
        <p:nvSpPr>
          <p:cNvPr id="19968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B92004B-30AF-4F15-967B-323199AED1EA}" type="slidenum">
              <a:rPr lang="en-US" altLang="en-US">
                <a:latin typeface="Arial" panose="020B0604020202020204" pitchFamily="34" charset="0"/>
              </a:rPr>
              <a:pPr algn="r" eaLnBrk="1" hangingPunct="1">
                <a:spcBef>
                  <a:spcPct val="0"/>
                </a:spcBef>
                <a:buClrTx/>
                <a:buFontTx/>
                <a:buNone/>
              </a:pPr>
              <a:t>95</a:t>
            </a:fld>
            <a:endParaRPr lang="en-US" altLang="en-US">
              <a:latin typeface="Arial" panose="020B0604020202020204" pitchFamily="34" charset="0"/>
            </a:endParaRPr>
          </a:p>
        </p:txBody>
      </p:sp>
      <p:sp>
        <p:nvSpPr>
          <p:cNvPr id="22733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733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42719252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73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D45095C-9E38-4F71-8A02-0CB952FEF122}" type="slidenum">
              <a:rPr lang="en-US" altLang="en-US"/>
              <a:pPr>
                <a:spcBef>
                  <a:spcPct val="0"/>
                </a:spcBef>
                <a:buClrTx/>
                <a:buFontTx/>
                <a:buNone/>
              </a:pPr>
              <a:t>96</a:t>
            </a:fld>
            <a:endParaRPr lang="en-US" altLang="en-US"/>
          </a:p>
        </p:txBody>
      </p:sp>
      <p:sp>
        <p:nvSpPr>
          <p:cNvPr id="20173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D8783D8-37AE-4036-AC12-B7BDAB49E6F4}" type="slidenum">
              <a:rPr lang="en-US" altLang="en-US">
                <a:latin typeface="Arial" panose="020B0604020202020204" pitchFamily="34" charset="0"/>
              </a:rPr>
              <a:pPr algn="r" eaLnBrk="1" hangingPunct="1">
                <a:spcBef>
                  <a:spcPct val="0"/>
                </a:spcBef>
                <a:buClrTx/>
                <a:buFontTx/>
                <a:buNone/>
              </a:pPr>
              <a:t>96</a:t>
            </a:fld>
            <a:endParaRPr lang="en-US" altLang="en-US">
              <a:latin typeface="Arial" panose="020B0604020202020204" pitchFamily="34" charset="0"/>
            </a:endParaRPr>
          </a:p>
        </p:txBody>
      </p:sp>
      <p:sp>
        <p:nvSpPr>
          <p:cNvPr id="22835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835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1335712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77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D70F302-FD29-4D35-BCDC-2E3B1E463C6A}" type="slidenum">
              <a:rPr lang="en-US" altLang="en-US"/>
              <a:pPr>
                <a:spcBef>
                  <a:spcPct val="0"/>
                </a:spcBef>
                <a:buClrTx/>
                <a:buFontTx/>
                <a:buNone/>
              </a:pPr>
              <a:t>97</a:t>
            </a:fld>
            <a:endParaRPr lang="en-US" altLang="en-US"/>
          </a:p>
        </p:txBody>
      </p:sp>
      <p:sp>
        <p:nvSpPr>
          <p:cNvPr id="20377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850DB72-4FA9-4CE3-B6CE-8BF3D47173F0}" type="slidenum">
              <a:rPr lang="en-US" altLang="en-US">
                <a:latin typeface="Arial" panose="020B0604020202020204" pitchFamily="34" charset="0"/>
              </a:rPr>
              <a:pPr algn="r" eaLnBrk="1" hangingPunct="1">
                <a:spcBef>
                  <a:spcPct val="0"/>
                </a:spcBef>
                <a:buClrTx/>
                <a:buFontTx/>
                <a:buNone/>
              </a:pPr>
              <a:t>97</a:t>
            </a:fld>
            <a:endParaRPr lang="en-US" altLang="en-US">
              <a:latin typeface="Arial" panose="020B0604020202020204" pitchFamily="34" charset="0"/>
            </a:endParaRPr>
          </a:p>
        </p:txBody>
      </p:sp>
      <p:sp>
        <p:nvSpPr>
          <p:cNvPr id="22937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2937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37989629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82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B0573240-1082-4723-B985-C9842C42E911}" type="slidenum">
              <a:rPr lang="en-US" altLang="en-US"/>
              <a:pPr>
                <a:spcBef>
                  <a:spcPct val="0"/>
                </a:spcBef>
                <a:buClrTx/>
                <a:buFontTx/>
                <a:buNone/>
              </a:pPr>
              <a:t>98</a:t>
            </a:fld>
            <a:endParaRPr lang="en-US" altLang="en-US"/>
          </a:p>
        </p:txBody>
      </p:sp>
      <p:sp>
        <p:nvSpPr>
          <p:cNvPr id="20582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32B810C-F325-427C-882B-D3029989F1FE}" type="slidenum">
              <a:rPr lang="en-US" altLang="en-US">
                <a:latin typeface="Arial" panose="020B0604020202020204" pitchFamily="34" charset="0"/>
              </a:rPr>
              <a:pPr algn="r" eaLnBrk="1" hangingPunct="1">
                <a:spcBef>
                  <a:spcPct val="0"/>
                </a:spcBef>
                <a:buClrTx/>
                <a:buFontTx/>
                <a:buNone/>
              </a:pPr>
              <a:t>98</a:t>
            </a:fld>
            <a:endParaRPr lang="en-US" altLang="en-US">
              <a:latin typeface="Arial" panose="020B0604020202020204" pitchFamily="34" charset="0"/>
            </a:endParaRPr>
          </a:p>
        </p:txBody>
      </p:sp>
      <p:sp>
        <p:nvSpPr>
          <p:cNvPr id="23040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040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8707761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87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789D4CD-1DA2-4E0F-94DB-D041F0B6BF0C}" type="slidenum">
              <a:rPr lang="en-US" altLang="en-US"/>
              <a:pPr>
                <a:spcBef>
                  <a:spcPct val="0"/>
                </a:spcBef>
                <a:buClrTx/>
                <a:buFontTx/>
                <a:buNone/>
              </a:pPr>
              <a:t>99</a:t>
            </a:fld>
            <a:endParaRPr lang="en-US" altLang="en-US"/>
          </a:p>
        </p:txBody>
      </p:sp>
      <p:sp>
        <p:nvSpPr>
          <p:cNvPr id="20787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21061B5-9DA2-4359-9984-D0F2E235A7FD}" type="slidenum">
              <a:rPr lang="en-US" altLang="en-US">
                <a:latin typeface="Arial" panose="020B0604020202020204" pitchFamily="34" charset="0"/>
              </a:rPr>
              <a:pPr algn="r" eaLnBrk="1" hangingPunct="1">
                <a:spcBef>
                  <a:spcPct val="0"/>
                </a:spcBef>
                <a:buClrTx/>
                <a:buFontTx/>
                <a:buNone/>
              </a:pPr>
              <a:t>99</a:t>
            </a:fld>
            <a:endParaRPr lang="en-US" altLang="en-US">
              <a:latin typeface="Arial" panose="020B0604020202020204" pitchFamily="34" charset="0"/>
            </a:endParaRPr>
          </a:p>
        </p:txBody>
      </p:sp>
      <p:sp>
        <p:nvSpPr>
          <p:cNvPr id="23142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142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50965366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92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8ECE241-247F-4694-BCE4-F490A09A0B97}" type="slidenum">
              <a:rPr lang="en-US" altLang="en-US"/>
              <a:pPr>
                <a:spcBef>
                  <a:spcPct val="0"/>
                </a:spcBef>
                <a:buClrTx/>
                <a:buFontTx/>
                <a:buNone/>
              </a:pPr>
              <a:t>100</a:t>
            </a:fld>
            <a:endParaRPr lang="en-US" altLang="en-US"/>
          </a:p>
        </p:txBody>
      </p:sp>
      <p:sp>
        <p:nvSpPr>
          <p:cNvPr id="20992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2C271BB-CEC1-4502-A3E0-3428471BA0BA}" type="slidenum">
              <a:rPr lang="en-US" altLang="en-US">
                <a:latin typeface="Arial" panose="020B0604020202020204" pitchFamily="34" charset="0"/>
              </a:rPr>
              <a:pPr algn="r" eaLnBrk="1" hangingPunct="1">
                <a:spcBef>
                  <a:spcPct val="0"/>
                </a:spcBef>
                <a:buClrTx/>
                <a:buFontTx/>
                <a:buNone/>
              </a:pPr>
              <a:t>100</a:t>
            </a:fld>
            <a:endParaRPr lang="en-US" altLang="en-US">
              <a:latin typeface="Arial" panose="020B0604020202020204" pitchFamily="34" charset="0"/>
            </a:endParaRPr>
          </a:p>
        </p:txBody>
      </p:sp>
      <p:sp>
        <p:nvSpPr>
          <p:cNvPr id="23245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245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38277672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197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AD7A469-684B-4C0D-A4FD-DB7DCC020EDE}" type="slidenum">
              <a:rPr lang="en-US" altLang="en-US"/>
              <a:pPr>
                <a:spcBef>
                  <a:spcPct val="0"/>
                </a:spcBef>
                <a:buClrTx/>
                <a:buFontTx/>
                <a:buNone/>
              </a:pPr>
              <a:t>101</a:t>
            </a:fld>
            <a:endParaRPr lang="en-US" altLang="en-US"/>
          </a:p>
        </p:txBody>
      </p:sp>
      <p:sp>
        <p:nvSpPr>
          <p:cNvPr id="21197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655EE0CC-99D4-4D8D-837B-89568308E2F5}" type="slidenum">
              <a:rPr lang="en-US" altLang="en-US">
                <a:latin typeface="Arial" panose="020B0604020202020204" pitchFamily="34" charset="0"/>
              </a:rPr>
              <a:pPr algn="r" eaLnBrk="1" hangingPunct="1">
                <a:spcBef>
                  <a:spcPct val="0"/>
                </a:spcBef>
                <a:buClrTx/>
                <a:buFontTx/>
                <a:buNone/>
              </a:pPr>
              <a:t>101</a:t>
            </a:fld>
            <a:endParaRPr lang="en-US" altLang="en-US">
              <a:latin typeface="Arial" panose="020B0604020202020204" pitchFamily="34" charset="0"/>
            </a:endParaRPr>
          </a:p>
        </p:txBody>
      </p:sp>
      <p:sp>
        <p:nvSpPr>
          <p:cNvPr id="23347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347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6948433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01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15CBE81-4062-44E7-9333-C1202F035187}" type="slidenum">
              <a:rPr lang="en-US" altLang="en-US"/>
              <a:pPr>
                <a:spcBef>
                  <a:spcPct val="0"/>
                </a:spcBef>
                <a:buClrTx/>
                <a:buFontTx/>
                <a:buNone/>
              </a:pPr>
              <a:t>102</a:t>
            </a:fld>
            <a:endParaRPr lang="en-US" altLang="en-US"/>
          </a:p>
        </p:txBody>
      </p:sp>
      <p:sp>
        <p:nvSpPr>
          <p:cNvPr id="21401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50E32A9-500A-48E2-87D8-BC71F5778E72}" type="slidenum">
              <a:rPr lang="en-US" altLang="en-US">
                <a:latin typeface="Arial" panose="020B0604020202020204" pitchFamily="34" charset="0"/>
              </a:rPr>
              <a:pPr algn="r" eaLnBrk="1" hangingPunct="1">
                <a:spcBef>
                  <a:spcPct val="0"/>
                </a:spcBef>
                <a:buClrTx/>
                <a:buFontTx/>
                <a:buNone/>
              </a:pPr>
              <a:t>102</a:t>
            </a:fld>
            <a:endParaRPr lang="en-US" altLang="en-US">
              <a:latin typeface="Arial" panose="020B0604020202020204" pitchFamily="34" charset="0"/>
            </a:endParaRPr>
          </a:p>
        </p:txBody>
      </p:sp>
      <p:sp>
        <p:nvSpPr>
          <p:cNvPr id="23449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449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79448556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06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DDA4382-38D7-4CEF-9CE0-9CA507D8DC8B}" type="slidenum">
              <a:rPr lang="en-US" altLang="en-US"/>
              <a:pPr>
                <a:spcBef>
                  <a:spcPct val="0"/>
                </a:spcBef>
                <a:buClrTx/>
                <a:buFontTx/>
                <a:buNone/>
              </a:pPr>
              <a:t>103</a:t>
            </a:fld>
            <a:endParaRPr lang="en-US" altLang="en-US"/>
          </a:p>
        </p:txBody>
      </p:sp>
      <p:sp>
        <p:nvSpPr>
          <p:cNvPr id="21606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934D7E0-B322-4525-9837-DC5D24A73C94}" type="slidenum">
              <a:rPr lang="en-US" altLang="en-US">
                <a:latin typeface="Arial" panose="020B0604020202020204" pitchFamily="34" charset="0"/>
              </a:rPr>
              <a:pPr algn="r" eaLnBrk="1" hangingPunct="1">
                <a:spcBef>
                  <a:spcPct val="0"/>
                </a:spcBef>
                <a:buClrTx/>
                <a:buFontTx/>
                <a:buNone/>
              </a:pPr>
              <a:t>103</a:t>
            </a:fld>
            <a:endParaRPr lang="en-US" altLang="en-US">
              <a:latin typeface="Arial" panose="020B0604020202020204" pitchFamily="34" charset="0"/>
            </a:endParaRPr>
          </a:p>
        </p:txBody>
      </p:sp>
      <p:sp>
        <p:nvSpPr>
          <p:cNvPr id="23552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552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60921705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811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5622E51-CC70-482C-8154-82EDF64E312D}" type="slidenum">
              <a:rPr lang="en-US" altLang="en-US"/>
              <a:pPr>
                <a:spcBef>
                  <a:spcPct val="0"/>
                </a:spcBef>
                <a:buClrTx/>
                <a:buFontTx/>
                <a:buNone/>
              </a:pPr>
              <a:t>104</a:t>
            </a:fld>
            <a:endParaRPr lang="en-US" altLang="en-US"/>
          </a:p>
        </p:txBody>
      </p:sp>
      <p:sp>
        <p:nvSpPr>
          <p:cNvPr id="21811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EF50DB9D-DAA7-4C97-BBEF-DE86BC1804C6}" type="slidenum">
              <a:rPr lang="en-US" altLang="en-US">
                <a:latin typeface="Arial" panose="020B0604020202020204" pitchFamily="34" charset="0"/>
              </a:rPr>
              <a:pPr algn="r" eaLnBrk="1" hangingPunct="1">
                <a:spcBef>
                  <a:spcPct val="0"/>
                </a:spcBef>
                <a:buClrTx/>
                <a:buFontTx/>
                <a:buNone/>
              </a:pPr>
              <a:t>104</a:t>
            </a:fld>
            <a:endParaRPr lang="en-US" altLang="en-US">
              <a:latin typeface="Arial" panose="020B0604020202020204" pitchFamily="34" charset="0"/>
            </a:endParaRPr>
          </a:p>
        </p:txBody>
      </p:sp>
      <p:sp>
        <p:nvSpPr>
          <p:cNvPr id="23654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654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18200460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16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C894BB9-67A7-414C-B27F-CD68D6492E58}" type="slidenum">
              <a:rPr lang="en-US" altLang="en-US"/>
              <a:pPr>
                <a:spcBef>
                  <a:spcPct val="0"/>
                </a:spcBef>
                <a:buClrTx/>
                <a:buFontTx/>
                <a:buNone/>
              </a:pPr>
              <a:t>105</a:t>
            </a:fld>
            <a:endParaRPr lang="en-US" altLang="en-US"/>
          </a:p>
        </p:txBody>
      </p:sp>
      <p:sp>
        <p:nvSpPr>
          <p:cNvPr id="22016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D2998EB-A002-4798-8B10-04EE7881F8BC}" type="slidenum">
              <a:rPr lang="en-US" altLang="en-US">
                <a:latin typeface="Arial" panose="020B0604020202020204" pitchFamily="34" charset="0"/>
              </a:rPr>
              <a:pPr algn="r" eaLnBrk="1" hangingPunct="1">
                <a:spcBef>
                  <a:spcPct val="0"/>
                </a:spcBef>
                <a:buClrTx/>
                <a:buFontTx/>
                <a:buNone/>
              </a:pPr>
              <a:t>105</a:t>
            </a:fld>
            <a:endParaRPr lang="en-US" altLang="en-US">
              <a:latin typeface="Arial" panose="020B0604020202020204" pitchFamily="34" charset="0"/>
            </a:endParaRPr>
          </a:p>
        </p:txBody>
      </p:sp>
      <p:sp>
        <p:nvSpPr>
          <p:cNvPr id="23757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757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409424838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221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2420BED6-FACC-4BFE-B303-EFD9F5580D29}" type="slidenum">
              <a:rPr lang="en-US" altLang="en-US"/>
              <a:pPr>
                <a:spcBef>
                  <a:spcPct val="0"/>
                </a:spcBef>
                <a:buClrTx/>
                <a:buFontTx/>
                <a:buNone/>
              </a:pPr>
              <a:t>106</a:t>
            </a:fld>
            <a:endParaRPr lang="en-US" altLang="en-US"/>
          </a:p>
        </p:txBody>
      </p:sp>
      <p:sp>
        <p:nvSpPr>
          <p:cNvPr id="22221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B56EFFD-FFC4-4BEA-A8AA-ADC4CFD180BC}" type="slidenum">
              <a:rPr lang="en-US" altLang="en-US">
                <a:latin typeface="Arial" panose="020B0604020202020204" pitchFamily="34" charset="0"/>
              </a:rPr>
              <a:pPr algn="r" eaLnBrk="1" hangingPunct="1">
                <a:spcBef>
                  <a:spcPct val="0"/>
                </a:spcBef>
                <a:buClrTx/>
                <a:buFontTx/>
                <a:buNone/>
              </a:pPr>
              <a:t>106</a:t>
            </a:fld>
            <a:endParaRPr lang="en-US" altLang="en-US">
              <a:latin typeface="Arial" panose="020B0604020202020204" pitchFamily="34" charset="0"/>
            </a:endParaRPr>
          </a:p>
        </p:txBody>
      </p:sp>
      <p:sp>
        <p:nvSpPr>
          <p:cNvPr id="23859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859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1119110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25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422B67B-BA86-4428-9951-657ADBCCB445}" type="slidenum">
              <a:rPr lang="en-US" altLang="en-US"/>
              <a:pPr>
                <a:spcBef>
                  <a:spcPct val="0"/>
                </a:spcBef>
                <a:buClrTx/>
                <a:buFontTx/>
                <a:buNone/>
              </a:pPr>
              <a:t>107</a:t>
            </a:fld>
            <a:endParaRPr lang="en-US" altLang="en-US"/>
          </a:p>
        </p:txBody>
      </p:sp>
      <p:sp>
        <p:nvSpPr>
          <p:cNvPr id="239617" name="Text Box 1"/>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39618" name="Text Box 2"/>
          <p:cNvSpPr txBox="1">
            <a:spLocks noGrp="1" noChangeArrowheads="1"/>
          </p:cNvSpPr>
          <p:nvPr>
            <p:ph type="body" idx="1"/>
          </p:nvPr>
        </p:nvSpPr>
        <p:spPr>
          <a:xfrm>
            <a:off x="914400" y="4343400"/>
            <a:ext cx="50292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smtClean="0">
              <a:ea typeface="ＭＳ Ｐゴシック" charset="0"/>
            </a:endParaRPr>
          </a:p>
        </p:txBody>
      </p:sp>
    </p:spTree>
    <p:extLst>
      <p:ext uri="{BB962C8B-B14F-4D97-AF65-F5344CB8AC3E}">
        <p14:creationId xmlns:p14="http://schemas.microsoft.com/office/powerpoint/2010/main" val="256706549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30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C7AAB0E-ADA5-4967-A41C-89A93420ECCD}" type="slidenum">
              <a:rPr lang="en-US" altLang="en-US"/>
              <a:pPr>
                <a:spcBef>
                  <a:spcPct val="0"/>
                </a:spcBef>
                <a:buClrTx/>
                <a:buFontTx/>
                <a:buNone/>
              </a:pPr>
              <a:t>108</a:t>
            </a:fld>
            <a:endParaRPr lang="en-US" altLang="en-US"/>
          </a:p>
        </p:txBody>
      </p:sp>
      <p:sp>
        <p:nvSpPr>
          <p:cNvPr id="240641" name="Text Box 1"/>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0642" name="Text Box 2"/>
          <p:cNvSpPr txBox="1">
            <a:spLocks noGrp="1" noChangeArrowheads="1"/>
          </p:cNvSpPr>
          <p:nvPr>
            <p:ph type="body" idx="1"/>
          </p:nvPr>
        </p:nvSpPr>
        <p:spPr>
          <a:xfrm>
            <a:off x="914400" y="4343400"/>
            <a:ext cx="50292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smtClean="0">
              <a:ea typeface="ＭＳ Ｐゴシック" charset="0"/>
            </a:endParaRPr>
          </a:p>
        </p:txBody>
      </p:sp>
    </p:spTree>
    <p:extLst>
      <p:ext uri="{BB962C8B-B14F-4D97-AF65-F5344CB8AC3E}">
        <p14:creationId xmlns:p14="http://schemas.microsoft.com/office/powerpoint/2010/main" val="14642197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35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90494A86-D536-44B5-B0E0-10F27B99D6A9}" type="slidenum">
              <a:rPr lang="en-US" altLang="en-US"/>
              <a:pPr>
                <a:spcBef>
                  <a:spcPct val="0"/>
                </a:spcBef>
                <a:buClrTx/>
                <a:buFontTx/>
                <a:buNone/>
              </a:pPr>
              <a:t>109</a:t>
            </a:fld>
            <a:endParaRPr lang="en-US" altLang="en-US"/>
          </a:p>
        </p:txBody>
      </p:sp>
      <p:sp>
        <p:nvSpPr>
          <p:cNvPr id="22835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A8F8364-A9BF-4D65-BA4B-728614B80220}" type="slidenum">
              <a:rPr lang="en-US" altLang="en-US">
                <a:latin typeface="Arial" panose="020B0604020202020204" pitchFamily="34" charset="0"/>
              </a:rPr>
              <a:pPr algn="r" eaLnBrk="1" hangingPunct="1">
                <a:spcBef>
                  <a:spcPct val="0"/>
                </a:spcBef>
                <a:buClrTx/>
                <a:buFontTx/>
                <a:buNone/>
              </a:pPr>
              <a:t>109</a:t>
            </a:fld>
            <a:endParaRPr lang="en-US" altLang="en-US">
              <a:latin typeface="Arial" panose="020B0604020202020204" pitchFamily="34" charset="0"/>
            </a:endParaRPr>
          </a:p>
        </p:txBody>
      </p:sp>
      <p:sp>
        <p:nvSpPr>
          <p:cNvPr id="24166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166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3344881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040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9076E70-C9CD-44E4-9052-03ED974AF546}" type="slidenum">
              <a:rPr lang="en-US" altLang="en-US"/>
              <a:pPr>
                <a:spcBef>
                  <a:spcPct val="0"/>
                </a:spcBef>
                <a:buClrTx/>
                <a:buFontTx/>
                <a:buNone/>
              </a:pPr>
              <a:t>110</a:t>
            </a:fld>
            <a:endParaRPr lang="en-US" altLang="en-US"/>
          </a:p>
        </p:txBody>
      </p:sp>
      <p:sp>
        <p:nvSpPr>
          <p:cNvPr id="23040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C44F987-E4F0-4744-AFC2-ED58D669EC3D}" type="slidenum">
              <a:rPr lang="en-US" altLang="en-US">
                <a:latin typeface="Arial" panose="020B0604020202020204" pitchFamily="34" charset="0"/>
              </a:rPr>
              <a:pPr algn="r" eaLnBrk="1" hangingPunct="1">
                <a:spcBef>
                  <a:spcPct val="0"/>
                </a:spcBef>
                <a:buClrTx/>
                <a:buFontTx/>
                <a:buNone/>
              </a:pPr>
              <a:t>110</a:t>
            </a:fld>
            <a:endParaRPr lang="en-US" altLang="en-US">
              <a:latin typeface="Arial" panose="020B0604020202020204" pitchFamily="34" charset="0"/>
            </a:endParaRPr>
          </a:p>
        </p:txBody>
      </p:sp>
      <p:sp>
        <p:nvSpPr>
          <p:cNvPr id="24269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269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408370076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245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FF9797C-9912-472B-A185-1C6F3A969DC8}" type="slidenum">
              <a:rPr lang="en-US" altLang="en-US"/>
              <a:pPr>
                <a:spcBef>
                  <a:spcPct val="0"/>
                </a:spcBef>
                <a:buClrTx/>
                <a:buFontTx/>
                <a:buNone/>
              </a:pPr>
              <a:t>111</a:t>
            </a:fld>
            <a:endParaRPr lang="en-US" altLang="en-US"/>
          </a:p>
        </p:txBody>
      </p:sp>
      <p:sp>
        <p:nvSpPr>
          <p:cNvPr id="23245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4CC26C21-EBAB-4393-A0ED-2CCF3804EFD5}" type="slidenum">
              <a:rPr lang="en-US" altLang="en-US">
                <a:latin typeface="Arial" panose="020B0604020202020204" pitchFamily="34" charset="0"/>
              </a:rPr>
              <a:pPr algn="r" eaLnBrk="1" hangingPunct="1">
                <a:spcBef>
                  <a:spcPct val="0"/>
                </a:spcBef>
                <a:buClrTx/>
                <a:buFontTx/>
                <a:buNone/>
              </a:pPr>
              <a:t>111</a:t>
            </a:fld>
            <a:endParaRPr lang="en-US" altLang="en-US">
              <a:latin typeface="Arial" panose="020B0604020202020204" pitchFamily="34" charset="0"/>
            </a:endParaRPr>
          </a:p>
        </p:txBody>
      </p:sp>
      <p:sp>
        <p:nvSpPr>
          <p:cNvPr id="24371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371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189374721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449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AD9AAA8-87E6-47E6-B76C-69993CF68E4C}" type="slidenum">
              <a:rPr lang="en-US" altLang="en-US"/>
              <a:pPr>
                <a:spcBef>
                  <a:spcPct val="0"/>
                </a:spcBef>
                <a:buClrTx/>
                <a:buFontTx/>
                <a:buNone/>
              </a:pPr>
              <a:t>112</a:t>
            </a:fld>
            <a:endParaRPr lang="en-US" altLang="en-US"/>
          </a:p>
        </p:txBody>
      </p:sp>
      <p:sp>
        <p:nvSpPr>
          <p:cNvPr id="23449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218D8046-CE94-4DC5-8666-9E7FBEB11045}" type="slidenum">
              <a:rPr lang="en-US" altLang="en-US">
                <a:latin typeface="Arial" panose="020B0604020202020204" pitchFamily="34" charset="0"/>
              </a:rPr>
              <a:pPr algn="r" eaLnBrk="1" hangingPunct="1">
                <a:spcBef>
                  <a:spcPct val="0"/>
                </a:spcBef>
                <a:buClrTx/>
                <a:buFontTx/>
                <a:buNone/>
              </a:pPr>
              <a:t>112</a:t>
            </a:fld>
            <a:endParaRPr lang="en-US" altLang="en-US">
              <a:latin typeface="Arial" panose="020B0604020202020204" pitchFamily="34" charset="0"/>
            </a:endParaRPr>
          </a:p>
        </p:txBody>
      </p:sp>
      <p:sp>
        <p:nvSpPr>
          <p:cNvPr id="24473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473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8831785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654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06C8E1B-FA98-40C3-B8C4-AE28E860CC74}" type="slidenum">
              <a:rPr lang="en-US" altLang="en-US"/>
              <a:pPr>
                <a:spcBef>
                  <a:spcPct val="0"/>
                </a:spcBef>
                <a:buClrTx/>
                <a:buFontTx/>
                <a:buNone/>
              </a:pPr>
              <a:t>113</a:t>
            </a:fld>
            <a:endParaRPr lang="en-US" altLang="en-US"/>
          </a:p>
        </p:txBody>
      </p:sp>
      <p:sp>
        <p:nvSpPr>
          <p:cNvPr id="23654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EDB29D2-AEA9-4B36-A242-761DCAE82AAA}" type="slidenum">
              <a:rPr lang="en-US" altLang="en-US">
                <a:latin typeface="Arial" panose="020B0604020202020204" pitchFamily="34" charset="0"/>
              </a:rPr>
              <a:pPr algn="r" eaLnBrk="1" hangingPunct="1">
                <a:spcBef>
                  <a:spcPct val="0"/>
                </a:spcBef>
                <a:buClrTx/>
                <a:buFontTx/>
                <a:buNone/>
              </a:pPr>
              <a:t>113</a:t>
            </a:fld>
            <a:endParaRPr lang="en-US" altLang="en-US">
              <a:latin typeface="Arial" panose="020B0604020202020204" pitchFamily="34" charset="0"/>
            </a:endParaRPr>
          </a:p>
        </p:txBody>
      </p:sp>
      <p:sp>
        <p:nvSpPr>
          <p:cNvPr id="24576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576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61245213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859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D4A2695-2418-4C25-AF96-3523869A28E9}" type="slidenum">
              <a:rPr lang="en-US" altLang="en-US"/>
              <a:pPr>
                <a:spcBef>
                  <a:spcPct val="0"/>
                </a:spcBef>
                <a:buClrTx/>
                <a:buFontTx/>
                <a:buNone/>
              </a:pPr>
              <a:t>114</a:t>
            </a:fld>
            <a:endParaRPr lang="en-US" altLang="en-US"/>
          </a:p>
        </p:txBody>
      </p:sp>
      <p:sp>
        <p:nvSpPr>
          <p:cNvPr id="23859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B0A4F54-8C0D-4D7C-BDFF-7D2E63AA1C48}" type="slidenum">
              <a:rPr lang="en-US" altLang="en-US">
                <a:latin typeface="Arial" panose="020B0604020202020204" pitchFamily="34" charset="0"/>
              </a:rPr>
              <a:pPr algn="r" eaLnBrk="1" hangingPunct="1">
                <a:spcBef>
                  <a:spcPct val="0"/>
                </a:spcBef>
                <a:buClrTx/>
                <a:buFontTx/>
                <a:buNone/>
              </a:pPr>
              <a:t>114</a:t>
            </a:fld>
            <a:endParaRPr lang="en-US" altLang="en-US">
              <a:latin typeface="Arial" panose="020B0604020202020204" pitchFamily="34" charset="0"/>
            </a:endParaRPr>
          </a:p>
        </p:txBody>
      </p:sp>
      <p:sp>
        <p:nvSpPr>
          <p:cNvPr id="24678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678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4784916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064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D1C6368-8F3C-46D2-B0B5-FEEF2253603B}" type="slidenum">
              <a:rPr lang="en-US" altLang="en-US"/>
              <a:pPr>
                <a:spcBef>
                  <a:spcPct val="0"/>
                </a:spcBef>
                <a:buClrTx/>
                <a:buFontTx/>
                <a:buNone/>
              </a:pPr>
              <a:t>115</a:t>
            </a:fld>
            <a:endParaRPr lang="en-US" altLang="en-US"/>
          </a:p>
        </p:txBody>
      </p:sp>
      <p:sp>
        <p:nvSpPr>
          <p:cNvPr id="24064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0267DB1A-9646-4740-A102-A94355FE05AA}" type="slidenum">
              <a:rPr lang="en-US" altLang="en-US">
                <a:latin typeface="Arial" panose="020B0604020202020204" pitchFamily="34" charset="0"/>
              </a:rPr>
              <a:pPr algn="r" eaLnBrk="1" hangingPunct="1">
                <a:spcBef>
                  <a:spcPct val="0"/>
                </a:spcBef>
                <a:buClrTx/>
                <a:buFontTx/>
                <a:buNone/>
              </a:pPr>
              <a:t>115</a:t>
            </a:fld>
            <a:endParaRPr lang="en-US" altLang="en-US">
              <a:latin typeface="Arial" panose="020B0604020202020204" pitchFamily="34" charset="0"/>
            </a:endParaRPr>
          </a:p>
        </p:txBody>
      </p:sp>
      <p:sp>
        <p:nvSpPr>
          <p:cNvPr id="24781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781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12462938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269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E4E35E8-EFE7-4C8C-88AC-4A322DB1423E}" type="slidenum">
              <a:rPr lang="en-US" altLang="en-US"/>
              <a:pPr>
                <a:spcBef>
                  <a:spcPct val="0"/>
                </a:spcBef>
                <a:buClrTx/>
                <a:buFontTx/>
                <a:buNone/>
              </a:pPr>
              <a:t>116</a:t>
            </a:fld>
            <a:endParaRPr lang="en-US" altLang="en-US"/>
          </a:p>
        </p:txBody>
      </p:sp>
      <p:sp>
        <p:nvSpPr>
          <p:cNvPr id="24269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D987A45-6DB2-4879-8115-F7D604049CD3}" type="slidenum">
              <a:rPr lang="en-US" altLang="en-US">
                <a:latin typeface="Arial" panose="020B0604020202020204" pitchFamily="34" charset="0"/>
              </a:rPr>
              <a:pPr algn="r" eaLnBrk="1" hangingPunct="1">
                <a:spcBef>
                  <a:spcPct val="0"/>
                </a:spcBef>
                <a:buClrTx/>
                <a:buFontTx/>
                <a:buNone/>
              </a:pPr>
              <a:t>116</a:t>
            </a:fld>
            <a:endParaRPr lang="en-US" altLang="en-US">
              <a:latin typeface="Arial" panose="020B0604020202020204" pitchFamily="34" charset="0"/>
            </a:endParaRPr>
          </a:p>
        </p:txBody>
      </p:sp>
      <p:sp>
        <p:nvSpPr>
          <p:cNvPr id="24883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883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91010901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473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E2E77EA-3F46-4D8C-87CC-0AD10CBF66EF}" type="slidenum">
              <a:rPr lang="en-US" altLang="en-US"/>
              <a:pPr>
                <a:spcBef>
                  <a:spcPct val="0"/>
                </a:spcBef>
                <a:buClrTx/>
                <a:buFontTx/>
                <a:buNone/>
              </a:pPr>
              <a:t>117</a:t>
            </a:fld>
            <a:endParaRPr lang="en-US" altLang="en-US"/>
          </a:p>
        </p:txBody>
      </p:sp>
      <p:sp>
        <p:nvSpPr>
          <p:cNvPr id="24473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0F510AB-276A-4947-AD6E-1D78C88813D7}" type="slidenum">
              <a:rPr lang="en-US" altLang="en-US">
                <a:latin typeface="Arial" panose="020B0604020202020204" pitchFamily="34" charset="0"/>
              </a:rPr>
              <a:pPr algn="r" eaLnBrk="1" hangingPunct="1">
                <a:spcBef>
                  <a:spcPct val="0"/>
                </a:spcBef>
                <a:buClrTx/>
                <a:buFontTx/>
                <a:buNone/>
              </a:pPr>
              <a:t>117</a:t>
            </a:fld>
            <a:endParaRPr lang="en-US" altLang="en-US">
              <a:latin typeface="Arial" panose="020B0604020202020204" pitchFamily="34" charset="0"/>
            </a:endParaRPr>
          </a:p>
        </p:txBody>
      </p:sp>
      <p:sp>
        <p:nvSpPr>
          <p:cNvPr id="249858"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49859"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425624552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6786"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0975DAC-09DD-4BFC-AED7-FB35A2B839FC}" type="slidenum">
              <a:rPr lang="en-US" altLang="en-US"/>
              <a:pPr>
                <a:spcBef>
                  <a:spcPct val="0"/>
                </a:spcBef>
                <a:buClrTx/>
                <a:buFontTx/>
                <a:buNone/>
              </a:pPr>
              <a:t>118</a:t>
            </a:fld>
            <a:endParaRPr lang="en-US" altLang="en-US"/>
          </a:p>
        </p:txBody>
      </p:sp>
      <p:sp>
        <p:nvSpPr>
          <p:cNvPr id="246787"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1C0941DD-9240-4C86-8E2A-755AAD61999B}" type="slidenum">
              <a:rPr lang="en-US" altLang="en-US">
                <a:latin typeface="Arial" panose="020B0604020202020204" pitchFamily="34" charset="0"/>
              </a:rPr>
              <a:pPr algn="r" eaLnBrk="1" hangingPunct="1">
                <a:spcBef>
                  <a:spcPct val="0"/>
                </a:spcBef>
                <a:buClrTx/>
                <a:buFontTx/>
                <a:buNone/>
              </a:pPr>
              <a:t>118</a:t>
            </a:fld>
            <a:endParaRPr lang="en-US" altLang="en-US">
              <a:latin typeface="Arial" panose="020B0604020202020204" pitchFamily="34" charset="0"/>
            </a:endParaRPr>
          </a:p>
        </p:txBody>
      </p:sp>
      <p:sp>
        <p:nvSpPr>
          <p:cNvPr id="250882"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50883"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41932924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8834"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7E05675-2112-4773-BF9C-4AB645A29E9C}" type="slidenum">
              <a:rPr lang="en-US" altLang="en-US"/>
              <a:pPr>
                <a:spcBef>
                  <a:spcPct val="0"/>
                </a:spcBef>
                <a:buClrTx/>
                <a:buFontTx/>
                <a:buNone/>
              </a:pPr>
              <a:t>119</a:t>
            </a:fld>
            <a:endParaRPr lang="en-US" altLang="en-US"/>
          </a:p>
        </p:txBody>
      </p:sp>
      <p:sp>
        <p:nvSpPr>
          <p:cNvPr id="248835"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E557754-A39A-48D9-B92D-572549F88E73}" type="slidenum">
              <a:rPr lang="en-US" altLang="en-US">
                <a:latin typeface="Arial" panose="020B0604020202020204" pitchFamily="34" charset="0"/>
              </a:rPr>
              <a:pPr algn="r" eaLnBrk="1" hangingPunct="1">
                <a:spcBef>
                  <a:spcPct val="0"/>
                </a:spcBef>
                <a:buClrTx/>
                <a:buFontTx/>
                <a:buNone/>
              </a:pPr>
              <a:t>119</a:t>
            </a:fld>
            <a:endParaRPr lang="en-US" altLang="en-US">
              <a:latin typeface="Arial" panose="020B0604020202020204" pitchFamily="34" charset="0"/>
            </a:endParaRPr>
          </a:p>
        </p:txBody>
      </p:sp>
      <p:sp>
        <p:nvSpPr>
          <p:cNvPr id="251906"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51907"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a:spcBef>
                <a:spcPts val="450"/>
              </a:spcBef>
              <a:buClrTx/>
              <a:buFontTx/>
              <a:buNone/>
              <a:defRPr/>
            </a:pPr>
            <a:endParaRPr lang="en-US" smtClean="0">
              <a:cs typeface="Arial Unicode MS" charset="0"/>
            </a:endParaRPr>
          </a:p>
        </p:txBody>
      </p:sp>
    </p:spTree>
    <p:extLst>
      <p:ext uri="{BB962C8B-B14F-4D97-AF65-F5344CB8AC3E}">
        <p14:creationId xmlns:p14="http://schemas.microsoft.com/office/powerpoint/2010/main" val="390732209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0882"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2864A5F-06D1-4596-9584-0A4A74AB277D}" type="slidenum">
              <a:rPr lang="en-US" altLang="en-US"/>
              <a:pPr>
                <a:spcBef>
                  <a:spcPct val="0"/>
                </a:spcBef>
                <a:buClrTx/>
                <a:buFontTx/>
                <a:buNone/>
              </a:pPr>
              <a:t>120</a:t>
            </a:fld>
            <a:endParaRPr lang="en-US" altLang="en-US"/>
          </a:p>
        </p:txBody>
      </p:sp>
      <p:sp>
        <p:nvSpPr>
          <p:cNvPr id="250883"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134C273-3B80-4B01-A1D3-6ED4B2BDB0CE}" type="slidenum">
              <a:rPr lang="en-US" altLang="en-US">
                <a:latin typeface="Arial" panose="020B0604020202020204" pitchFamily="34" charset="0"/>
              </a:rPr>
              <a:pPr algn="r" eaLnBrk="1" hangingPunct="1">
                <a:spcBef>
                  <a:spcPct val="0"/>
                </a:spcBef>
                <a:buClrTx/>
                <a:buFontTx/>
                <a:buNone/>
              </a:pPr>
              <a:t>120</a:t>
            </a:fld>
            <a:endParaRPr lang="en-US" altLang="en-US">
              <a:latin typeface="Arial" panose="020B0604020202020204" pitchFamily="34" charset="0"/>
            </a:endParaRPr>
          </a:p>
        </p:txBody>
      </p:sp>
      <p:sp>
        <p:nvSpPr>
          <p:cNvPr id="252930"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52931"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338110864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2930"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13B7106-DAC7-4A99-86B6-3723D5CB80A3}" type="slidenum">
              <a:rPr lang="en-US" altLang="en-US"/>
              <a:pPr>
                <a:spcBef>
                  <a:spcPct val="0"/>
                </a:spcBef>
                <a:buClrTx/>
                <a:buFontTx/>
                <a:buNone/>
              </a:pPr>
              <a:t>121</a:t>
            </a:fld>
            <a:endParaRPr lang="en-US" altLang="en-US"/>
          </a:p>
        </p:txBody>
      </p:sp>
      <p:sp>
        <p:nvSpPr>
          <p:cNvPr id="252931"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C2E4F38-5285-4DF9-97A8-A352AFE83BC7}" type="slidenum">
              <a:rPr lang="en-US" altLang="en-US">
                <a:latin typeface="Arial" panose="020B0604020202020204" pitchFamily="34" charset="0"/>
              </a:rPr>
              <a:pPr algn="r" eaLnBrk="1" hangingPunct="1">
                <a:spcBef>
                  <a:spcPct val="0"/>
                </a:spcBef>
                <a:buClrTx/>
                <a:buFontTx/>
                <a:buNone/>
              </a:pPr>
              <a:t>121</a:t>
            </a:fld>
            <a:endParaRPr lang="en-US" altLang="en-US">
              <a:latin typeface="Arial" panose="020B0604020202020204" pitchFamily="34" charset="0"/>
            </a:endParaRPr>
          </a:p>
        </p:txBody>
      </p:sp>
      <p:sp>
        <p:nvSpPr>
          <p:cNvPr id="253954" name="Text Box 2"/>
          <p:cNvSpPr txBox="1">
            <a:spLocks noGrp="1" noRot="1" noChangeAspect="1" noChangeArrowheads="1"/>
          </p:cNvSpPr>
          <p:nvPr>
            <p:ph type="sldImg"/>
          </p:nvPr>
        </p:nvSpPr>
        <p:spPr>
          <a:xfrm>
            <a:off x="381000" y="685800"/>
            <a:ext cx="6096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53955"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28171643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4978" name="Rectangle 13"/>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CF9A507-8D79-4F17-89C7-D66F6747B614}" type="slidenum">
              <a:rPr lang="en-US" altLang="en-US"/>
              <a:pPr>
                <a:spcBef>
                  <a:spcPct val="0"/>
                </a:spcBef>
                <a:buClrTx/>
                <a:buFontTx/>
                <a:buNone/>
              </a:pPr>
              <a:t>122</a:t>
            </a:fld>
            <a:endParaRPr lang="en-US" altLang="en-US"/>
          </a:p>
        </p:txBody>
      </p:sp>
      <p:sp>
        <p:nvSpPr>
          <p:cNvPr id="254979" name="Text Box 1"/>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F21F998-55E8-4CB6-BB9A-017FBD34F3CC}" type="slidenum">
              <a:rPr lang="en-US" altLang="en-US">
                <a:latin typeface="Arial" panose="020B0604020202020204" pitchFamily="34" charset="0"/>
              </a:rPr>
              <a:pPr algn="r" eaLnBrk="1" hangingPunct="1">
                <a:spcBef>
                  <a:spcPct val="0"/>
                </a:spcBef>
                <a:buClrTx/>
                <a:buFontTx/>
                <a:buNone/>
              </a:pPr>
              <a:t>122</a:t>
            </a:fld>
            <a:endParaRPr lang="en-US" altLang="en-US">
              <a:latin typeface="Arial" panose="020B0604020202020204" pitchFamily="34" charset="0"/>
            </a:endParaRPr>
          </a:p>
        </p:txBody>
      </p:sp>
      <p:sp>
        <p:nvSpPr>
          <p:cNvPr id="2" name="Text Box 2"/>
          <p:cNvSpPr txBox="1">
            <a:spLocks noGrp="1" noChangeArrowheads="1"/>
          </p:cNvSpPr>
          <p:nvPr>
            <p:ph type="sldImg"/>
          </p:nvPr>
        </p:nvSpPr>
        <p:spPr>
          <a:xfrm>
            <a:off x="952500" y="685800"/>
            <a:ext cx="4953000" cy="3429000"/>
          </a:xfrm>
          <a:solidFill>
            <a:srgbClr val="FFFFFF"/>
          </a:solidFill>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3" name="Text Box 2"/>
          <p:cNvSpPr>
            <a:spLocks noChangeArrowheads="1" noTextEdit="1"/>
          </p:cNvSpPr>
          <p:nvPr>
            <p:ph type="sldImg"/>
          </p:nvPr>
        </p:nvSpPr>
        <p:spPr>
          <a:xfrm>
            <a:off x="381000" y="685800"/>
            <a:ext cx="6096000" cy="3429000"/>
          </a:xfr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4" name="Text Box 3"/>
          <p:cNvSpPr txBox="1">
            <a:spLocks noGrp="1" noChangeArrowheads="1"/>
          </p:cNvSpPr>
          <p:nvPr>
            <p:ph type="body" idx="1"/>
          </p:nvPr>
        </p:nvSpPr>
        <p:spPr>
          <a:xfrm>
            <a:off x="685800" y="4343400"/>
            <a:ext cx="5486400" cy="4114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5pPr>
            <a:lvl6pPr marL="25146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6pPr>
            <a:lvl7pPr marL="29718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7pPr>
            <a:lvl8pPr marL="34290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8pPr>
            <a:lvl9pPr marL="3886200" indent="-228600" eaLnBrk="0" fontAlgn="base" hangingPunct="0">
              <a:spcBef>
                <a:spcPct val="3000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charset="0"/>
                <a:ea typeface="ＭＳ Ｐゴシック" charset="0"/>
              </a:defRPr>
            </a:lvl9pPr>
          </a:lstStyle>
          <a:p>
            <a:pPr eaLnBrk="1" hangingPunct="1">
              <a:spcBef>
                <a:spcPts val="450"/>
              </a:spcBef>
              <a:buClrTx/>
              <a:buFontTx/>
              <a:buNone/>
              <a:defRPr/>
            </a:pPr>
            <a:endParaRPr lang="en-GB" smtClean="0">
              <a:latin typeface="Arial" charset="0"/>
              <a:cs typeface="ＭＳ Ｐゴシック" charset="0"/>
            </a:endParaRPr>
          </a:p>
        </p:txBody>
      </p:sp>
    </p:spTree>
    <p:extLst>
      <p:ext uri="{BB962C8B-B14F-4D97-AF65-F5344CB8AC3E}">
        <p14:creationId xmlns:p14="http://schemas.microsoft.com/office/powerpoint/2010/main" val="217662328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402A6718-8F3A-447E-B4DC-D8050138FEE8}" type="slidenum">
              <a:rPr lang="en-US" altLang="en-US"/>
              <a:pPr>
                <a:spcBef>
                  <a:spcPct val="0"/>
                </a:spcBef>
                <a:buClrTx/>
                <a:buFontTx/>
                <a:buNone/>
              </a:pPr>
              <a:t>123</a:t>
            </a:fld>
            <a:endParaRPr lang="en-US" altLang="en-US"/>
          </a:p>
        </p:txBody>
      </p:sp>
      <p:sp>
        <p:nvSpPr>
          <p:cNvPr id="7171"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9B102D0B-A56F-4C8B-8393-3DE7651552AF}" type="slidenum">
              <a:rPr lang="en-US" altLang="en-US">
                <a:latin typeface="Arial" panose="020B0604020202020204" pitchFamily="34" charset="0"/>
              </a:rPr>
              <a:pPr algn="r" eaLnBrk="1" hangingPunct="1">
                <a:spcBef>
                  <a:spcPct val="0"/>
                </a:spcBef>
                <a:buClrTx/>
                <a:buFontTx/>
                <a:buNone/>
              </a:pPr>
              <a:t>123</a:t>
            </a:fld>
            <a:endParaRPr lang="en-US" altLang="en-US">
              <a:latin typeface="Arial" panose="020B0604020202020204" pitchFamily="34" charset="0"/>
            </a:endParaRPr>
          </a:p>
        </p:txBody>
      </p:sp>
      <p:sp>
        <p:nvSpPr>
          <p:cNvPr id="7172" name="Rectangle 2"/>
          <p:cNvSpPr>
            <a:spLocks noChangeArrowheads="1" noTextEdit="1"/>
          </p:cNvSpPr>
          <p:nvPr>
            <p:ph type="sldImg"/>
          </p:nvPr>
        </p:nvSpPr>
        <p:spPr>
          <a:xfrm>
            <a:off x="2286000" y="514350"/>
            <a:ext cx="4572000" cy="2571750"/>
          </a:xfrm>
          <a:solidFill>
            <a:srgbClr val="FFFFFF"/>
          </a:solidFill>
          <a:ln/>
        </p:spPr>
      </p:sp>
      <p:sp>
        <p:nvSpPr>
          <p:cNvPr id="7173"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8679194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34F0B1A5-2E6F-49BD-AA4C-C4A604ECB733}" type="slidenum">
              <a:rPr lang="en-US" altLang="en-US"/>
              <a:pPr>
                <a:spcBef>
                  <a:spcPct val="0"/>
                </a:spcBef>
                <a:buClrTx/>
                <a:buFontTx/>
                <a:buNone/>
              </a:pPr>
              <a:t>124</a:t>
            </a:fld>
            <a:endParaRPr lang="en-US" altLang="en-US"/>
          </a:p>
        </p:txBody>
      </p:sp>
      <p:sp>
        <p:nvSpPr>
          <p:cNvPr id="9219"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D2282FEE-3B7C-4B99-B363-1C51E5633C4A}" type="slidenum">
              <a:rPr lang="en-US" altLang="en-US">
                <a:latin typeface="Arial" panose="020B0604020202020204" pitchFamily="34" charset="0"/>
              </a:rPr>
              <a:pPr algn="r" eaLnBrk="1" hangingPunct="1">
                <a:spcBef>
                  <a:spcPct val="0"/>
                </a:spcBef>
                <a:buClrTx/>
                <a:buFontTx/>
                <a:buNone/>
              </a:pPr>
              <a:t>124</a:t>
            </a:fld>
            <a:endParaRPr lang="en-US" altLang="en-US">
              <a:latin typeface="Arial" panose="020B0604020202020204" pitchFamily="34" charset="0"/>
            </a:endParaRPr>
          </a:p>
        </p:txBody>
      </p:sp>
      <p:sp>
        <p:nvSpPr>
          <p:cNvPr id="9220" name="Rectangle 2"/>
          <p:cNvSpPr>
            <a:spLocks noChangeArrowheads="1" noTextEdit="1"/>
          </p:cNvSpPr>
          <p:nvPr>
            <p:ph type="sldImg"/>
          </p:nvPr>
        </p:nvSpPr>
        <p:spPr>
          <a:xfrm>
            <a:off x="2286000" y="514350"/>
            <a:ext cx="4572000" cy="2571750"/>
          </a:xfrm>
          <a:solidFill>
            <a:srgbClr val="FFFFFF"/>
          </a:solidFill>
          <a:ln/>
        </p:spPr>
      </p:sp>
      <p:sp>
        <p:nvSpPr>
          <p:cNvPr id="9221"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73874582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85067F86-BFF8-4069-B6A8-B03C0F857172}" type="slidenum">
              <a:rPr lang="en-US" altLang="en-US"/>
              <a:pPr>
                <a:spcBef>
                  <a:spcPct val="0"/>
                </a:spcBef>
                <a:buClrTx/>
                <a:buFontTx/>
                <a:buNone/>
              </a:pPr>
              <a:t>125</a:t>
            </a:fld>
            <a:endParaRPr lang="en-US" altLang="en-US"/>
          </a:p>
        </p:txBody>
      </p:sp>
      <p:sp>
        <p:nvSpPr>
          <p:cNvPr id="11267"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C279FDC8-F5B4-4C22-A157-9919760581DD}" type="slidenum">
              <a:rPr lang="en-US" altLang="en-US">
                <a:latin typeface="Arial" panose="020B0604020202020204" pitchFamily="34" charset="0"/>
              </a:rPr>
              <a:pPr algn="r" eaLnBrk="1" hangingPunct="1">
                <a:spcBef>
                  <a:spcPct val="0"/>
                </a:spcBef>
                <a:buClrTx/>
                <a:buFontTx/>
                <a:buNone/>
              </a:pPr>
              <a:t>125</a:t>
            </a:fld>
            <a:endParaRPr lang="en-US" altLang="en-US">
              <a:latin typeface="Arial" panose="020B0604020202020204" pitchFamily="34" charset="0"/>
            </a:endParaRPr>
          </a:p>
        </p:txBody>
      </p:sp>
      <p:sp>
        <p:nvSpPr>
          <p:cNvPr id="11268" name="Rectangle 2"/>
          <p:cNvSpPr>
            <a:spLocks noChangeArrowheads="1" noTextEdit="1"/>
          </p:cNvSpPr>
          <p:nvPr>
            <p:ph type="sldImg"/>
          </p:nvPr>
        </p:nvSpPr>
        <p:spPr>
          <a:xfrm>
            <a:off x="2286000" y="514350"/>
            <a:ext cx="4572000" cy="2571750"/>
          </a:xfrm>
          <a:solidFill>
            <a:srgbClr val="FFFFFF"/>
          </a:solidFill>
          <a:ln/>
        </p:spPr>
      </p:sp>
      <p:sp>
        <p:nvSpPr>
          <p:cNvPr id="11269"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3884341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A027B956-F6D6-4E24-BEA0-316BD946EB9F}" type="slidenum">
              <a:rPr lang="en-US" altLang="en-US"/>
              <a:pPr>
                <a:spcBef>
                  <a:spcPct val="0"/>
                </a:spcBef>
                <a:buClrTx/>
                <a:buFontTx/>
                <a:buNone/>
              </a:pPr>
              <a:t>126</a:t>
            </a:fld>
            <a:endParaRPr lang="en-US" altLang="en-US"/>
          </a:p>
        </p:txBody>
      </p:sp>
      <p:sp>
        <p:nvSpPr>
          <p:cNvPr id="13315"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1E017E4-2AD4-4855-8A4F-4AAFDF4F0A5C}" type="slidenum">
              <a:rPr lang="en-US" altLang="en-US">
                <a:latin typeface="Arial" panose="020B0604020202020204" pitchFamily="34" charset="0"/>
              </a:rPr>
              <a:pPr algn="r" eaLnBrk="1" hangingPunct="1">
                <a:spcBef>
                  <a:spcPct val="0"/>
                </a:spcBef>
                <a:buClrTx/>
                <a:buFontTx/>
                <a:buNone/>
              </a:pPr>
              <a:t>126</a:t>
            </a:fld>
            <a:endParaRPr lang="en-US" altLang="en-US">
              <a:latin typeface="Arial" panose="020B0604020202020204" pitchFamily="34" charset="0"/>
            </a:endParaRPr>
          </a:p>
        </p:txBody>
      </p:sp>
      <p:sp>
        <p:nvSpPr>
          <p:cNvPr id="13316" name="Rectangle 2"/>
          <p:cNvSpPr>
            <a:spLocks noChangeArrowheads="1" noTextEdit="1"/>
          </p:cNvSpPr>
          <p:nvPr>
            <p:ph type="sldImg"/>
          </p:nvPr>
        </p:nvSpPr>
        <p:spPr>
          <a:xfrm>
            <a:off x="2286000" y="514350"/>
            <a:ext cx="4572000" cy="2571750"/>
          </a:xfrm>
          <a:solidFill>
            <a:srgbClr val="FFFFFF"/>
          </a:solidFill>
          <a:ln/>
        </p:spPr>
      </p:sp>
      <p:sp>
        <p:nvSpPr>
          <p:cNvPr id="13317"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1300167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DF20799-D272-46D7-951F-C5261E2562D5}" type="slidenum">
              <a:rPr lang="en-US" altLang="en-US"/>
              <a:pPr>
                <a:spcBef>
                  <a:spcPct val="0"/>
                </a:spcBef>
                <a:buClrTx/>
                <a:buFontTx/>
                <a:buNone/>
              </a:pPr>
              <a:t>127</a:t>
            </a:fld>
            <a:endParaRPr lang="en-US" altLang="en-US"/>
          </a:p>
        </p:txBody>
      </p:sp>
      <p:sp>
        <p:nvSpPr>
          <p:cNvPr id="15363"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9AA122A-BEED-4BE9-AF78-039693766C2C}" type="slidenum">
              <a:rPr lang="en-US" altLang="en-US">
                <a:latin typeface="Arial" panose="020B0604020202020204" pitchFamily="34" charset="0"/>
              </a:rPr>
              <a:pPr algn="r" eaLnBrk="1" hangingPunct="1">
                <a:spcBef>
                  <a:spcPct val="0"/>
                </a:spcBef>
                <a:buClrTx/>
                <a:buFontTx/>
                <a:buNone/>
              </a:pPr>
              <a:t>127</a:t>
            </a:fld>
            <a:endParaRPr lang="en-US" altLang="en-US">
              <a:latin typeface="Arial" panose="020B0604020202020204" pitchFamily="34" charset="0"/>
            </a:endParaRPr>
          </a:p>
        </p:txBody>
      </p:sp>
      <p:sp>
        <p:nvSpPr>
          <p:cNvPr id="15364" name="Rectangle 2"/>
          <p:cNvSpPr>
            <a:spLocks noChangeArrowheads="1" noTextEdit="1"/>
          </p:cNvSpPr>
          <p:nvPr>
            <p:ph type="sldImg"/>
          </p:nvPr>
        </p:nvSpPr>
        <p:spPr>
          <a:xfrm>
            <a:off x="2286000" y="514350"/>
            <a:ext cx="4572000" cy="2571750"/>
          </a:xfrm>
          <a:solidFill>
            <a:srgbClr val="FFFFFF"/>
          </a:solidFill>
          <a:ln/>
        </p:spPr>
      </p:sp>
      <p:sp>
        <p:nvSpPr>
          <p:cNvPr id="15365"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38393859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E4F253C-7173-459B-81F5-C27B19033EB5}" type="slidenum">
              <a:rPr lang="en-US" altLang="en-US"/>
              <a:pPr>
                <a:spcBef>
                  <a:spcPct val="0"/>
                </a:spcBef>
                <a:buClrTx/>
                <a:buFontTx/>
                <a:buNone/>
              </a:pPr>
              <a:t>128</a:t>
            </a:fld>
            <a:endParaRPr lang="en-US" altLang="en-US"/>
          </a:p>
        </p:txBody>
      </p:sp>
      <p:sp>
        <p:nvSpPr>
          <p:cNvPr id="17411"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B0CE03A1-3B40-40E1-BF6F-69B6C1E2EC7F}" type="slidenum">
              <a:rPr lang="en-US" altLang="en-US">
                <a:latin typeface="Arial" panose="020B0604020202020204" pitchFamily="34" charset="0"/>
              </a:rPr>
              <a:pPr algn="r" eaLnBrk="1" hangingPunct="1">
                <a:spcBef>
                  <a:spcPct val="0"/>
                </a:spcBef>
                <a:buClrTx/>
                <a:buFontTx/>
                <a:buNone/>
              </a:pPr>
              <a:t>128</a:t>
            </a:fld>
            <a:endParaRPr lang="en-US" altLang="en-US">
              <a:latin typeface="Arial" panose="020B0604020202020204" pitchFamily="34" charset="0"/>
            </a:endParaRPr>
          </a:p>
        </p:txBody>
      </p:sp>
      <p:sp>
        <p:nvSpPr>
          <p:cNvPr id="17412" name="Rectangle 2"/>
          <p:cNvSpPr>
            <a:spLocks noChangeArrowheads="1" noTextEdit="1"/>
          </p:cNvSpPr>
          <p:nvPr>
            <p:ph type="sldImg"/>
          </p:nvPr>
        </p:nvSpPr>
        <p:spPr>
          <a:xfrm>
            <a:off x="2286000" y="514350"/>
            <a:ext cx="4572000" cy="2571750"/>
          </a:xfrm>
          <a:solidFill>
            <a:srgbClr val="FFFFFF"/>
          </a:solidFill>
          <a:ln/>
        </p:spPr>
      </p:sp>
      <p:sp>
        <p:nvSpPr>
          <p:cNvPr id="17413"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80089954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1B691635-B0AF-4DE1-BEAD-03FE58BAA8CF}" type="slidenum">
              <a:rPr lang="en-US" altLang="en-US"/>
              <a:pPr>
                <a:spcBef>
                  <a:spcPct val="0"/>
                </a:spcBef>
                <a:buClrTx/>
                <a:buFontTx/>
                <a:buNone/>
              </a:pPr>
              <a:t>129</a:t>
            </a:fld>
            <a:endParaRPr lang="en-US" altLang="en-US"/>
          </a:p>
        </p:txBody>
      </p:sp>
      <p:sp>
        <p:nvSpPr>
          <p:cNvPr id="19459" name="Rectangle 1"/>
          <p:cNvSpPr>
            <a:spLocks noChangeArrowheads="1" noTextEdit="1"/>
          </p:cNvSpPr>
          <p:nvPr>
            <p:ph type="sldImg"/>
          </p:nvPr>
        </p:nvSpPr>
        <p:spPr>
          <a:xfrm>
            <a:off x="381000" y="685800"/>
            <a:ext cx="6096000" cy="3429000"/>
          </a:xfrm>
          <a:solidFill>
            <a:srgbClr val="FFFFFF"/>
          </a:solidFill>
          <a:ln/>
        </p:spPr>
      </p:sp>
      <p:sp>
        <p:nvSpPr>
          <p:cNvPr id="19460"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69630492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726248AF-DADC-43AD-826C-208BCDDC9FEE}" type="slidenum">
              <a:rPr lang="en-US" altLang="en-US"/>
              <a:pPr>
                <a:spcBef>
                  <a:spcPct val="0"/>
                </a:spcBef>
                <a:buClrTx/>
                <a:buFontTx/>
                <a:buNone/>
              </a:pPr>
              <a:t>130</a:t>
            </a:fld>
            <a:endParaRPr lang="en-US" altLang="en-US"/>
          </a:p>
        </p:txBody>
      </p:sp>
      <p:sp>
        <p:nvSpPr>
          <p:cNvPr id="21507"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3C9805B8-A4EF-4F6F-98C4-EA38B49660A8}" type="slidenum">
              <a:rPr lang="en-US" altLang="en-US">
                <a:latin typeface="Arial" panose="020B0604020202020204" pitchFamily="34" charset="0"/>
              </a:rPr>
              <a:pPr algn="r" eaLnBrk="1" hangingPunct="1">
                <a:spcBef>
                  <a:spcPct val="0"/>
                </a:spcBef>
                <a:buClrTx/>
                <a:buFontTx/>
                <a:buNone/>
              </a:pPr>
              <a:t>130</a:t>
            </a:fld>
            <a:endParaRPr lang="en-US" altLang="en-US">
              <a:latin typeface="Arial" panose="020B0604020202020204" pitchFamily="34" charset="0"/>
            </a:endParaRPr>
          </a:p>
        </p:txBody>
      </p:sp>
      <p:sp>
        <p:nvSpPr>
          <p:cNvPr id="21508" name="Rectangle 2"/>
          <p:cNvSpPr>
            <a:spLocks noChangeArrowheads="1" noTextEdit="1"/>
          </p:cNvSpPr>
          <p:nvPr>
            <p:ph type="sldImg"/>
          </p:nvPr>
        </p:nvSpPr>
        <p:spPr>
          <a:xfrm>
            <a:off x="2286000" y="514350"/>
            <a:ext cx="4572000" cy="2571750"/>
          </a:xfrm>
          <a:solidFill>
            <a:srgbClr val="FFFFFF"/>
          </a:solidFill>
          <a:ln/>
        </p:spPr>
      </p:sp>
      <p:sp>
        <p:nvSpPr>
          <p:cNvPr id="21509"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99197417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0E35EAF0-8A35-4B73-8519-DD47959160EA}" type="slidenum">
              <a:rPr lang="en-US" altLang="en-US"/>
              <a:pPr>
                <a:spcBef>
                  <a:spcPct val="0"/>
                </a:spcBef>
                <a:buClrTx/>
                <a:buFontTx/>
                <a:buNone/>
              </a:pPr>
              <a:t>131</a:t>
            </a:fld>
            <a:endParaRPr lang="en-US" altLang="en-US"/>
          </a:p>
        </p:txBody>
      </p:sp>
      <p:sp>
        <p:nvSpPr>
          <p:cNvPr id="23555" name="Rectangle 1"/>
          <p:cNvSpPr>
            <a:spLocks noChangeArrowheads="1" noTextEdit="1"/>
          </p:cNvSpPr>
          <p:nvPr>
            <p:ph type="sldImg"/>
          </p:nvPr>
        </p:nvSpPr>
        <p:spPr>
          <a:xfrm>
            <a:off x="381000" y="685800"/>
            <a:ext cx="6096000" cy="3429000"/>
          </a:xfrm>
          <a:solidFill>
            <a:srgbClr val="FFFFFF"/>
          </a:solidFill>
          <a:ln/>
        </p:spPr>
      </p:sp>
      <p:sp>
        <p:nvSpPr>
          <p:cNvPr id="23556"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3410483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80CDBFC-2C5B-4383-AB38-5D3D5C534C33}" type="slidenum">
              <a:rPr lang="en-US" altLang="en-US"/>
              <a:pPr>
                <a:spcBef>
                  <a:spcPct val="0"/>
                </a:spcBef>
                <a:buClrTx/>
                <a:buFontTx/>
                <a:buNone/>
              </a:pPr>
              <a:t>132</a:t>
            </a:fld>
            <a:endParaRPr lang="en-US" altLang="en-US"/>
          </a:p>
        </p:txBody>
      </p:sp>
      <p:sp>
        <p:nvSpPr>
          <p:cNvPr id="25603"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0194CC7-886F-4064-8E24-7F5E739F61D2}" type="slidenum">
              <a:rPr lang="en-US" altLang="en-US">
                <a:latin typeface="Arial" panose="020B0604020202020204" pitchFamily="34" charset="0"/>
              </a:rPr>
              <a:pPr algn="r" eaLnBrk="1" hangingPunct="1">
                <a:spcBef>
                  <a:spcPct val="0"/>
                </a:spcBef>
                <a:buClrTx/>
                <a:buFontTx/>
                <a:buNone/>
              </a:pPr>
              <a:t>132</a:t>
            </a:fld>
            <a:endParaRPr lang="en-US" altLang="en-US">
              <a:latin typeface="Arial" panose="020B0604020202020204" pitchFamily="34" charset="0"/>
            </a:endParaRPr>
          </a:p>
        </p:txBody>
      </p:sp>
      <p:sp>
        <p:nvSpPr>
          <p:cNvPr id="25604" name="Rectangle 2"/>
          <p:cNvSpPr>
            <a:spLocks noChangeArrowheads="1" noTextEdit="1"/>
          </p:cNvSpPr>
          <p:nvPr>
            <p:ph type="sldImg"/>
          </p:nvPr>
        </p:nvSpPr>
        <p:spPr>
          <a:xfrm>
            <a:off x="2286000" y="514350"/>
            <a:ext cx="4572000" cy="2571750"/>
          </a:xfrm>
          <a:solidFill>
            <a:srgbClr val="FFFFFF"/>
          </a:solidFill>
          <a:ln/>
        </p:spPr>
      </p:sp>
      <p:sp>
        <p:nvSpPr>
          <p:cNvPr id="25605"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00770437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9915B1A-0C38-47EB-8912-29974D154117}" type="slidenum">
              <a:rPr lang="en-US" altLang="en-US"/>
              <a:pPr>
                <a:spcBef>
                  <a:spcPct val="0"/>
                </a:spcBef>
                <a:buClrTx/>
                <a:buFontTx/>
                <a:buNone/>
              </a:pPr>
              <a:t>133</a:t>
            </a:fld>
            <a:endParaRPr lang="en-US" altLang="en-US"/>
          </a:p>
        </p:txBody>
      </p:sp>
      <p:sp>
        <p:nvSpPr>
          <p:cNvPr id="27651" name="Rectangle 1"/>
          <p:cNvSpPr>
            <a:spLocks noChangeArrowheads="1" noTextEdit="1"/>
          </p:cNvSpPr>
          <p:nvPr>
            <p:ph type="sldImg"/>
          </p:nvPr>
        </p:nvSpPr>
        <p:spPr>
          <a:xfrm>
            <a:off x="381000" y="685800"/>
            <a:ext cx="6096000" cy="3429000"/>
          </a:xfrm>
          <a:solidFill>
            <a:srgbClr val="FFFFFF"/>
          </a:solidFill>
          <a:ln/>
        </p:spPr>
      </p:sp>
      <p:sp>
        <p:nvSpPr>
          <p:cNvPr id="27652"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4529888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F286CEC5-F9E0-41B2-B409-899975327620}" type="slidenum">
              <a:rPr lang="en-US" altLang="en-US"/>
              <a:pPr>
                <a:spcBef>
                  <a:spcPct val="0"/>
                </a:spcBef>
                <a:buClrTx/>
                <a:buFontTx/>
                <a:buNone/>
              </a:pPr>
              <a:t>134</a:t>
            </a:fld>
            <a:endParaRPr lang="en-US" altLang="en-US"/>
          </a:p>
        </p:txBody>
      </p:sp>
      <p:sp>
        <p:nvSpPr>
          <p:cNvPr id="29699" name="Rectangle 1"/>
          <p:cNvSpPr>
            <a:spLocks noChangeArrowheads="1" noTextEdit="1"/>
          </p:cNvSpPr>
          <p:nvPr>
            <p:ph type="sldImg"/>
          </p:nvPr>
        </p:nvSpPr>
        <p:spPr>
          <a:xfrm>
            <a:off x="381000" y="685800"/>
            <a:ext cx="6096000" cy="3429000"/>
          </a:xfrm>
          <a:solidFill>
            <a:srgbClr val="FFFFFF"/>
          </a:solidFill>
          <a:ln/>
        </p:spPr>
      </p:sp>
      <p:sp>
        <p:nvSpPr>
          <p:cNvPr id="29700"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0297839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BEC386D-C6BA-4118-9175-9A5CA2352BB0}" type="slidenum">
              <a:rPr lang="en-US" altLang="en-US"/>
              <a:pPr>
                <a:spcBef>
                  <a:spcPct val="0"/>
                </a:spcBef>
                <a:buClrTx/>
                <a:buFontTx/>
                <a:buNone/>
              </a:pPr>
              <a:t>135</a:t>
            </a:fld>
            <a:endParaRPr lang="en-US" altLang="en-US"/>
          </a:p>
        </p:txBody>
      </p:sp>
      <p:sp>
        <p:nvSpPr>
          <p:cNvPr id="31747"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467C1C0-AE83-44E2-A767-31F47D4BF32B}" type="slidenum">
              <a:rPr lang="en-US" altLang="en-US">
                <a:latin typeface="Arial" panose="020B0604020202020204" pitchFamily="34" charset="0"/>
              </a:rPr>
              <a:pPr algn="r" eaLnBrk="1" hangingPunct="1">
                <a:spcBef>
                  <a:spcPct val="0"/>
                </a:spcBef>
                <a:buClrTx/>
                <a:buFontTx/>
                <a:buNone/>
              </a:pPr>
              <a:t>135</a:t>
            </a:fld>
            <a:endParaRPr lang="en-US" altLang="en-US">
              <a:latin typeface="Arial" panose="020B0604020202020204" pitchFamily="34" charset="0"/>
            </a:endParaRPr>
          </a:p>
        </p:txBody>
      </p:sp>
      <p:sp>
        <p:nvSpPr>
          <p:cNvPr id="31748" name="Rectangle 2"/>
          <p:cNvSpPr>
            <a:spLocks noChangeArrowheads="1" noTextEdit="1"/>
          </p:cNvSpPr>
          <p:nvPr>
            <p:ph type="sldImg"/>
          </p:nvPr>
        </p:nvSpPr>
        <p:spPr>
          <a:xfrm>
            <a:off x="2286000" y="514350"/>
            <a:ext cx="4572000" cy="2571750"/>
          </a:xfrm>
          <a:solidFill>
            <a:srgbClr val="FFFFFF"/>
          </a:solidFill>
          <a:ln/>
        </p:spPr>
      </p:sp>
      <p:sp>
        <p:nvSpPr>
          <p:cNvPr id="31749"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75698764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0D52492-E29A-43DA-A680-E793282D16A4}" type="slidenum">
              <a:rPr lang="en-US" altLang="en-US"/>
              <a:pPr>
                <a:spcBef>
                  <a:spcPct val="0"/>
                </a:spcBef>
                <a:buClrTx/>
                <a:buFontTx/>
                <a:buNone/>
              </a:pPr>
              <a:t>136</a:t>
            </a:fld>
            <a:endParaRPr lang="en-US" altLang="en-US"/>
          </a:p>
        </p:txBody>
      </p:sp>
      <p:sp>
        <p:nvSpPr>
          <p:cNvPr id="33795" name="Rectangle 1"/>
          <p:cNvSpPr>
            <a:spLocks noChangeArrowheads="1" noTextEdit="1"/>
          </p:cNvSpPr>
          <p:nvPr>
            <p:ph type="sldImg"/>
          </p:nvPr>
        </p:nvSpPr>
        <p:spPr>
          <a:xfrm>
            <a:off x="381000" y="685800"/>
            <a:ext cx="6096000" cy="3429000"/>
          </a:xfrm>
          <a:solidFill>
            <a:srgbClr val="FFFFFF"/>
          </a:solidFill>
          <a:ln/>
        </p:spPr>
      </p:sp>
      <p:sp>
        <p:nvSpPr>
          <p:cNvPr id="33796"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5094908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E5A43DE6-8BC0-424A-AE50-2A13035DB53B}" type="slidenum">
              <a:rPr lang="en-US" altLang="en-US"/>
              <a:pPr>
                <a:spcBef>
                  <a:spcPct val="0"/>
                </a:spcBef>
                <a:buClrTx/>
                <a:buFontTx/>
                <a:buNone/>
              </a:pPr>
              <a:t>137</a:t>
            </a:fld>
            <a:endParaRPr lang="en-US" altLang="en-US"/>
          </a:p>
        </p:txBody>
      </p:sp>
      <p:sp>
        <p:nvSpPr>
          <p:cNvPr id="35843"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855ECA36-FFC1-4F86-902F-ECBBF24D6FCB}" type="slidenum">
              <a:rPr lang="en-US" altLang="en-US">
                <a:latin typeface="Arial" panose="020B0604020202020204" pitchFamily="34" charset="0"/>
              </a:rPr>
              <a:pPr algn="r" eaLnBrk="1" hangingPunct="1">
                <a:spcBef>
                  <a:spcPct val="0"/>
                </a:spcBef>
                <a:buClrTx/>
                <a:buFontTx/>
                <a:buNone/>
              </a:pPr>
              <a:t>137</a:t>
            </a:fld>
            <a:endParaRPr lang="en-US" altLang="en-US">
              <a:latin typeface="Arial" panose="020B0604020202020204" pitchFamily="34" charset="0"/>
            </a:endParaRPr>
          </a:p>
        </p:txBody>
      </p:sp>
      <p:sp>
        <p:nvSpPr>
          <p:cNvPr id="35844" name="Rectangle 2"/>
          <p:cNvSpPr>
            <a:spLocks noChangeArrowheads="1" noTextEdit="1"/>
          </p:cNvSpPr>
          <p:nvPr>
            <p:ph type="sldImg"/>
          </p:nvPr>
        </p:nvSpPr>
        <p:spPr>
          <a:xfrm>
            <a:off x="2286000" y="514350"/>
            <a:ext cx="4572000" cy="2571750"/>
          </a:xfrm>
          <a:solidFill>
            <a:srgbClr val="FFFFFF"/>
          </a:solidFill>
          <a:ln/>
        </p:spPr>
      </p:sp>
      <p:sp>
        <p:nvSpPr>
          <p:cNvPr id="35845"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81586244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D9EA5AA4-F8A0-4214-A426-7528174143A8}" type="slidenum">
              <a:rPr lang="en-US" altLang="en-US"/>
              <a:pPr>
                <a:spcBef>
                  <a:spcPct val="0"/>
                </a:spcBef>
                <a:buClrTx/>
                <a:buFontTx/>
                <a:buNone/>
              </a:pPr>
              <a:t>138</a:t>
            </a:fld>
            <a:endParaRPr lang="en-US" altLang="en-US"/>
          </a:p>
        </p:txBody>
      </p:sp>
      <p:sp>
        <p:nvSpPr>
          <p:cNvPr id="37891"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54EE96A2-825A-4DE8-AD65-CBF9D38C7764}" type="slidenum">
              <a:rPr lang="en-US" altLang="en-US">
                <a:latin typeface="Arial" panose="020B0604020202020204" pitchFamily="34" charset="0"/>
              </a:rPr>
              <a:pPr algn="r" eaLnBrk="1" hangingPunct="1">
                <a:spcBef>
                  <a:spcPct val="0"/>
                </a:spcBef>
                <a:buClrTx/>
                <a:buFontTx/>
                <a:buNone/>
              </a:pPr>
              <a:t>138</a:t>
            </a:fld>
            <a:endParaRPr lang="en-US" altLang="en-US">
              <a:latin typeface="Arial" panose="020B0604020202020204" pitchFamily="34" charset="0"/>
            </a:endParaRPr>
          </a:p>
        </p:txBody>
      </p:sp>
      <p:sp>
        <p:nvSpPr>
          <p:cNvPr id="37892" name="Rectangle 2"/>
          <p:cNvSpPr>
            <a:spLocks noChangeArrowheads="1" noTextEdit="1"/>
          </p:cNvSpPr>
          <p:nvPr>
            <p:ph type="sldImg"/>
          </p:nvPr>
        </p:nvSpPr>
        <p:spPr>
          <a:xfrm>
            <a:off x="2286000" y="514350"/>
            <a:ext cx="4572000" cy="2571750"/>
          </a:xfrm>
          <a:solidFill>
            <a:srgbClr val="FFFFFF"/>
          </a:solidFill>
          <a:ln/>
        </p:spPr>
      </p:sp>
      <p:sp>
        <p:nvSpPr>
          <p:cNvPr id="37893"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7117248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6F652482-1BD4-4E41-89C8-8ED396BDE27E}" type="slidenum">
              <a:rPr lang="en-US" altLang="en-US"/>
              <a:pPr>
                <a:spcBef>
                  <a:spcPct val="0"/>
                </a:spcBef>
                <a:buClrTx/>
                <a:buFontTx/>
                <a:buNone/>
              </a:pPr>
              <a:t>139</a:t>
            </a:fld>
            <a:endParaRPr lang="en-US" altLang="en-US"/>
          </a:p>
        </p:txBody>
      </p:sp>
      <p:sp>
        <p:nvSpPr>
          <p:cNvPr id="39939"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F76C8AAE-F849-48DB-A557-3075EA71A024}" type="slidenum">
              <a:rPr lang="en-US" altLang="en-US">
                <a:latin typeface="Arial" panose="020B0604020202020204" pitchFamily="34" charset="0"/>
              </a:rPr>
              <a:pPr algn="r" eaLnBrk="1" hangingPunct="1">
                <a:spcBef>
                  <a:spcPct val="0"/>
                </a:spcBef>
                <a:buClrTx/>
                <a:buFontTx/>
                <a:buNone/>
              </a:pPr>
              <a:t>139</a:t>
            </a:fld>
            <a:endParaRPr lang="en-US" altLang="en-US">
              <a:latin typeface="Arial" panose="020B0604020202020204" pitchFamily="34" charset="0"/>
            </a:endParaRPr>
          </a:p>
        </p:txBody>
      </p:sp>
      <p:sp>
        <p:nvSpPr>
          <p:cNvPr id="39940" name="Rectangle 2"/>
          <p:cNvSpPr>
            <a:spLocks noChangeArrowheads="1" noTextEdit="1"/>
          </p:cNvSpPr>
          <p:nvPr>
            <p:ph type="sldImg"/>
          </p:nvPr>
        </p:nvSpPr>
        <p:spPr>
          <a:xfrm>
            <a:off x="2286000" y="514350"/>
            <a:ext cx="4572000" cy="2571750"/>
          </a:xfrm>
          <a:solidFill>
            <a:srgbClr val="FFFFFF"/>
          </a:solidFill>
          <a:ln/>
        </p:spPr>
      </p:sp>
      <p:sp>
        <p:nvSpPr>
          <p:cNvPr id="39941"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3096594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CAA2A717-C240-4861-A2C5-9BAEA266DFCE}" type="slidenum">
              <a:rPr lang="en-US" altLang="en-US"/>
              <a:pPr>
                <a:spcBef>
                  <a:spcPct val="0"/>
                </a:spcBef>
                <a:buClrTx/>
                <a:buFontTx/>
                <a:buNone/>
              </a:pPr>
              <a:t>140</a:t>
            </a:fld>
            <a:endParaRPr lang="en-US" altLang="en-US"/>
          </a:p>
        </p:txBody>
      </p:sp>
      <p:sp>
        <p:nvSpPr>
          <p:cNvPr id="41987" name="Text Box 1"/>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FontTx/>
              <a:buNone/>
            </a:pPr>
            <a:fld id="{A21AD2B6-79E5-4107-8417-F82116A1B6B6}" type="slidenum">
              <a:rPr lang="en-US" altLang="en-US">
                <a:latin typeface="Arial" panose="020B0604020202020204" pitchFamily="34" charset="0"/>
              </a:rPr>
              <a:pPr algn="r" eaLnBrk="1" hangingPunct="1">
                <a:spcBef>
                  <a:spcPct val="0"/>
                </a:spcBef>
                <a:buClrTx/>
                <a:buFontTx/>
                <a:buNone/>
              </a:pPr>
              <a:t>140</a:t>
            </a:fld>
            <a:endParaRPr lang="en-US" altLang="en-US">
              <a:latin typeface="Arial" panose="020B0604020202020204" pitchFamily="34" charset="0"/>
            </a:endParaRPr>
          </a:p>
        </p:txBody>
      </p:sp>
      <p:sp>
        <p:nvSpPr>
          <p:cNvPr id="41988" name="Rectangle 2"/>
          <p:cNvSpPr>
            <a:spLocks noChangeArrowheads="1" noTextEdit="1"/>
          </p:cNvSpPr>
          <p:nvPr>
            <p:ph type="sldImg"/>
          </p:nvPr>
        </p:nvSpPr>
        <p:spPr>
          <a:xfrm>
            <a:off x="2286000" y="514350"/>
            <a:ext cx="4572000" cy="2571750"/>
          </a:xfrm>
          <a:solidFill>
            <a:srgbClr val="FFFFFF"/>
          </a:solidFill>
          <a:ln/>
        </p:spPr>
      </p:sp>
      <p:sp>
        <p:nvSpPr>
          <p:cNvPr id="41989" name="Rectangle 3"/>
          <p:cNvSpPr>
            <a:spLocks noChangeArrowheads="1"/>
          </p:cNvSpPr>
          <p:nvPr>
            <p:ph type="body" idx="1"/>
          </p:nvPr>
        </p:nvSpPr>
        <p:spPr>
          <a:xfrm>
            <a:off x="914400" y="3257550"/>
            <a:ext cx="73152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94434445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5"/>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ClrTx/>
              <a:buFontTx/>
              <a:buNone/>
            </a:pPr>
            <a:fld id="{5435EF18-7A03-4A9F-92AF-D89C7AD9891A}" type="slidenum">
              <a:rPr lang="en-US" altLang="en-US"/>
              <a:pPr>
                <a:spcBef>
                  <a:spcPct val="0"/>
                </a:spcBef>
                <a:buClrTx/>
                <a:buFontTx/>
                <a:buNone/>
              </a:pPr>
              <a:t>141</a:t>
            </a:fld>
            <a:endParaRPr lang="en-US" altLang="en-US"/>
          </a:p>
        </p:txBody>
      </p:sp>
      <p:sp>
        <p:nvSpPr>
          <p:cNvPr id="44035" name="Rectangle 1"/>
          <p:cNvSpPr>
            <a:spLocks noChangeArrowheads="1" noTextEdit="1"/>
          </p:cNvSpPr>
          <p:nvPr>
            <p:ph type="sldImg"/>
          </p:nvPr>
        </p:nvSpPr>
        <p:spPr>
          <a:xfrm>
            <a:off x="381000" y="685800"/>
            <a:ext cx="6096000" cy="3429000"/>
          </a:xfrm>
          <a:solidFill>
            <a:srgbClr val="FFFFFF"/>
          </a:solidFill>
          <a:ln/>
        </p:spPr>
      </p:sp>
      <p:sp>
        <p:nvSpPr>
          <p:cNvPr id="44036" name="Rectangle 2"/>
          <p:cNvSpPr>
            <a:spLocks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5088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4CAF91E-AD81-4C49-B84B-C3DDC3244EB8}" type="datetimeFigureOut">
              <a:rPr lang="en-GB" smtClean="0"/>
              <a:t>28/01/2023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1970656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CAF91E-AD81-4C49-B84B-C3DDC3244EB8}" type="datetimeFigureOut">
              <a:rPr lang="en-GB" smtClean="0"/>
              <a:t>28/01/2023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542819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CAF91E-AD81-4C49-B84B-C3DDC3244EB8}" type="datetimeFigureOut">
              <a:rPr lang="en-GB" smtClean="0"/>
              <a:t>28/01/2023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545546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04CAF91E-AD81-4C49-B84B-C3DDC3244EB8}" type="datetimeFigureOut">
              <a:rPr lang="en-GB" smtClean="0"/>
              <a:t>28/01/2023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1817659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04CAF91E-AD81-4C49-B84B-C3DDC3244EB8}" type="datetimeFigureOut">
              <a:rPr lang="en-GB" smtClean="0"/>
              <a:t>28/01/2023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433873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4CAF91E-AD81-4C49-B84B-C3DDC3244EB8}" type="datetimeFigureOut">
              <a:rPr lang="en-GB" smtClean="0"/>
              <a:t>28/01/2023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43357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CAF91E-AD81-4C49-B84B-C3DDC3244EB8}" type="datetimeFigureOut">
              <a:rPr lang="en-GB" smtClean="0"/>
              <a:t>28/01/2023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7145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CAF91E-AD81-4C49-B84B-C3DDC3244EB8}" type="datetimeFigureOut">
              <a:rPr lang="en-GB" smtClean="0"/>
              <a:t>28/01/2023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06701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CAF91E-AD81-4C49-B84B-C3DDC3244EB8}" type="datetimeFigureOut">
              <a:rPr lang="en-GB" smtClean="0"/>
              <a:t>28/01/2023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2147247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CAF91E-AD81-4C49-B84B-C3DDC3244EB8}" type="datetimeFigureOut">
              <a:rPr lang="en-GB" smtClean="0"/>
              <a:t>28/01/2023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454868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4CAF91E-AD81-4C49-B84B-C3DDC3244EB8}" type="datetimeFigureOut">
              <a:rPr lang="en-GB" smtClean="0"/>
              <a:t>28/01/2023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BF547D-688E-42F4-91F1-E2A4945F1DCB}" type="slidenum">
              <a:rPr lang="en-GB" smtClean="0"/>
              <a:t>‹#›</a:t>
            </a:fld>
            <a:endParaRPr lang="en-GB"/>
          </a:p>
        </p:txBody>
      </p:sp>
    </p:spTree>
    <p:extLst>
      <p:ext uri="{BB962C8B-B14F-4D97-AF65-F5344CB8AC3E}">
        <p14:creationId xmlns:p14="http://schemas.microsoft.com/office/powerpoint/2010/main" val="373401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AF91E-AD81-4C49-B84B-C3DDC3244EB8}" type="datetimeFigureOut">
              <a:rPr lang="en-GB" smtClean="0"/>
              <a:t>28/01/2023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BF547D-688E-42F4-91F1-E2A4945F1DCB}" type="slidenum">
              <a:rPr lang="en-GB" smtClean="0"/>
              <a:t>‹#›</a:t>
            </a:fld>
            <a:endParaRPr lang="en-GB"/>
          </a:p>
        </p:txBody>
      </p:sp>
    </p:spTree>
    <p:extLst>
      <p:ext uri="{BB962C8B-B14F-4D97-AF65-F5344CB8AC3E}">
        <p14:creationId xmlns:p14="http://schemas.microsoft.com/office/powerpoint/2010/main" val="1457177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www.tfh-berlin.de/~schwenk/hobby/fourier/Welcome.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57.w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60.wmf"/><Relationship Id="rId4" Type="http://schemas.openxmlformats.org/officeDocument/2006/relationships/oleObject" Target="../embeddings/oleObject2.bin"/></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6.xml"/><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7"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64.wmf"/><Relationship Id="rId4" Type="http://schemas.openxmlformats.org/officeDocument/2006/relationships/oleObject" Target="../embeddings/oleObject3.bin"/></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7" Type="http://schemas.openxmlformats.org/officeDocument/2006/relationships/image" Target="../media/image6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0.pn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4.xml"/><Relationship Id="rId7" Type="http://schemas.openxmlformats.org/officeDocument/2006/relationships/image" Target="../media/image74.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73.wmf"/><Relationship Id="rId5" Type="http://schemas.openxmlformats.org/officeDocument/2006/relationships/oleObject" Target="../embeddings/oleObject6.bin"/><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75.png"/><Relationship Id="rId4" Type="http://schemas.openxmlformats.org/officeDocument/2006/relationships/image" Target="../media/image71.png"/></Relationships>
</file>

<file path=ppt/slides/_rels/slide8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png"/><Relationship Id="rId5" Type="http://schemas.openxmlformats.org/officeDocument/2006/relationships/image" Target="../media/image78.png"/><Relationship Id="rId4" Type="http://schemas.openxmlformats.org/officeDocument/2006/relationships/oleObject" Target="../embeddings/oleObject7.bin"/></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3.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79.wmf"/><Relationship Id="rId5" Type="http://schemas.openxmlformats.org/officeDocument/2006/relationships/oleObject" Target="../embeddings/oleObject8.bin"/><Relationship Id="rId4" Type="http://schemas.openxmlformats.org/officeDocument/2006/relationships/image" Target="../media/image80.png"/></Relationships>
</file>

<file path=ppt/slides/_rels/slide9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66.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5.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80.png"/><Relationship Id="rId5" Type="http://schemas.openxmlformats.org/officeDocument/2006/relationships/image" Target="../media/image82.wmf"/><Relationship Id="rId4" Type="http://schemas.openxmlformats.org/officeDocument/2006/relationships/oleObject" Target="../embeddings/oleObject9.bin"/></Relationships>
</file>

<file path=ppt/slides/_rels/slide9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83.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7.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80.png"/><Relationship Id="rId5" Type="http://schemas.openxmlformats.org/officeDocument/2006/relationships/image" Target="../media/image84.wmf"/><Relationship Id="rId4" Type="http://schemas.openxmlformats.org/officeDocument/2006/relationships/oleObject" Target="../embeddings/oleObject10.bin"/></Relationships>
</file>

<file path=ppt/slides/_rels/slide9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85.png"/></Relationships>
</file>

<file path=ppt/slides/_rels/slide10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5.png"/><Relationship Id="rId4" Type="http://schemas.openxmlformats.org/officeDocument/2006/relationships/image" Target="../media/image66.png"/></Relationships>
</file>

<file path=ppt/slides/_rels/slide10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png"/><Relationship Id="rId5" Type="http://schemas.openxmlformats.org/officeDocument/2006/relationships/image" Target="../media/image90.png"/><Relationship Id="rId4" Type="http://schemas.openxmlformats.org/officeDocument/2006/relationships/oleObject" Target="../embeddings/oleObject11.bin"/></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90.png"/><Relationship Id="rId4" Type="http://schemas.openxmlformats.org/officeDocument/2006/relationships/oleObject" Target="../embeddings/oleObject12.bin"/></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90.png"/><Relationship Id="rId4" Type="http://schemas.openxmlformats.org/officeDocument/2006/relationships/oleObject" Target="../embeddings/oleObject13.bin"/></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90.png"/><Relationship Id="rId4" Type="http://schemas.openxmlformats.org/officeDocument/2006/relationships/oleObject" Target="../embeddings/oleObject14.bin"/></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90.png"/><Relationship Id="rId4" Type="http://schemas.openxmlformats.org/officeDocument/2006/relationships/oleObject" Target="../embeddings/oleObject15.bin"/></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1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11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25.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1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31.xml"/><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13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110.png"/></Relationships>
</file>

<file path=ppt/slides/_rels/slide13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5.xml"/><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1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13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37.xml"/><Relationship Id="rId1" Type="http://schemas.openxmlformats.org/officeDocument/2006/relationships/slideLayout" Target="../slideLayouts/slideLayout7.xml"/><Relationship Id="rId5" Type="http://schemas.openxmlformats.org/officeDocument/2006/relationships/image" Target="../media/image119.png"/><Relationship Id="rId4" Type="http://schemas.openxmlformats.org/officeDocument/2006/relationships/image" Target="../media/image118.png"/></Relationships>
</file>

<file path=ppt/slides/_rels/slide139.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40.xml"/><Relationship Id="rId1" Type="http://schemas.openxmlformats.org/officeDocument/2006/relationships/slideLayout" Target="../slideLayouts/slideLayout7.xml"/><Relationship Id="rId4"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7063" y="2572340"/>
            <a:ext cx="9144000" cy="758688"/>
          </a:xfrm>
        </p:spPr>
        <p:txBody>
          <a:bodyPr>
            <a:normAutofit/>
          </a:bodyPr>
          <a:lstStyle/>
          <a:p>
            <a:r>
              <a:rPr lang="en-GB" sz="3600" b="1" dirty="0"/>
              <a:t>Image Enhancement in the Frequency Domain</a:t>
            </a:r>
            <a:endParaRPr lang="en-GB" sz="3600" dirty="0"/>
          </a:p>
        </p:txBody>
      </p:sp>
    </p:spTree>
    <p:extLst>
      <p:ext uri="{BB962C8B-B14F-4D97-AF65-F5344CB8AC3E}">
        <p14:creationId xmlns:p14="http://schemas.microsoft.com/office/powerpoint/2010/main" val="3283511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Jean Baptiste Joseph Fourier</a:t>
            </a:r>
          </a:p>
        </p:txBody>
      </p:sp>
      <p:sp>
        <p:nvSpPr>
          <p:cNvPr id="8195" name="Text Box 2"/>
          <p:cNvSpPr txBox="1">
            <a:spLocks noChangeArrowheads="1"/>
          </p:cNvSpPr>
          <p:nvPr/>
        </p:nvSpPr>
        <p:spPr bwMode="auto">
          <a:xfrm>
            <a:off x="1637506" y="1333500"/>
            <a:ext cx="94107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3200">
                <a:solidFill>
                  <a:srgbClr val="000000"/>
                </a:solidFill>
                <a:latin typeface="Arial" panose="020B0604020202020204" pitchFamily="34" charset="0"/>
                <a:ea typeface="ＭＳ Ｐゴシック" panose="020B0600070205080204" pitchFamily="34" charset="-128"/>
              </a:defRPr>
            </a:lvl1pPr>
            <a:lvl2pPr marL="3302000" indent="-282575">
              <a:spcBef>
                <a:spcPts val="700"/>
              </a:spcBef>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2589213" algn="l"/>
                <a:tab pos="2743200" algn="l"/>
                <a:tab pos="3657600" algn="l"/>
                <a:tab pos="4572000" algn="l"/>
                <a:tab pos="5486400" algn="l"/>
                <a:tab pos="6400800" algn="l"/>
                <a:tab pos="7315200" algn="l"/>
                <a:tab pos="8229600" algn="l"/>
                <a:tab pos="9144000" algn="l"/>
                <a:tab pos="10058400" algn="l"/>
                <a:tab pos="105156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90000"/>
              </a:lnSpc>
              <a:buClrTx/>
              <a:buFontTx/>
              <a:buNone/>
            </a:pPr>
            <a:r>
              <a:rPr lang="en-IE" altLang="en-US"/>
              <a:t>	Fourier was born in Auxerre, 	</a:t>
            </a:r>
          </a:p>
          <a:p>
            <a:pPr eaLnBrk="1" hangingPunct="1">
              <a:lnSpc>
                <a:spcPct val="90000"/>
              </a:lnSpc>
              <a:buClrTx/>
              <a:buFontTx/>
              <a:buNone/>
            </a:pPr>
            <a:r>
              <a:rPr lang="en-IE" altLang="en-US"/>
              <a:t>	France in 1768</a:t>
            </a:r>
          </a:p>
          <a:p>
            <a:pPr lvl="1" eaLnBrk="1" hangingPunct="1">
              <a:lnSpc>
                <a:spcPct val="90000"/>
              </a:lnSpc>
              <a:buFont typeface="Arial" panose="020B0604020202020204" pitchFamily="34" charset="0"/>
              <a:buChar char="–"/>
            </a:pPr>
            <a:r>
              <a:rPr lang="en-IE" altLang="en-US"/>
              <a:t>Most famous for his work “</a:t>
            </a:r>
            <a:r>
              <a:rPr lang="en-IE" altLang="ja-JP" i="1"/>
              <a:t>La Théorie Analitique de la Chaleur</a:t>
            </a:r>
            <a:r>
              <a:rPr lang="en-IE" altLang="en-US" i="1"/>
              <a:t>”</a:t>
            </a:r>
            <a:r>
              <a:rPr lang="en-IE" altLang="ja-JP"/>
              <a:t> published in 1822</a:t>
            </a:r>
          </a:p>
          <a:p>
            <a:pPr lvl="1" eaLnBrk="1" hangingPunct="1">
              <a:lnSpc>
                <a:spcPct val="90000"/>
              </a:lnSpc>
              <a:buFont typeface="Arial" panose="020B0604020202020204" pitchFamily="34" charset="0"/>
              <a:buChar char="–"/>
            </a:pPr>
            <a:r>
              <a:rPr lang="en-IE" altLang="en-US"/>
              <a:t>Translated into English in 1878: “</a:t>
            </a:r>
            <a:r>
              <a:rPr lang="en-IE" altLang="ja-JP" i="1"/>
              <a:t>The Analytic Theory of Heat</a:t>
            </a:r>
            <a:r>
              <a:rPr lang="en-IE" altLang="en-US" i="1"/>
              <a:t>”</a:t>
            </a:r>
            <a:endParaRPr lang="en-IE" altLang="ja-JP" i="1"/>
          </a:p>
          <a:p>
            <a:pPr eaLnBrk="1" hangingPunct="1">
              <a:lnSpc>
                <a:spcPct val="90000"/>
              </a:lnSpc>
              <a:buClrTx/>
              <a:buFontTx/>
              <a:buNone/>
            </a:pPr>
            <a:r>
              <a:rPr lang="en-IE" altLang="en-US"/>
              <a:t>Nobody paid much attention when the work was first published</a:t>
            </a:r>
          </a:p>
          <a:p>
            <a:pPr eaLnBrk="1" hangingPunct="1">
              <a:lnSpc>
                <a:spcPct val="90000"/>
              </a:lnSpc>
              <a:buClrTx/>
              <a:buFontTx/>
              <a:buNone/>
            </a:pPr>
            <a:r>
              <a:rPr lang="en-IE" altLang="en-US"/>
              <a:t>One of the most important mathematical theories in modern engineering</a:t>
            </a:r>
          </a:p>
        </p:txBody>
      </p:sp>
      <p:pic>
        <p:nvPicPr>
          <p:cNvPr id="819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932" y="1431926"/>
            <a:ext cx="2424113"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40887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Big Idea</a:t>
            </a:r>
          </a:p>
        </p:txBody>
      </p:sp>
      <p:grpSp>
        <p:nvGrpSpPr>
          <p:cNvPr id="10243" name="Group 2"/>
          <p:cNvGrpSpPr>
            <a:grpSpLocks/>
          </p:cNvGrpSpPr>
          <p:nvPr/>
        </p:nvGrpSpPr>
        <p:grpSpPr bwMode="auto">
          <a:xfrm>
            <a:off x="6380956" y="1357313"/>
            <a:ext cx="3297238" cy="3219450"/>
            <a:chOff x="3300" y="855"/>
            <a:chExt cx="2077" cy="2028"/>
          </a:xfrm>
        </p:grpSpPr>
        <p:pic>
          <p:nvPicPr>
            <p:cNvPr id="10250" name="Picture 3"/>
            <p:cNvPicPr>
              <a:picLocks noChangeAspect="1" noChangeArrowheads="1"/>
            </p:cNvPicPr>
            <p:nvPr/>
          </p:nvPicPr>
          <p:blipFill>
            <a:blip r:embed="rId3">
              <a:lum bright="-54000" contrast="84000"/>
              <a:extLst>
                <a:ext uri="{28A0092B-C50C-407E-A947-70E740481C1C}">
                  <a14:useLocalDpi xmlns:a14="http://schemas.microsoft.com/office/drawing/2010/main" val="0"/>
                </a:ext>
              </a:extLst>
            </a:blip>
            <a:srcRect l="23271" r="22221" b="45988"/>
            <a:stretch>
              <a:fillRect/>
            </a:stretch>
          </p:blipFill>
          <p:spPr bwMode="auto">
            <a:xfrm>
              <a:off x="3466" y="871"/>
              <a:ext cx="1911" cy="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AutoShape 4"/>
            <p:cNvSpPr>
              <a:spLocks/>
            </p:cNvSpPr>
            <p:nvPr/>
          </p:nvSpPr>
          <p:spPr bwMode="auto">
            <a:xfrm>
              <a:off x="3300" y="855"/>
              <a:ext cx="201" cy="2028"/>
            </a:xfrm>
            <a:prstGeom prst="leftBrace">
              <a:avLst>
                <a:gd name="adj1" fmla="val 84080"/>
                <a:gd name="adj2" fmla="val 50000"/>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pic>
        <p:nvPicPr>
          <p:cNvPr id="10244" name="Picture 5"/>
          <p:cNvPicPr>
            <a:picLocks noChangeAspect="1" noChangeArrowheads="1"/>
          </p:cNvPicPr>
          <p:nvPr/>
        </p:nvPicPr>
        <p:blipFill>
          <a:blip r:embed="rId3">
            <a:lum bright="-54000" contrast="84000"/>
            <a:extLst>
              <a:ext uri="{28A0092B-C50C-407E-A947-70E740481C1C}">
                <a14:useLocalDpi xmlns:a14="http://schemas.microsoft.com/office/drawing/2010/main" val="0"/>
              </a:ext>
            </a:extLst>
          </a:blip>
          <a:srcRect l="23271" t="53616" r="22221" b="9460"/>
          <a:stretch>
            <a:fillRect/>
          </a:stretch>
        </p:blipFill>
        <p:spPr bwMode="auto">
          <a:xfrm>
            <a:off x="2402682" y="1885950"/>
            <a:ext cx="3046413"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6"/>
          <p:cNvSpPr txBox="1">
            <a:spLocks noChangeArrowheads="1"/>
          </p:cNvSpPr>
          <p:nvPr/>
        </p:nvSpPr>
        <p:spPr bwMode="auto">
          <a:xfrm>
            <a:off x="5625307" y="2560638"/>
            <a:ext cx="53816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4800">
                <a:solidFill>
                  <a:srgbClr val="000000"/>
                </a:solidFill>
              </a:rPr>
              <a:t>=</a:t>
            </a:r>
          </a:p>
        </p:txBody>
      </p:sp>
      <p:sp>
        <p:nvSpPr>
          <p:cNvPr id="10246" name="Rectangle 7"/>
          <p:cNvSpPr>
            <a:spLocks noChangeArrowheads="1"/>
          </p:cNvSpPr>
          <p:nvPr/>
        </p:nvSpPr>
        <p:spPr bwMode="auto">
          <a:xfrm>
            <a:off x="1637506" y="4683126"/>
            <a:ext cx="94107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107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Any function that periodically repeats itself can be expressed as a sum of sines and cosines of different frequencies each multiplied by a different coefficient – a </a:t>
            </a:r>
            <a:r>
              <a:rPr lang="en-IE" altLang="en-US" i="1"/>
              <a:t>Fourier series</a:t>
            </a:r>
          </a:p>
        </p:txBody>
      </p:sp>
      <p:grpSp>
        <p:nvGrpSpPr>
          <p:cNvPr id="10247" name="Group 8"/>
          <p:cNvGrpSpPr>
            <a:grpSpLocks/>
          </p:cNvGrpSpPr>
          <p:nvPr/>
        </p:nvGrpSpPr>
        <p:grpSpPr bwMode="auto">
          <a:xfrm>
            <a:off x="1139032" y="1631951"/>
            <a:ext cx="269875" cy="5218113"/>
            <a:chOff x="-2" y="1028"/>
            <a:chExt cx="170" cy="3287"/>
          </a:xfrm>
        </p:grpSpPr>
        <p:pic>
          <p:nvPicPr>
            <p:cNvPr id="10248"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9" name="Rectangle 10"/>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7651692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Big Idea (cont…)</a:t>
            </a:r>
          </a:p>
        </p:txBody>
      </p:sp>
      <p:sp>
        <p:nvSpPr>
          <p:cNvPr id="12291" name="Text Box 2"/>
          <p:cNvSpPr txBox="1">
            <a:spLocks noChangeArrowheads="1"/>
          </p:cNvSpPr>
          <p:nvPr/>
        </p:nvSpPr>
        <p:spPr bwMode="auto">
          <a:xfrm>
            <a:off x="1637506" y="4291014"/>
            <a:ext cx="8915400" cy="25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Notice how we get closer and closer to the original function as we add more and more frequencies</a:t>
            </a:r>
          </a:p>
        </p:txBody>
      </p:sp>
      <p:sp>
        <p:nvSpPr>
          <p:cNvPr id="12292" name="Rectangle 3"/>
          <p:cNvSpPr>
            <a:spLocks noChangeArrowheads="1"/>
          </p:cNvSpPr>
          <p:nvPr/>
        </p:nvSpPr>
        <p:spPr bwMode="auto">
          <a:xfrm rot="16200000">
            <a:off x="-1242219" y="4198938"/>
            <a:ext cx="5035550" cy="273050"/>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Taken from </a:t>
            </a:r>
            <a:r>
              <a:rPr lang="en-US" altLang="en-US" sz="1200">
                <a:solidFill>
                  <a:srgbClr val="CCCCFF"/>
                </a:solidFill>
                <a:hlinkClick r:id="rId3"/>
              </a:rPr>
              <a:t>www.tfh-berlin.de/~schwenk/hobby/fourier/Welcome.html</a:t>
            </a:r>
          </a:p>
        </p:txBody>
      </p:sp>
      <p:pic>
        <p:nvPicPr>
          <p:cNvPr id="1229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481" y="1519238"/>
            <a:ext cx="8853488"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73748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Big Idea (cont…)</a:t>
            </a:r>
          </a:p>
        </p:txBody>
      </p:sp>
      <p:sp>
        <p:nvSpPr>
          <p:cNvPr id="14339" name="Text Box 2"/>
          <p:cNvSpPr txBox="1">
            <a:spLocks noChangeArrowheads="1"/>
          </p:cNvSpPr>
          <p:nvPr/>
        </p:nvSpPr>
        <p:spPr bwMode="auto">
          <a:xfrm>
            <a:off x="7612856" y="1333500"/>
            <a:ext cx="294005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700"/>
              </a:spcBef>
              <a:buClrTx/>
            </a:pPr>
            <a:r>
              <a:rPr lang="en-IE" altLang="en-US" sz="2800">
                <a:solidFill>
                  <a:srgbClr val="000000"/>
                </a:solidFill>
              </a:rPr>
              <a:t>Frequency domain signal processing example in Excel</a:t>
            </a:r>
          </a:p>
        </p:txBody>
      </p:sp>
      <p:pic>
        <p:nvPicPr>
          <p:cNvPr id="14340" name="Picture 3"/>
          <p:cNvPicPr>
            <a:picLocks noChangeAspect="1" noChangeArrowheads="1"/>
          </p:cNvPicPr>
          <p:nvPr/>
        </p:nvPicPr>
        <p:blipFill>
          <a:blip r:embed="rId3">
            <a:extLst>
              <a:ext uri="{28A0092B-C50C-407E-A947-70E740481C1C}">
                <a14:useLocalDpi xmlns:a14="http://schemas.microsoft.com/office/drawing/2010/main" val="0"/>
              </a:ext>
            </a:extLst>
          </a:blip>
          <a:srcRect l="2748" t="6291" r="38803" b="4062"/>
          <a:stretch>
            <a:fillRect/>
          </a:stretch>
        </p:blipFill>
        <p:spPr bwMode="auto">
          <a:xfrm>
            <a:off x="1367631" y="1281114"/>
            <a:ext cx="6211888" cy="549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74860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Introduction to the Fourier Transform</a:t>
            </a:r>
          </a:p>
        </p:txBody>
      </p:sp>
      <p:pic>
        <p:nvPicPr>
          <p:cNvPr id="163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406" y="1519238"/>
            <a:ext cx="89154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9731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(continued)</a:t>
            </a: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406" y="1495426"/>
            <a:ext cx="8915400"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92384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(continued)</a:t>
            </a:r>
          </a:p>
        </p:txBody>
      </p:sp>
      <p:pic>
        <p:nvPicPr>
          <p:cNvPr id="204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4019" y="1363664"/>
            <a:ext cx="891540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61988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(continued)</a:t>
            </a:r>
          </a:p>
        </p:txBody>
      </p:sp>
      <p:pic>
        <p:nvPicPr>
          <p:cNvPr id="225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344" y="1438275"/>
            <a:ext cx="8915400" cy="5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3794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(continued)</a:t>
            </a:r>
          </a:p>
        </p:txBody>
      </p:sp>
      <p:pic>
        <p:nvPicPr>
          <p:cNvPr id="245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1182" y="1492251"/>
            <a:ext cx="7269163" cy="263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840488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(Example)</a:t>
            </a:r>
          </a:p>
        </p:txBody>
      </p:sp>
      <p:pic>
        <p:nvPicPr>
          <p:cNvPr id="266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8131" y="1555750"/>
            <a:ext cx="8915400" cy="484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24628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Fourier Transform (Example)</a:t>
            </a:r>
          </a:p>
        </p:txBody>
      </p:sp>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181" y="1543050"/>
            <a:ext cx="891540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9368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2-D Fourier Transform </a:t>
            </a:r>
          </a:p>
        </p:txBody>
      </p:sp>
      <p:pic>
        <p:nvPicPr>
          <p:cNvPr id="307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5594" y="1862139"/>
            <a:ext cx="891540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07852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2-D Fourier Transform (Continued) </a:t>
            </a:r>
          </a:p>
        </p:txBody>
      </p:sp>
      <p:pic>
        <p:nvPicPr>
          <p:cNvPr id="327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231" y="1262063"/>
            <a:ext cx="64277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96315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Sample 2-D function and its Fourier spectrum</a:t>
            </a:r>
          </a:p>
        </p:txBody>
      </p:sp>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219" y="1384301"/>
            <a:ext cx="8412162"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43303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Example 2-D Fourier transform</a:t>
            </a:r>
          </a:p>
        </p:txBody>
      </p:sp>
      <p:pic>
        <p:nvPicPr>
          <p:cNvPr id="368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994" y="1363663"/>
            <a:ext cx="73787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2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Example 2-D functions and their spectra</a:t>
            </a:r>
          </a:p>
        </p:txBody>
      </p:sp>
      <p:pic>
        <p:nvPicPr>
          <p:cNvPr id="389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669" y="1546226"/>
            <a:ext cx="54864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30326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The discrete Fourier transform</a:t>
            </a:r>
          </a:p>
        </p:txBody>
      </p:sp>
      <p:pic>
        <p:nvPicPr>
          <p:cNvPr id="4096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556" y="1444626"/>
            <a:ext cx="8915400" cy="429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7465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Sampling a continuous function</a:t>
            </a:r>
          </a:p>
        </p:txBody>
      </p:sp>
      <p:pic>
        <p:nvPicPr>
          <p:cNvPr id="430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394" y="1457325"/>
            <a:ext cx="8915400" cy="5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571416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The discrete Fourier transform pair</a:t>
            </a:r>
          </a:p>
        </p:txBody>
      </p:sp>
      <p:pic>
        <p:nvPicPr>
          <p:cNvPr id="450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6256" y="1387476"/>
            <a:ext cx="89154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5077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The 2-D discrete Fourier transform</a:t>
            </a:r>
          </a:p>
        </p:txBody>
      </p:sp>
      <p:pic>
        <p:nvPicPr>
          <p:cNvPr id="471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719" y="1417638"/>
            <a:ext cx="8915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57858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The 2-D discrete Fourier transform (continued)</a:t>
            </a:r>
          </a:p>
        </p:txBody>
      </p:sp>
      <p:pic>
        <p:nvPicPr>
          <p:cNvPr id="4915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844" y="1565276"/>
            <a:ext cx="8915400"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6592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Discrete Fourier transform example</a:t>
            </a:r>
          </a:p>
        </p:txBody>
      </p:sp>
      <p:pic>
        <p:nvPicPr>
          <p:cNvPr id="512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556" y="1444626"/>
            <a:ext cx="89154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25970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Discrete Fourier transform example (continued)</a:t>
            </a:r>
          </a:p>
        </p:txBody>
      </p:sp>
      <p:pic>
        <p:nvPicPr>
          <p:cNvPr id="532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419" y="1293814"/>
            <a:ext cx="89154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01418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Discrete Fourier transform example (continued)</a:t>
            </a:r>
          </a:p>
        </p:txBody>
      </p:sp>
      <p:pic>
        <p:nvPicPr>
          <p:cNvPr id="552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6394" y="1447801"/>
            <a:ext cx="8915400" cy="498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10438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Properties of the 2-D Fourier transform</a:t>
            </a:r>
          </a:p>
        </p:txBody>
      </p:sp>
      <p:pic>
        <p:nvPicPr>
          <p:cNvPr id="573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644" y="1449389"/>
            <a:ext cx="89154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982263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Separability</a:t>
            </a:r>
          </a:p>
        </p:txBody>
      </p:sp>
      <p:pic>
        <p:nvPicPr>
          <p:cNvPr id="5939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669" y="1724025"/>
            <a:ext cx="8915400" cy="399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50653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Separability (continued)</a:t>
            </a:r>
          </a:p>
        </p:txBody>
      </p:sp>
      <p:pic>
        <p:nvPicPr>
          <p:cNvPr id="614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531" y="1312863"/>
            <a:ext cx="8110538"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83986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Translation</a:t>
            </a:r>
          </a:p>
        </p:txBody>
      </p:sp>
      <p:pic>
        <p:nvPicPr>
          <p:cNvPr id="634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156" y="1438276"/>
            <a:ext cx="8915400" cy="477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060352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Translation (continued)</a:t>
            </a:r>
          </a:p>
        </p:txBody>
      </p:sp>
      <p:pic>
        <p:nvPicPr>
          <p:cNvPr id="655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44" y="1384300"/>
            <a:ext cx="8915400" cy="513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76378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Matlab example</a:t>
            </a:r>
          </a:p>
        </p:txBody>
      </p:sp>
      <p:pic>
        <p:nvPicPr>
          <p:cNvPr id="675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9445" y="1366838"/>
            <a:ext cx="6592887" cy="51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33625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Matlab example (continued)</a:t>
            </a:r>
          </a:p>
        </p:txBody>
      </p:sp>
      <p:pic>
        <p:nvPicPr>
          <p:cNvPr id="696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145" y="1273175"/>
            <a:ext cx="86328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0391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b="1">
                <a:solidFill>
                  <a:srgbClr val="FFFFFF"/>
                </a:solidFill>
                <a:latin typeface="ArialMT" pitchFamily="32" charset="0"/>
                <a:cs typeface="ArialMT" pitchFamily="32" charset="0"/>
              </a:rPr>
              <a:t>Example image and complete, scaled Fourier spectrum plot</a:t>
            </a:r>
          </a:p>
        </p:txBody>
      </p:sp>
      <p:pic>
        <p:nvPicPr>
          <p:cNvPr id="716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5769" y="1601788"/>
            <a:ext cx="8915400"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05265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3600" b="1">
                <a:solidFill>
                  <a:srgbClr val="FFFFFF"/>
                </a:solidFill>
                <a:latin typeface="ArialMT" pitchFamily="32" charset="0"/>
                <a:cs typeface="ArialMT" pitchFamily="32" charset="0"/>
              </a:rPr>
              <a:t>Example image and partial, scaled Fourier spectrum plot (with shifted f(x,y))</a:t>
            </a:r>
          </a:p>
        </p:txBody>
      </p:sp>
      <p:pic>
        <p:nvPicPr>
          <p:cNvPr id="737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0694" y="1747839"/>
            <a:ext cx="8915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560763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3600" b="1">
                <a:solidFill>
                  <a:srgbClr val="FFFFFF"/>
                </a:solidFill>
                <a:latin typeface="ArialMT" pitchFamily="32" charset="0"/>
                <a:cs typeface="ArialMT" pitchFamily="32" charset="0"/>
              </a:rPr>
              <a:t>Periodicity of the Fourier transform</a:t>
            </a:r>
          </a:p>
        </p:txBody>
      </p:sp>
      <p:pic>
        <p:nvPicPr>
          <p:cNvPr id="757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4819" y="1408114"/>
            <a:ext cx="891540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218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Conjugate symmetry of the Fourier transform</a:t>
            </a:r>
          </a:p>
        </p:txBody>
      </p:sp>
      <p:pic>
        <p:nvPicPr>
          <p:cNvPr id="778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9269" y="1493839"/>
            <a:ext cx="8915400" cy="433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08719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Implications of periodicity &amp; symmetry</a:t>
            </a:r>
          </a:p>
        </p:txBody>
      </p:sp>
      <p:pic>
        <p:nvPicPr>
          <p:cNvPr id="798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481" y="1358900"/>
            <a:ext cx="8915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373172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Periodicity properties</a:t>
            </a:r>
          </a:p>
        </p:txBody>
      </p:sp>
      <p:pic>
        <p:nvPicPr>
          <p:cNvPr id="819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031" y="1503364"/>
            <a:ext cx="8915400" cy="513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17636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Periodicity properties: 2-D Example</a:t>
            </a:r>
          </a:p>
        </p:txBody>
      </p:sp>
      <p:pic>
        <p:nvPicPr>
          <p:cNvPr id="839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506" y="1398589"/>
            <a:ext cx="891540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92448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Distributivity &amp; Scaling</a:t>
            </a:r>
          </a:p>
        </p:txBody>
      </p:sp>
      <p:pic>
        <p:nvPicPr>
          <p:cNvPr id="860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3706" y="1376363"/>
            <a:ext cx="8915400"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97763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Average Value</a:t>
            </a:r>
          </a:p>
        </p:txBody>
      </p:sp>
      <p:pic>
        <p:nvPicPr>
          <p:cNvPr id="880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231" y="1347789"/>
            <a:ext cx="8915400"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29022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The Laplacian</a:t>
            </a:r>
          </a:p>
        </p:txBody>
      </p:sp>
      <p:pic>
        <p:nvPicPr>
          <p:cNvPr id="901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669" y="1384301"/>
            <a:ext cx="8915400"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445826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The Laplacian: Matlab example</a:t>
            </a:r>
          </a:p>
        </p:txBody>
      </p:sp>
      <p:pic>
        <p:nvPicPr>
          <p:cNvPr id="9216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319" y="1443039"/>
            <a:ext cx="8915400" cy="505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2322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&amp; Correlation</a:t>
            </a:r>
          </a:p>
        </p:txBody>
      </p:sp>
      <p:pic>
        <p:nvPicPr>
          <p:cNvPr id="942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544" y="1392238"/>
            <a:ext cx="8915400" cy="514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60140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1-D convolution example</a:t>
            </a:r>
          </a:p>
        </p:txBody>
      </p:sp>
      <p:pic>
        <p:nvPicPr>
          <p:cNvPr id="962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2620" y="1303338"/>
            <a:ext cx="758983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09871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1-D convolution example (continued)</a:t>
            </a:r>
          </a:p>
        </p:txBody>
      </p:sp>
      <p:pic>
        <p:nvPicPr>
          <p:cNvPr id="983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156" y="1428750"/>
            <a:ext cx="8915400" cy="482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5879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1-D convolution example (continued)</a:t>
            </a:r>
          </a:p>
        </p:txBody>
      </p:sp>
      <p:pic>
        <p:nvPicPr>
          <p:cNvPr id="10035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869" y="1301751"/>
            <a:ext cx="7269162"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97429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and impulse functions</a:t>
            </a:r>
          </a:p>
        </p:txBody>
      </p:sp>
      <p:pic>
        <p:nvPicPr>
          <p:cNvPr id="1024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2269" y="1333500"/>
            <a:ext cx="8915400" cy="527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73684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and impulse functions (continued)</a:t>
            </a:r>
          </a:p>
        </p:txBody>
      </p:sp>
      <p:pic>
        <p:nvPicPr>
          <p:cNvPr id="1044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194" y="1368425"/>
            <a:ext cx="8915400"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12596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with an impulse function</a:t>
            </a:r>
          </a:p>
        </p:txBody>
      </p:sp>
      <p:pic>
        <p:nvPicPr>
          <p:cNvPr id="1064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919" y="1360488"/>
            <a:ext cx="7086600" cy="527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51070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with an impulse function (continued)</a:t>
            </a:r>
          </a:p>
        </p:txBody>
      </p:sp>
      <p:pic>
        <p:nvPicPr>
          <p:cNvPr id="1085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256" y="1273176"/>
            <a:ext cx="89154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504472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Convolution and the Fourier transform</a:t>
            </a:r>
          </a:p>
        </p:txBody>
      </p:sp>
      <p:pic>
        <p:nvPicPr>
          <p:cNvPr id="11059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231" y="1284288"/>
            <a:ext cx="8915400"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22774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Frequency domain filtering</a:t>
            </a:r>
          </a:p>
        </p:txBody>
      </p:sp>
      <p:pic>
        <p:nvPicPr>
          <p:cNvPr id="1126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181" y="1390650"/>
            <a:ext cx="8915400"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82473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Lowpass frequency domain filtering</a:t>
            </a:r>
          </a:p>
        </p:txBody>
      </p:sp>
      <p:pic>
        <p:nvPicPr>
          <p:cNvPr id="1146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681" y="1430338"/>
            <a:ext cx="891540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8297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Ideal lowpass filter (ILPF)</a:t>
            </a:r>
          </a:p>
        </p:txBody>
      </p:sp>
      <p:pic>
        <p:nvPicPr>
          <p:cNvPr id="1167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8781" y="1374776"/>
            <a:ext cx="89154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23483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b="1">
                <a:solidFill>
                  <a:srgbClr val="FFFFFF"/>
                </a:solidFill>
                <a:latin typeface="ArialMT" pitchFamily="32" charset="0"/>
                <a:cs typeface="ArialMT" pitchFamily="32" charset="0"/>
              </a:rPr>
              <a:t>Ideal lowpass filter (ILPF) (continued)</a:t>
            </a:r>
          </a:p>
        </p:txBody>
      </p:sp>
      <p:pic>
        <p:nvPicPr>
          <p:cNvPr id="1187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194" y="1501776"/>
            <a:ext cx="8915400"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9875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The Discrete Fourier Transform (DFT)</a:t>
            </a:r>
          </a:p>
        </p:txBody>
      </p:sp>
      <p:sp>
        <p:nvSpPr>
          <p:cNvPr id="120835"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The </a:t>
            </a:r>
            <a:r>
              <a:rPr lang="en-IE" altLang="en-US" i="1"/>
              <a:t>Discrete Fourier</a:t>
            </a:r>
            <a:r>
              <a:rPr lang="en-IE" altLang="en-US"/>
              <a:t> </a:t>
            </a:r>
            <a:r>
              <a:rPr lang="en-IE" altLang="en-US" i="1"/>
              <a:t>Transform</a:t>
            </a:r>
            <a:r>
              <a:rPr lang="en-IE" altLang="en-US"/>
              <a:t> of </a:t>
            </a:r>
            <a:r>
              <a:rPr lang="en-IE" altLang="en-US" i="1">
                <a:latin typeface="Times New Roman" panose="02020603050405020304" pitchFamily="18" charset="0"/>
              </a:rPr>
              <a:t>f(x, y)</a:t>
            </a:r>
            <a:r>
              <a:rPr lang="en-IE" altLang="en-US"/>
              <a:t>, for </a:t>
            </a:r>
            <a:r>
              <a:rPr lang="en-IE" altLang="en-US" i="1">
                <a:latin typeface="Times New Roman" panose="02020603050405020304" pitchFamily="18" charset="0"/>
              </a:rPr>
              <a:t>x</a:t>
            </a:r>
            <a:r>
              <a:rPr lang="en-IE" altLang="en-US"/>
              <a:t> = 0, 1, 2…</a:t>
            </a:r>
            <a:r>
              <a:rPr lang="en-IE" altLang="en-US">
                <a:latin typeface="Times New Roman" panose="02020603050405020304" pitchFamily="18" charset="0"/>
              </a:rPr>
              <a:t>M</a:t>
            </a:r>
            <a:r>
              <a:rPr lang="en-IE" altLang="en-US"/>
              <a:t>-1 and </a:t>
            </a:r>
            <a:r>
              <a:rPr lang="en-IE" altLang="en-US" i="1">
                <a:latin typeface="Times New Roman" panose="02020603050405020304" pitchFamily="18" charset="0"/>
              </a:rPr>
              <a:t>y</a:t>
            </a:r>
            <a:r>
              <a:rPr lang="en-IE" altLang="en-US"/>
              <a:t> = 0,1,2…</a:t>
            </a:r>
            <a:r>
              <a:rPr lang="en-IE" altLang="en-US">
                <a:latin typeface="Times New Roman" panose="02020603050405020304" pitchFamily="18" charset="0"/>
              </a:rPr>
              <a:t>N</a:t>
            </a:r>
            <a:r>
              <a:rPr lang="en-IE" altLang="en-US"/>
              <a:t>-1, denoted by </a:t>
            </a:r>
            <a:r>
              <a:rPr lang="en-IE" altLang="en-US" i="1">
                <a:latin typeface="Times New Roman" panose="02020603050405020304" pitchFamily="18" charset="0"/>
              </a:rPr>
              <a:t>F(u, v),</a:t>
            </a:r>
            <a:r>
              <a:rPr lang="en-IE" altLang="en-US"/>
              <a:t> is given by the equation:</a:t>
            </a:r>
          </a:p>
          <a:p>
            <a:pPr eaLnBrk="1" hangingPunct="1">
              <a:buClrTx/>
              <a:buFontTx/>
              <a:buNone/>
            </a:pPr>
            <a:endParaRPr lang="en-IE" altLang="en-US"/>
          </a:p>
          <a:p>
            <a:pPr eaLnBrk="1" hangingPunct="1">
              <a:buClrTx/>
              <a:buFontTx/>
              <a:buNone/>
            </a:pPr>
            <a:endParaRPr lang="en-IE" altLang="en-US"/>
          </a:p>
          <a:p>
            <a:pPr eaLnBrk="1" hangingPunct="1">
              <a:buClrTx/>
              <a:buFontTx/>
              <a:buNone/>
            </a:pPr>
            <a:endParaRPr lang="en-IE" altLang="en-US"/>
          </a:p>
          <a:p>
            <a:pPr eaLnBrk="1" hangingPunct="1">
              <a:buClrTx/>
              <a:buFontTx/>
              <a:buNone/>
            </a:pPr>
            <a:r>
              <a:rPr lang="en-IE" altLang="en-US"/>
              <a:t>for </a:t>
            </a:r>
            <a:r>
              <a:rPr lang="en-IE" altLang="en-US" i="1">
                <a:latin typeface="Times New Roman" panose="02020603050405020304" pitchFamily="18" charset="0"/>
              </a:rPr>
              <a:t>u</a:t>
            </a:r>
            <a:r>
              <a:rPr lang="en-IE" altLang="en-US"/>
              <a:t> = 0, 1, 2…</a:t>
            </a:r>
            <a:r>
              <a:rPr lang="en-IE" altLang="en-US">
                <a:latin typeface="Times New Roman" panose="02020603050405020304" pitchFamily="18" charset="0"/>
              </a:rPr>
              <a:t>M</a:t>
            </a:r>
            <a:r>
              <a:rPr lang="en-IE" altLang="en-US"/>
              <a:t>-1 and </a:t>
            </a:r>
            <a:r>
              <a:rPr lang="en-IE" altLang="en-US" i="1">
                <a:latin typeface="Times New Roman" panose="02020603050405020304" pitchFamily="18" charset="0"/>
              </a:rPr>
              <a:t>v</a:t>
            </a:r>
            <a:r>
              <a:rPr lang="en-IE" altLang="en-US"/>
              <a:t> = 0, 1, 2…</a:t>
            </a:r>
            <a:r>
              <a:rPr lang="en-IE" altLang="en-US">
                <a:latin typeface="Times New Roman" panose="02020603050405020304" pitchFamily="18" charset="0"/>
              </a:rPr>
              <a:t>N</a:t>
            </a:r>
            <a:r>
              <a:rPr lang="en-IE" altLang="en-US"/>
              <a:t>-1.</a:t>
            </a:r>
          </a:p>
          <a:p>
            <a:pPr eaLnBrk="1" hangingPunct="1">
              <a:buClrTx/>
              <a:buFontTx/>
              <a:buNone/>
            </a:pPr>
            <a:endParaRPr lang="en-IE" altLang="en-US"/>
          </a:p>
        </p:txBody>
      </p:sp>
      <p:graphicFrame>
        <p:nvGraphicFramePr>
          <p:cNvPr id="120836" name="Object 3"/>
          <p:cNvGraphicFramePr>
            <a:graphicFrameLocks noChangeAspect="1"/>
          </p:cNvGraphicFramePr>
          <p:nvPr/>
        </p:nvGraphicFramePr>
        <p:xfrm>
          <a:off x="2039144" y="2992438"/>
          <a:ext cx="8807450" cy="1581150"/>
        </p:xfrm>
        <a:graphic>
          <a:graphicData uri="http://schemas.openxmlformats.org/presentationml/2006/ole">
            <mc:AlternateContent xmlns:mc="http://schemas.openxmlformats.org/markup-compatibility/2006">
              <mc:Choice xmlns:v="urn:schemas-microsoft-com:vml" Requires="v">
                <p:oleObj spid="_x0000_s1027" r:id="rId4" imgW="2285791" imgH="444434" progId="">
                  <p:embed/>
                </p:oleObj>
              </mc:Choice>
              <mc:Fallback>
                <p:oleObj r:id="rId4" imgW="2285791" imgH="444434" progId="">
                  <p:embed/>
                  <p:pic>
                    <p:nvPicPr>
                      <p:cNvPr id="12083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9144" y="2992438"/>
                        <a:ext cx="8807450" cy="1581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34009045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DFT &amp; Images</a:t>
            </a:r>
          </a:p>
        </p:txBody>
      </p:sp>
      <p:sp>
        <p:nvSpPr>
          <p:cNvPr id="122883"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DFT of a two dimensional image can be visualised by showing the spectrum of the images component frequencies</a:t>
            </a:r>
          </a:p>
        </p:txBody>
      </p:sp>
      <p:pic>
        <p:nvPicPr>
          <p:cNvPr id="122884" name="Picture 3"/>
          <p:cNvPicPr>
            <a:picLocks noChangeAspect="1" noChangeArrowheads="1"/>
          </p:cNvPicPr>
          <p:nvPr/>
        </p:nvPicPr>
        <p:blipFill>
          <a:blip r:embed="rId3">
            <a:extLst>
              <a:ext uri="{28A0092B-C50C-407E-A947-70E740481C1C}">
                <a14:useLocalDpi xmlns:a14="http://schemas.microsoft.com/office/drawing/2010/main" val="0"/>
              </a:ext>
            </a:extLst>
          </a:blip>
          <a:srcRect l="55801" t="17010"/>
          <a:stretch>
            <a:fillRect/>
          </a:stretch>
        </p:blipFill>
        <p:spPr bwMode="auto">
          <a:xfrm>
            <a:off x="7235031" y="3167064"/>
            <a:ext cx="3028950"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885" name="Group 4"/>
          <p:cNvGrpSpPr>
            <a:grpSpLocks/>
          </p:cNvGrpSpPr>
          <p:nvPr/>
        </p:nvGrpSpPr>
        <p:grpSpPr bwMode="auto">
          <a:xfrm>
            <a:off x="1139032" y="1631951"/>
            <a:ext cx="269875" cy="5218113"/>
            <a:chOff x="-2" y="1028"/>
            <a:chExt cx="170" cy="3287"/>
          </a:xfrm>
        </p:grpSpPr>
        <p:pic>
          <p:nvPicPr>
            <p:cNvPr id="12289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91"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grpSp>
        <p:nvGrpSpPr>
          <p:cNvPr id="122886" name="Group 7"/>
          <p:cNvGrpSpPr>
            <a:grpSpLocks/>
          </p:cNvGrpSpPr>
          <p:nvPr/>
        </p:nvGrpSpPr>
        <p:grpSpPr bwMode="auto">
          <a:xfrm>
            <a:off x="2051845" y="3081339"/>
            <a:ext cx="3025775" cy="2820987"/>
            <a:chOff x="573" y="1941"/>
            <a:chExt cx="1906" cy="1777"/>
          </a:xfrm>
        </p:grpSpPr>
        <p:pic>
          <p:nvPicPr>
            <p:cNvPr id="122888" name="Picture 8"/>
            <p:cNvPicPr>
              <a:picLocks noChangeAspect="1" noChangeArrowheads="1"/>
            </p:cNvPicPr>
            <p:nvPr/>
          </p:nvPicPr>
          <p:blipFill>
            <a:blip r:embed="rId3">
              <a:extLst>
                <a:ext uri="{28A0092B-C50C-407E-A947-70E740481C1C}">
                  <a14:useLocalDpi xmlns:a14="http://schemas.microsoft.com/office/drawing/2010/main" val="0"/>
                </a:ext>
              </a:extLst>
            </a:blip>
            <a:srcRect l="19881" r="35921" b="15736"/>
            <a:stretch>
              <a:fillRect/>
            </a:stretch>
          </p:blipFill>
          <p:spPr bwMode="auto">
            <a:xfrm>
              <a:off x="573" y="1941"/>
              <a:ext cx="1901" cy="1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9" name="Rectangle 9"/>
            <p:cNvSpPr>
              <a:spLocks noChangeArrowheads="1"/>
            </p:cNvSpPr>
            <p:nvPr/>
          </p:nvSpPr>
          <p:spPr bwMode="auto">
            <a:xfrm>
              <a:off x="2125" y="2294"/>
              <a:ext cx="354" cy="14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sp>
        <p:nvSpPr>
          <p:cNvPr id="122887" name="AutoShape 10"/>
          <p:cNvSpPr>
            <a:spLocks noChangeArrowheads="1"/>
          </p:cNvSpPr>
          <p:nvPr/>
        </p:nvSpPr>
        <p:spPr bwMode="auto">
          <a:xfrm>
            <a:off x="4887120" y="3757613"/>
            <a:ext cx="2058987" cy="1128712"/>
          </a:xfrm>
          <a:prstGeom prst="rightArrow">
            <a:avLst>
              <a:gd name="adj1" fmla="val 50000"/>
              <a:gd name="adj2" fmla="val 42100"/>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3200" b="1">
                <a:solidFill>
                  <a:srgbClr val="FFFFFF"/>
                </a:solidFill>
              </a:rPr>
              <a:t>DFT</a:t>
            </a:r>
          </a:p>
        </p:txBody>
      </p:sp>
    </p:spTree>
    <p:extLst>
      <p:ext uri="{BB962C8B-B14F-4D97-AF65-F5344CB8AC3E}">
        <p14:creationId xmlns:p14="http://schemas.microsoft.com/office/powerpoint/2010/main" val="16241010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DFT &amp; Images</a:t>
            </a:r>
          </a:p>
        </p:txBody>
      </p:sp>
      <p:grpSp>
        <p:nvGrpSpPr>
          <p:cNvPr id="124931" name="Group 2"/>
          <p:cNvGrpSpPr>
            <a:grpSpLocks/>
          </p:cNvGrpSpPr>
          <p:nvPr/>
        </p:nvGrpSpPr>
        <p:grpSpPr bwMode="auto">
          <a:xfrm>
            <a:off x="1139032" y="1631951"/>
            <a:ext cx="269875" cy="5218113"/>
            <a:chOff x="-2" y="1028"/>
            <a:chExt cx="170" cy="3287"/>
          </a:xfrm>
        </p:grpSpPr>
        <p:pic>
          <p:nvPicPr>
            <p:cNvPr id="1249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6"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grpSp>
        <p:nvGrpSpPr>
          <p:cNvPr id="124932" name="Group 5"/>
          <p:cNvGrpSpPr>
            <a:grpSpLocks/>
          </p:cNvGrpSpPr>
          <p:nvPr/>
        </p:nvGrpSpPr>
        <p:grpSpPr bwMode="auto">
          <a:xfrm>
            <a:off x="3702844" y="1273176"/>
            <a:ext cx="5975350" cy="5573713"/>
            <a:chOff x="1613" y="802"/>
            <a:chExt cx="3764" cy="3511"/>
          </a:xfrm>
        </p:grpSpPr>
        <p:pic>
          <p:nvPicPr>
            <p:cNvPr id="124933" name="Picture 6"/>
            <p:cNvPicPr>
              <a:picLocks noChangeAspect="1" noChangeArrowheads="1"/>
            </p:cNvPicPr>
            <p:nvPr/>
          </p:nvPicPr>
          <p:blipFill>
            <a:blip r:embed="rId4">
              <a:extLst>
                <a:ext uri="{28A0092B-C50C-407E-A947-70E740481C1C}">
                  <a14:useLocalDpi xmlns:a14="http://schemas.microsoft.com/office/drawing/2010/main" val="0"/>
                </a:ext>
              </a:extLst>
            </a:blip>
            <a:srcRect l="19881" r="35921" b="15736"/>
            <a:stretch>
              <a:fillRect/>
            </a:stretch>
          </p:blipFill>
          <p:spPr bwMode="auto">
            <a:xfrm>
              <a:off x="1613" y="802"/>
              <a:ext cx="3754" cy="3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4" name="Rectangle 7"/>
            <p:cNvSpPr>
              <a:spLocks noChangeArrowheads="1"/>
            </p:cNvSpPr>
            <p:nvPr/>
          </p:nvSpPr>
          <p:spPr bwMode="auto">
            <a:xfrm>
              <a:off x="4673" y="1498"/>
              <a:ext cx="704" cy="28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spTree>
    <p:extLst>
      <p:ext uri="{BB962C8B-B14F-4D97-AF65-F5344CB8AC3E}">
        <p14:creationId xmlns:p14="http://schemas.microsoft.com/office/powerpoint/2010/main" val="12710333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DFT &amp; Images</a:t>
            </a:r>
          </a:p>
        </p:txBody>
      </p:sp>
      <p:pic>
        <p:nvPicPr>
          <p:cNvPr id="126979" name="Picture 2"/>
          <p:cNvPicPr>
            <a:picLocks noChangeAspect="1" noChangeArrowheads="1"/>
          </p:cNvPicPr>
          <p:nvPr/>
        </p:nvPicPr>
        <p:blipFill>
          <a:blip r:embed="rId3">
            <a:extLst>
              <a:ext uri="{28A0092B-C50C-407E-A947-70E740481C1C}">
                <a14:useLocalDpi xmlns:a14="http://schemas.microsoft.com/office/drawing/2010/main" val="0"/>
              </a:ext>
            </a:extLst>
          </a:blip>
          <a:srcRect l="55801" t="17010"/>
          <a:stretch>
            <a:fillRect/>
          </a:stretch>
        </p:blipFill>
        <p:spPr bwMode="auto">
          <a:xfrm>
            <a:off x="3737769" y="1296988"/>
            <a:ext cx="6037262"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6980" name="Group 3"/>
          <p:cNvGrpSpPr>
            <a:grpSpLocks/>
          </p:cNvGrpSpPr>
          <p:nvPr/>
        </p:nvGrpSpPr>
        <p:grpSpPr bwMode="auto">
          <a:xfrm>
            <a:off x="1139032" y="1631951"/>
            <a:ext cx="269875" cy="5218113"/>
            <a:chOff x="-2" y="1028"/>
            <a:chExt cx="170" cy="3287"/>
          </a:xfrm>
        </p:grpSpPr>
        <p:pic>
          <p:nvPicPr>
            <p:cNvPr id="126981"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2"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04797584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DFT &amp; Images (cont…)</a:t>
            </a:r>
          </a:p>
        </p:txBody>
      </p:sp>
      <p:pic>
        <p:nvPicPr>
          <p:cNvPr id="129027" name="Picture 2"/>
          <p:cNvPicPr>
            <a:picLocks noChangeAspect="1" noChangeArrowheads="1"/>
          </p:cNvPicPr>
          <p:nvPr/>
        </p:nvPicPr>
        <p:blipFill>
          <a:blip r:embed="rId3">
            <a:extLst>
              <a:ext uri="{28A0092B-C50C-407E-A947-70E740481C1C}">
                <a14:useLocalDpi xmlns:a14="http://schemas.microsoft.com/office/drawing/2010/main" val="0"/>
              </a:ext>
            </a:extLst>
          </a:blip>
          <a:srcRect r="39717" b="50066"/>
          <a:stretch>
            <a:fillRect/>
          </a:stretch>
        </p:blipFill>
        <p:spPr bwMode="auto">
          <a:xfrm>
            <a:off x="1599407" y="2254250"/>
            <a:ext cx="3548063"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9028" name="Group 3"/>
          <p:cNvGrpSpPr>
            <a:grpSpLocks/>
          </p:cNvGrpSpPr>
          <p:nvPr/>
        </p:nvGrpSpPr>
        <p:grpSpPr bwMode="auto">
          <a:xfrm>
            <a:off x="1139032" y="1631951"/>
            <a:ext cx="269875" cy="5218113"/>
            <a:chOff x="-2" y="1028"/>
            <a:chExt cx="170" cy="3287"/>
          </a:xfrm>
        </p:grpSpPr>
        <p:pic>
          <p:nvPicPr>
            <p:cNvPr id="12903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129029" name="Picture 6"/>
          <p:cNvPicPr>
            <a:picLocks noChangeAspect="1" noChangeArrowheads="1"/>
          </p:cNvPicPr>
          <p:nvPr/>
        </p:nvPicPr>
        <p:blipFill>
          <a:blip r:embed="rId3">
            <a:extLst>
              <a:ext uri="{28A0092B-C50C-407E-A947-70E740481C1C}">
                <a14:useLocalDpi xmlns:a14="http://schemas.microsoft.com/office/drawing/2010/main" val="0"/>
              </a:ext>
            </a:extLst>
          </a:blip>
          <a:srcRect t="49780" r="39717"/>
          <a:stretch>
            <a:fillRect/>
          </a:stretch>
        </p:blipFill>
        <p:spPr bwMode="auto">
          <a:xfrm>
            <a:off x="7249319" y="2284414"/>
            <a:ext cx="3548062"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0" name="AutoShape 7"/>
          <p:cNvSpPr>
            <a:spLocks noChangeArrowheads="1"/>
          </p:cNvSpPr>
          <p:nvPr/>
        </p:nvSpPr>
        <p:spPr bwMode="auto">
          <a:xfrm>
            <a:off x="5182395" y="2919413"/>
            <a:ext cx="2058987" cy="1128712"/>
          </a:xfrm>
          <a:prstGeom prst="rightArrow">
            <a:avLst>
              <a:gd name="adj1" fmla="val 50000"/>
              <a:gd name="adj2" fmla="val 42100"/>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3200" b="1">
                <a:solidFill>
                  <a:srgbClr val="FFFFFF"/>
                </a:solidFill>
              </a:rPr>
              <a:t>DFT</a:t>
            </a:r>
          </a:p>
        </p:txBody>
      </p:sp>
      <p:sp>
        <p:nvSpPr>
          <p:cNvPr id="129031" name="Text Box 8"/>
          <p:cNvSpPr txBox="1">
            <a:spLocks noChangeArrowheads="1"/>
          </p:cNvSpPr>
          <p:nvPr/>
        </p:nvSpPr>
        <p:spPr bwMode="auto">
          <a:xfrm>
            <a:off x="1491457" y="4679951"/>
            <a:ext cx="37306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Scanning electron microscope image of an integrated circuit magnified ~2500 times</a:t>
            </a:r>
          </a:p>
        </p:txBody>
      </p:sp>
      <p:sp>
        <p:nvSpPr>
          <p:cNvPr id="129032" name="Text Box 9"/>
          <p:cNvSpPr txBox="1">
            <a:spLocks noChangeArrowheads="1"/>
          </p:cNvSpPr>
          <p:nvPr/>
        </p:nvSpPr>
        <p:spPr bwMode="auto">
          <a:xfrm>
            <a:off x="7157245" y="4679950"/>
            <a:ext cx="3730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Fourier spectrum of the image</a:t>
            </a:r>
          </a:p>
        </p:txBody>
      </p:sp>
    </p:spTree>
    <p:extLst>
      <p:ext uri="{BB962C8B-B14F-4D97-AF65-F5344CB8AC3E}">
        <p14:creationId xmlns:p14="http://schemas.microsoft.com/office/powerpoint/2010/main" val="301397671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DFT &amp; Images (cont…)</a:t>
            </a:r>
          </a:p>
        </p:txBody>
      </p:sp>
      <p:pic>
        <p:nvPicPr>
          <p:cNvPr id="131075" name="Picture 2"/>
          <p:cNvPicPr>
            <a:picLocks noChangeAspect="1" noChangeArrowheads="1"/>
          </p:cNvPicPr>
          <p:nvPr/>
        </p:nvPicPr>
        <p:blipFill>
          <a:blip r:embed="rId3">
            <a:extLst>
              <a:ext uri="{28A0092B-C50C-407E-A947-70E740481C1C}">
                <a14:useLocalDpi xmlns:a14="http://schemas.microsoft.com/office/drawing/2010/main" val="0"/>
              </a:ext>
            </a:extLst>
          </a:blip>
          <a:srcRect r="39717" b="50066"/>
          <a:stretch>
            <a:fillRect/>
          </a:stretch>
        </p:blipFill>
        <p:spPr bwMode="auto">
          <a:xfrm>
            <a:off x="2321719" y="1244600"/>
            <a:ext cx="7980362"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1076" name="Group 3"/>
          <p:cNvGrpSpPr>
            <a:grpSpLocks/>
          </p:cNvGrpSpPr>
          <p:nvPr/>
        </p:nvGrpSpPr>
        <p:grpSpPr bwMode="auto">
          <a:xfrm>
            <a:off x="1139032" y="1631951"/>
            <a:ext cx="269875" cy="5218113"/>
            <a:chOff x="-2" y="1028"/>
            <a:chExt cx="170" cy="3287"/>
          </a:xfrm>
        </p:grpSpPr>
        <p:pic>
          <p:nvPicPr>
            <p:cNvPr id="13107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8"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4365299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DFT &amp; Images (cont…)</a:t>
            </a:r>
          </a:p>
        </p:txBody>
      </p:sp>
      <p:grpSp>
        <p:nvGrpSpPr>
          <p:cNvPr id="133123" name="Group 2"/>
          <p:cNvGrpSpPr>
            <a:grpSpLocks/>
          </p:cNvGrpSpPr>
          <p:nvPr/>
        </p:nvGrpSpPr>
        <p:grpSpPr bwMode="auto">
          <a:xfrm>
            <a:off x="1139032" y="1631951"/>
            <a:ext cx="269875" cy="5218113"/>
            <a:chOff x="-2" y="1028"/>
            <a:chExt cx="170" cy="3287"/>
          </a:xfrm>
        </p:grpSpPr>
        <p:pic>
          <p:nvPicPr>
            <p:cNvPr id="13312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6"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133124" name="Picture 5"/>
          <p:cNvPicPr>
            <a:picLocks noChangeAspect="1" noChangeArrowheads="1"/>
          </p:cNvPicPr>
          <p:nvPr/>
        </p:nvPicPr>
        <p:blipFill>
          <a:blip r:embed="rId4">
            <a:extLst>
              <a:ext uri="{28A0092B-C50C-407E-A947-70E740481C1C}">
                <a14:useLocalDpi xmlns:a14="http://schemas.microsoft.com/office/drawing/2010/main" val="0"/>
              </a:ext>
            </a:extLst>
          </a:blip>
          <a:srcRect t="49780" r="39717"/>
          <a:stretch>
            <a:fillRect/>
          </a:stretch>
        </p:blipFill>
        <p:spPr bwMode="auto">
          <a:xfrm>
            <a:off x="2139156" y="1270001"/>
            <a:ext cx="8083550" cy="564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16728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Inverse DFT</a:t>
            </a:r>
          </a:p>
        </p:txBody>
      </p:sp>
      <p:sp>
        <p:nvSpPr>
          <p:cNvPr id="135171"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It is really important to note that the Fourier transform is completely </a:t>
            </a:r>
            <a:r>
              <a:rPr lang="en-IE" altLang="en-US" b="1"/>
              <a:t>reversible</a:t>
            </a:r>
          </a:p>
          <a:p>
            <a:pPr eaLnBrk="1" hangingPunct="1">
              <a:buClrTx/>
              <a:buFontTx/>
              <a:buNone/>
            </a:pPr>
            <a:r>
              <a:rPr lang="en-IE" altLang="en-US"/>
              <a:t>The inverse DFT is given by:</a:t>
            </a:r>
          </a:p>
          <a:p>
            <a:pPr eaLnBrk="1" hangingPunct="1">
              <a:buClrTx/>
              <a:buFontTx/>
              <a:buNone/>
            </a:pPr>
            <a:endParaRPr lang="en-IE" altLang="en-US"/>
          </a:p>
          <a:p>
            <a:pPr eaLnBrk="1" hangingPunct="1">
              <a:buClrTx/>
              <a:buFontTx/>
              <a:buNone/>
            </a:pPr>
            <a:endParaRPr lang="en-IE" altLang="en-US"/>
          </a:p>
          <a:p>
            <a:pPr>
              <a:spcBef>
                <a:spcPts val="450"/>
              </a:spcBef>
              <a:buClrTx/>
            </a:pPr>
            <a:endParaRPr lang="en-IE" altLang="en-US" sz="1800"/>
          </a:p>
          <a:p>
            <a:pPr eaLnBrk="1" hangingPunct="1">
              <a:buClrTx/>
              <a:buFontTx/>
              <a:buNone/>
            </a:pPr>
            <a:endParaRPr lang="en-IE" altLang="en-US"/>
          </a:p>
          <a:p>
            <a:pPr eaLnBrk="1" hangingPunct="1">
              <a:buClrTx/>
              <a:buFontTx/>
              <a:buNone/>
            </a:pPr>
            <a:r>
              <a:rPr lang="en-IE" altLang="en-US"/>
              <a:t>for </a:t>
            </a:r>
            <a:r>
              <a:rPr lang="en-IE" altLang="en-US" i="1">
                <a:latin typeface="Times New Roman" panose="02020603050405020304" pitchFamily="18" charset="0"/>
              </a:rPr>
              <a:t>x</a:t>
            </a:r>
            <a:r>
              <a:rPr lang="en-IE" altLang="en-US"/>
              <a:t> = 0, 1, 2…</a:t>
            </a:r>
            <a:r>
              <a:rPr lang="en-IE" altLang="en-US">
                <a:latin typeface="Times New Roman" panose="02020603050405020304" pitchFamily="18" charset="0"/>
              </a:rPr>
              <a:t>M</a:t>
            </a:r>
            <a:r>
              <a:rPr lang="en-IE" altLang="en-US"/>
              <a:t>-1 and </a:t>
            </a:r>
            <a:r>
              <a:rPr lang="en-IE" altLang="en-US" i="1">
                <a:latin typeface="Times New Roman" panose="02020603050405020304" pitchFamily="18" charset="0"/>
              </a:rPr>
              <a:t>y</a:t>
            </a:r>
            <a:r>
              <a:rPr lang="en-IE" altLang="en-US"/>
              <a:t> = 0, 1, 2…</a:t>
            </a:r>
            <a:r>
              <a:rPr lang="en-IE" altLang="en-US">
                <a:latin typeface="Times New Roman" panose="02020603050405020304" pitchFamily="18" charset="0"/>
              </a:rPr>
              <a:t>N</a:t>
            </a:r>
            <a:r>
              <a:rPr lang="en-IE" altLang="en-US"/>
              <a:t>-1</a:t>
            </a:r>
          </a:p>
          <a:p>
            <a:pPr eaLnBrk="1" hangingPunct="1">
              <a:buClrTx/>
              <a:buFontTx/>
              <a:buNone/>
            </a:pPr>
            <a:endParaRPr lang="en-IE" altLang="en-US"/>
          </a:p>
        </p:txBody>
      </p:sp>
      <p:graphicFrame>
        <p:nvGraphicFramePr>
          <p:cNvPr id="135172" name="Object 3"/>
          <p:cNvGraphicFramePr>
            <a:graphicFrameLocks noChangeAspect="1"/>
          </p:cNvGraphicFramePr>
          <p:nvPr/>
        </p:nvGraphicFramePr>
        <p:xfrm>
          <a:off x="2024856" y="3228976"/>
          <a:ext cx="8947150" cy="1412875"/>
        </p:xfrm>
        <a:graphic>
          <a:graphicData uri="http://schemas.openxmlformats.org/presentationml/2006/ole">
            <mc:AlternateContent xmlns:mc="http://schemas.openxmlformats.org/markup-compatibility/2006">
              <mc:Choice xmlns:v="urn:schemas-microsoft-com:vml" Requires="v">
                <p:oleObj spid="_x0000_s2051" r:id="rId4" imgW="2527171" imgH="431749" progId="">
                  <p:embed/>
                </p:oleObj>
              </mc:Choice>
              <mc:Fallback>
                <p:oleObj r:id="rId4" imgW="2527171" imgH="431749" progId="">
                  <p:embed/>
                  <p:pic>
                    <p:nvPicPr>
                      <p:cNvPr id="13517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4856" y="3228976"/>
                        <a:ext cx="8947150" cy="14128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017224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DFT and Image Processing</a:t>
            </a:r>
          </a:p>
        </p:txBody>
      </p:sp>
      <p:sp>
        <p:nvSpPr>
          <p:cNvPr id="137219" name="Text Box 2"/>
          <p:cNvSpPr txBox="1">
            <a:spLocks noChangeArrowheads="1"/>
          </p:cNvSpPr>
          <p:nvPr/>
        </p:nvSpPr>
        <p:spPr bwMode="auto">
          <a:xfrm>
            <a:off x="1637506" y="1504950"/>
            <a:ext cx="8915400"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598488">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1pPr>
            <a:lvl2pPr marL="1063625" indent="-528638">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609600" algn="l"/>
                <a:tab pos="1066800" algn="l"/>
                <a:tab pos="1524000" algn="l"/>
                <a:tab pos="1981200" algn="l"/>
                <a:tab pos="2438400" algn="l"/>
                <a:tab pos="2895600" algn="l"/>
                <a:tab pos="3352800" algn="l"/>
                <a:tab pos="3810000" algn="l"/>
                <a:tab pos="4267200" algn="l"/>
                <a:tab pos="4724400" algn="l"/>
                <a:tab pos="5181600" algn="l"/>
                <a:tab pos="5638800" algn="l"/>
                <a:tab pos="6096000" algn="l"/>
                <a:tab pos="6553200" algn="l"/>
                <a:tab pos="7010400" algn="l"/>
                <a:tab pos="7467600" algn="l"/>
                <a:tab pos="7924800" algn="l"/>
                <a:tab pos="8382000" algn="l"/>
                <a:tab pos="8839200" algn="l"/>
                <a:tab pos="9296400" algn="l"/>
                <a:tab pos="9753600" algn="l"/>
              </a:tabLst>
              <a:defRPr sz="2400">
                <a:solidFill>
                  <a:schemeClr val="bg1"/>
                </a:solidFill>
                <a:latin typeface="Arial" panose="020B0604020202020204" pitchFamily="34" charset="0"/>
                <a:ea typeface="ＭＳ Ｐゴシック" panose="020B0600070205080204" pitchFamily="34" charset="-128"/>
              </a:defRPr>
            </a:lvl9pPr>
          </a:lstStyle>
          <a:p>
            <a:pPr>
              <a:lnSpc>
                <a:spcPct val="90000"/>
              </a:lnSpc>
              <a:spcBef>
                <a:spcPts val="800"/>
              </a:spcBef>
              <a:buClrTx/>
            </a:pPr>
            <a:r>
              <a:rPr lang="en-IE" altLang="en-US" sz="3200">
                <a:solidFill>
                  <a:srgbClr val="000000"/>
                </a:solidFill>
              </a:rPr>
              <a:t>To filter an image in the frequency domain:</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Multiply the input image by (-1)</a:t>
            </a:r>
            <a:r>
              <a:rPr lang="en-IE" altLang="en-US" sz="2800" baseline="33000">
                <a:solidFill>
                  <a:srgbClr val="000000"/>
                </a:solidFill>
              </a:rPr>
              <a:t>x+y </a:t>
            </a:r>
            <a:r>
              <a:rPr lang="en-IE" altLang="en-US" sz="2800">
                <a:solidFill>
                  <a:srgbClr val="000000"/>
                </a:solidFill>
              </a:rPr>
              <a:t>to center the transform.</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Compute </a:t>
            </a:r>
            <a:r>
              <a:rPr lang="en-IE" altLang="en-US" sz="2800" i="1">
                <a:solidFill>
                  <a:srgbClr val="000000"/>
                </a:solidFill>
                <a:latin typeface="Times New Roman" panose="02020603050405020304" pitchFamily="18" charset="0"/>
              </a:rPr>
              <a:t>F(u,v)</a:t>
            </a:r>
            <a:r>
              <a:rPr lang="en-IE" altLang="en-US" sz="2800">
                <a:solidFill>
                  <a:srgbClr val="000000"/>
                </a:solidFill>
              </a:rPr>
              <a:t> the DFT of the image</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Multiply </a:t>
            </a:r>
            <a:r>
              <a:rPr lang="en-IE" altLang="en-US" sz="2800" i="1">
                <a:solidFill>
                  <a:srgbClr val="000000"/>
                </a:solidFill>
                <a:latin typeface="Times New Roman" panose="02020603050405020304" pitchFamily="18" charset="0"/>
              </a:rPr>
              <a:t>F(u,v)</a:t>
            </a:r>
            <a:r>
              <a:rPr lang="en-IE" altLang="en-US" sz="2800">
                <a:solidFill>
                  <a:srgbClr val="000000"/>
                </a:solidFill>
              </a:rPr>
              <a:t> by a filter function </a:t>
            </a:r>
            <a:r>
              <a:rPr lang="en-IE" altLang="en-US" sz="2800" i="1">
                <a:solidFill>
                  <a:srgbClr val="000000"/>
                </a:solidFill>
                <a:latin typeface="Times New Roman" panose="02020603050405020304" pitchFamily="18" charset="0"/>
              </a:rPr>
              <a:t>H(u,v)</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Compute the inverse DFT of the result in (3)</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Obtain the real part of the result in (4)</a:t>
            </a:r>
          </a:p>
          <a:p>
            <a:pPr lvl="1">
              <a:lnSpc>
                <a:spcPct val="90000"/>
              </a:lnSpc>
              <a:spcBef>
                <a:spcPts val="700"/>
              </a:spcBef>
              <a:buFont typeface="Times New Roman" panose="02020603050405020304" pitchFamily="18" charset="0"/>
              <a:buAutoNum type="arabicPeriod"/>
            </a:pPr>
            <a:r>
              <a:rPr lang="en-IE" altLang="en-US" sz="2800">
                <a:solidFill>
                  <a:srgbClr val="000000"/>
                </a:solidFill>
              </a:rPr>
              <a:t>Multiply the result in (5) by (-1)</a:t>
            </a:r>
            <a:r>
              <a:rPr lang="en-IE" altLang="en-US" sz="2800" baseline="33000">
                <a:solidFill>
                  <a:srgbClr val="000000"/>
                </a:solidFill>
              </a:rPr>
              <a:t>x+y</a:t>
            </a:r>
          </a:p>
        </p:txBody>
      </p:sp>
      <p:grpSp>
        <p:nvGrpSpPr>
          <p:cNvPr id="137220" name="Group 3"/>
          <p:cNvGrpSpPr>
            <a:grpSpLocks/>
          </p:cNvGrpSpPr>
          <p:nvPr/>
        </p:nvGrpSpPr>
        <p:grpSpPr bwMode="auto">
          <a:xfrm>
            <a:off x="1139032" y="1631951"/>
            <a:ext cx="269875" cy="5218113"/>
            <a:chOff x="-2" y="1028"/>
            <a:chExt cx="170" cy="3287"/>
          </a:xfrm>
        </p:grpSpPr>
        <p:pic>
          <p:nvPicPr>
            <p:cNvPr id="13722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2"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0639939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The DFT and Image Processing</a:t>
            </a:r>
          </a:p>
        </p:txBody>
      </p:sp>
      <p:pic>
        <p:nvPicPr>
          <p:cNvPr id="139267" name="Picture 2"/>
          <p:cNvPicPr>
            <a:picLocks noChangeAspect="1" noChangeArrowheads="1"/>
          </p:cNvPicPr>
          <p:nvPr/>
        </p:nvPicPr>
        <p:blipFill>
          <a:blip r:embed="rId3">
            <a:extLst>
              <a:ext uri="{28A0092B-C50C-407E-A947-70E740481C1C}">
                <a14:useLocalDpi xmlns:a14="http://schemas.microsoft.com/office/drawing/2010/main" val="0"/>
              </a:ext>
            </a:extLst>
          </a:blip>
          <a:srcRect b="9758"/>
          <a:stretch>
            <a:fillRect/>
          </a:stretch>
        </p:blipFill>
        <p:spPr bwMode="auto">
          <a:xfrm>
            <a:off x="1689895" y="1874838"/>
            <a:ext cx="87788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9268" name="Group 3"/>
          <p:cNvGrpSpPr>
            <a:grpSpLocks/>
          </p:cNvGrpSpPr>
          <p:nvPr/>
        </p:nvGrpSpPr>
        <p:grpSpPr bwMode="auto">
          <a:xfrm>
            <a:off x="1139032" y="1631951"/>
            <a:ext cx="269875" cy="5218113"/>
            <a:chOff x="-2" y="1028"/>
            <a:chExt cx="170" cy="3287"/>
          </a:xfrm>
        </p:grpSpPr>
        <p:pic>
          <p:nvPicPr>
            <p:cNvPr id="13926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0"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962371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Some Basic Frequency Domain Filters</a:t>
            </a:r>
          </a:p>
        </p:txBody>
      </p:sp>
      <p:pic>
        <p:nvPicPr>
          <p:cNvPr id="141315" name="Picture 2"/>
          <p:cNvPicPr>
            <a:picLocks noChangeAspect="1" noChangeArrowheads="1"/>
          </p:cNvPicPr>
          <p:nvPr/>
        </p:nvPicPr>
        <p:blipFill>
          <a:blip r:embed="rId3">
            <a:extLst>
              <a:ext uri="{28A0092B-C50C-407E-A947-70E740481C1C}">
                <a14:useLocalDpi xmlns:a14="http://schemas.microsoft.com/office/drawing/2010/main" val="0"/>
              </a:ext>
            </a:extLst>
          </a:blip>
          <a:srcRect b="13081"/>
          <a:stretch>
            <a:fillRect/>
          </a:stretch>
        </p:blipFill>
        <p:spPr bwMode="auto">
          <a:xfrm>
            <a:off x="5330032" y="2025650"/>
            <a:ext cx="530701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1316" name="Group 3"/>
          <p:cNvGrpSpPr>
            <a:grpSpLocks/>
          </p:cNvGrpSpPr>
          <p:nvPr/>
        </p:nvGrpSpPr>
        <p:grpSpPr bwMode="auto">
          <a:xfrm>
            <a:off x="1139032" y="1631951"/>
            <a:ext cx="269875" cy="5218113"/>
            <a:chOff x="-2" y="1028"/>
            <a:chExt cx="170" cy="3287"/>
          </a:xfrm>
        </p:grpSpPr>
        <p:pic>
          <p:nvPicPr>
            <p:cNvPr id="14132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21"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141317" name="Picture 6"/>
          <p:cNvPicPr>
            <a:picLocks noChangeAspect="1" noChangeArrowheads="1"/>
          </p:cNvPicPr>
          <p:nvPr/>
        </p:nvPicPr>
        <p:blipFill>
          <a:blip r:embed="rId5">
            <a:extLst>
              <a:ext uri="{28A0092B-C50C-407E-A947-70E740481C1C}">
                <a14:useLocalDpi xmlns:a14="http://schemas.microsoft.com/office/drawing/2010/main" val="0"/>
              </a:ext>
            </a:extLst>
          </a:blip>
          <a:srcRect r="39717" b="50066"/>
          <a:stretch>
            <a:fillRect/>
          </a:stretch>
        </p:blipFill>
        <p:spPr bwMode="auto">
          <a:xfrm>
            <a:off x="1615282" y="2787650"/>
            <a:ext cx="3548063"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8" name="Text Box 7"/>
          <p:cNvSpPr txBox="1">
            <a:spLocks noChangeArrowheads="1"/>
          </p:cNvSpPr>
          <p:nvPr/>
        </p:nvSpPr>
        <p:spPr bwMode="auto">
          <a:xfrm>
            <a:off x="6996907" y="1473201"/>
            <a:ext cx="2265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solidFill>
                  <a:srgbClr val="000000"/>
                </a:solidFill>
              </a:rPr>
              <a:t>Low Pass Filter</a:t>
            </a:r>
          </a:p>
        </p:txBody>
      </p:sp>
      <p:sp>
        <p:nvSpPr>
          <p:cNvPr id="141319" name="Text Box 8"/>
          <p:cNvSpPr txBox="1">
            <a:spLocks noChangeArrowheads="1"/>
          </p:cNvSpPr>
          <p:nvPr/>
        </p:nvSpPr>
        <p:spPr bwMode="auto">
          <a:xfrm>
            <a:off x="6922294" y="6046788"/>
            <a:ext cx="235543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solidFill>
                  <a:srgbClr val="000000"/>
                </a:solidFill>
              </a:rPr>
              <a:t>High Pass Filter</a:t>
            </a:r>
          </a:p>
        </p:txBody>
      </p:sp>
    </p:spTree>
    <p:extLst>
      <p:ext uri="{BB962C8B-B14F-4D97-AF65-F5344CB8AC3E}">
        <p14:creationId xmlns:p14="http://schemas.microsoft.com/office/powerpoint/2010/main" val="41503207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Some Basic Frequency Domain Filters</a:t>
            </a:r>
          </a:p>
        </p:txBody>
      </p:sp>
      <p:pic>
        <p:nvPicPr>
          <p:cNvPr id="143363" name="Picture 2"/>
          <p:cNvPicPr>
            <a:picLocks noChangeAspect="1" noChangeArrowheads="1"/>
          </p:cNvPicPr>
          <p:nvPr/>
        </p:nvPicPr>
        <p:blipFill>
          <a:blip r:embed="rId3">
            <a:extLst>
              <a:ext uri="{28A0092B-C50C-407E-A947-70E740481C1C}">
                <a14:useLocalDpi xmlns:a14="http://schemas.microsoft.com/office/drawing/2010/main" val="0"/>
              </a:ext>
            </a:extLst>
          </a:blip>
          <a:srcRect l="52196" t="4880" b="57961"/>
          <a:stretch>
            <a:fillRect/>
          </a:stretch>
        </p:blipFill>
        <p:spPr bwMode="auto">
          <a:xfrm>
            <a:off x="2007394" y="1270000"/>
            <a:ext cx="8285162" cy="557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364" name="Group 3"/>
          <p:cNvGrpSpPr>
            <a:grpSpLocks/>
          </p:cNvGrpSpPr>
          <p:nvPr/>
        </p:nvGrpSpPr>
        <p:grpSpPr bwMode="auto">
          <a:xfrm>
            <a:off x="1139032" y="1631951"/>
            <a:ext cx="269875" cy="5218113"/>
            <a:chOff x="-2" y="1028"/>
            <a:chExt cx="170" cy="3287"/>
          </a:xfrm>
        </p:grpSpPr>
        <p:pic>
          <p:nvPicPr>
            <p:cNvPr id="14336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6"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4116184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Some Basic Frequency Domain Filters</a:t>
            </a:r>
          </a:p>
        </p:txBody>
      </p:sp>
      <p:pic>
        <p:nvPicPr>
          <p:cNvPr id="145411" name="Picture 2"/>
          <p:cNvPicPr>
            <a:picLocks noChangeAspect="1" noChangeArrowheads="1"/>
          </p:cNvPicPr>
          <p:nvPr/>
        </p:nvPicPr>
        <p:blipFill>
          <a:blip r:embed="rId3">
            <a:extLst>
              <a:ext uri="{28A0092B-C50C-407E-A947-70E740481C1C}">
                <a14:useLocalDpi xmlns:a14="http://schemas.microsoft.com/office/drawing/2010/main" val="0"/>
              </a:ext>
            </a:extLst>
          </a:blip>
          <a:srcRect l="52196" t="42061" b="20772"/>
          <a:stretch>
            <a:fillRect/>
          </a:stretch>
        </p:blipFill>
        <p:spPr bwMode="auto">
          <a:xfrm>
            <a:off x="1991519" y="1306513"/>
            <a:ext cx="828675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5412" name="Group 3"/>
          <p:cNvGrpSpPr>
            <a:grpSpLocks/>
          </p:cNvGrpSpPr>
          <p:nvPr/>
        </p:nvGrpSpPr>
        <p:grpSpPr bwMode="auto">
          <a:xfrm>
            <a:off x="1139032" y="1631951"/>
            <a:ext cx="269875" cy="5218113"/>
            <a:chOff x="-2" y="1028"/>
            <a:chExt cx="170" cy="3287"/>
          </a:xfrm>
        </p:grpSpPr>
        <p:pic>
          <p:nvPicPr>
            <p:cNvPr id="14541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37683019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Smoothing Frequency Domain Filters</a:t>
            </a:r>
          </a:p>
        </p:txBody>
      </p:sp>
      <p:sp>
        <p:nvSpPr>
          <p:cNvPr id="147459"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Smoothing is achieved in the frequency domain by dropping out the high frequency components</a:t>
            </a:r>
          </a:p>
          <a:p>
            <a:pPr eaLnBrk="1" hangingPunct="1">
              <a:buClrTx/>
              <a:buFontTx/>
              <a:buNone/>
            </a:pPr>
            <a:r>
              <a:rPr lang="en-IE" altLang="en-US"/>
              <a:t>The basic model for filtering is:</a:t>
            </a:r>
          </a:p>
          <a:p>
            <a:pPr eaLnBrk="1" hangingPunct="1">
              <a:buClrTx/>
              <a:buFontTx/>
              <a:buNone/>
            </a:pPr>
            <a:r>
              <a:rPr lang="en-IE" altLang="en-US" i="1">
                <a:latin typeface="Times New Roman" panose="02020603050405020304" pitchFamily="18" charset="0"/>
              </a:rPr>
              <a:t>	G(u,v) = H(u,v)F(u,v)</a:t>
            </a:r>
          </a:p>
          <a:p>
            <a:pPr eaLnBrk="1" hangingPunct="1">
              <a:buClrTx/>
              <a:buFontTx/>
              <a:buNone/>
            </a:pPr>
            <a:r>
              <a:rPr lang="en-IE" altLang="en-US"/>
              <a:t>where </a:t>
            </a:r>
            <a:r>
              <a:rPr lang="en-IE" altLang="en-US" i="1">
                <a:latin typeface="Times New Roman" panose="02020603050405020304" pitchFamily="18" charset="0"/>
              </a:rPr>
              <a:t>F(u,v)</a:t>
            </a:r>
            <a:r>
              <a:rPr lang="en-IE" altLang="en-US"/>
              <a:t> is the Fourier transform of the image being filtered and </a:t>
            </a:r>
            <a:r>
              <a:rPr lang="en-IE" altLang="en-US" i="1">
                <a:latin typeface="Times New Roman" panose="02020603050405020304" pitchFamily="18" charset="0"/>
              </a:rPr>
              <a:t>H(u,v)</a:t>
            </a:r>
            <a:r>
              <a:rPr lang="en-IE" altLang="en-US"/>
              <a:t> is the filter transform function</a:t>
            </a:r>
          </a:p>
          <a:p>
            <a:pPr eaLnBrk="1" hangingPunct="1">
              <a:buClrTx/>
              <a:buFontTx/>
              <a:buNone/>
            </a:pPr>
            <a:r>
              <a:rPr lang="en-IE" altLang="en-US" i="1"/>
              <a:t>Low pass filters </a:t>
            </a:r>
            <a:r>
              <a:rPr lang="en-IE" altLang="en-US"/>
              <a:t>– only pass the low frequencies, drop the high ones</a:t>
            </a:r>
          </a:p>
        </p:txBody>
      </p:sp>
    </p:spTree>
    <p:extLst>
      <p:ext uri="{BB962C8B-B14F-4D97-AF65-F5344CB8AC3E}">
        <p14:creationId xmlns:p14="http://schemas.microsoft.com/office/powerpoint/2010/main" val="153734868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Ideal Low Pass Filter</a:t>
            </a:r>
          </a:p>
        </p:txBody>
      </p:sp>
      <p:sp>
        <p:nvSpPr>
          <p:cNvPr id="149507" name="Text Box 2"/>
          <p:cNvSpPr txBox="1">
            <a:spLocks noChangeArrowheads="1"/>
          </p:cNvSpPr>
          <p:nvPr/>
        </p:nvSpPr>
        <p:spPr bwMode="auto">
          <a:xfrm>
            <a:off x="1637507" y="1333500"/>
            <a:ext cx="9117013"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Simply cut off all high frequency components that are a specified distance D</a:t>
            </a:r>
            <a:r>
              <a:rPr lang="en-IE" altLang="en-US" sz="3200" baseline="-25000">
                <a:solidFill>
                  <a:srgbClr val="000000"/>
                </a:solidFill>
              </a:rPr>
              <a:t>0</a:t>
            </a:r>
            <a:r>
              <a:rPr lang="en-IE" altLang="en-US" sz="3200">
                <a:solidFill>
                  <a:srgbClr val="000000"/>
                </a:solidFill>
              </a:rPr>
              <a:t> from the origin of the transform</a:t>
            </a: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600"/>
              </a:spcBef>
              <a:buClrTx/>
            </a:pPr>
            <a:endParaRPr lang="en-IE" altLang="en-US">
              <a:solidFill>
                <a:srgbClr val="000000"/>
              </a:solidFill>
            </a:endParaRPr>
          </a:p>
          <a:p>
            <a:pPr>
              <a:spcBef>
                <a:spcPts val="800"/>
              </a:spcBef>
              <a:buClrTx/>
            </a:pPr>
            <a:r>
              <a:rPr lang="en-IE" altLang="en-US" sz="3200">
                <a:solidFill>
                  <a:srgbClr val="000000"/>
                </a:solidFill>
              </a:rPr>
              <a:t>changing the distance changes the behaviour of the filter</a:t>
            </a:r>
          </a:p>
        </p:txBody>
      </p:sp>
      <p:pic>
        <p:nvPicPr>
          <p:cNvPr id="149508" name="Picture 3"/>
          <p:cNvPicPr>
            <a:picLocks noChangeAspect="1" noChangeArrowheads="1"/>
          </p:cNvPicPr>
          <p:nvPr/>
        </p:nvPicPr>
        <p:blipFill>
          <a:blip r:embed="rId3">
            <a:extLst>
              <a:ext uri="{28A0092B-C50C-407E-A947-70E740481C1C}">
                <a14:useLocalDpi xmlns:a14="http://schemas.microsoft.com/office/drawing/2010/main" val="0"/>
              </a:ext>
            </a:extLst>
          </a:blip>
          <a:srcRect b="26433"/>
          <a:stretch>
            <a:fillRect/>
          </a:stretch>
        </p:blipFill>
        <p:spPr bwMode="auto">
          <a:xfrm>
            <a:off x="1727995" y="3011488"/>
            <a:ext cx="8696325"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9509" name="Group 4"/>
          <p:cNvGrpSpPr>
            <a:grpSpLocks/>
          </p:cNvGrpSpPr>
          <p:nvPr/>
        </p:nvGrpSpPr>
        <p:grpSpPr bwMode="auto">
          <a:xfrm>
            <a:off x="1139032" y="1631951"/>
            <a:ext cx="269875" cy="5218113"/>
            <a:chOff x="-2" y="1028"/>
            <a:chExt cx="170" cy="3287"/>
          </a:xfrm>
        </p:grpSpPr>
        <p:pic>
          <p:nvPicPr>
            <p:cNvPr id="14951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1"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404910764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sp>
        <p:nvSpPr>
          <p:cNvPr id="151555"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transfer function for the ideal low pass filter can be given as:</a:t>
            </a: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800"/>
              </a:spcBef>
              <a:buClrTx/>
            </a:pPr>
            <a:r>
              <a:rPr lang="en-IE" altLang="en-US" sz="3200">
                <a:solidFill>
                  <a:srgbClr val="000000"/>
                </a:solidFill>
              </a:rPr>
              <a:t>where </a:t>
            </a:r>
            <a:r>
              <a:rPr lang="en-IE" altLang="en-US" sz="3200" i="1">
                <a:solidFill>
                  <a:srgbClr val="000000"/>
                </a:solidFill>
                <a:latin typeface="Times New Roman" panose="02020603050405020304" pitchFamily="18" charset="0"/>
              </a:rPr>
              <a:t>D(u,v)</a:t>
            </a:r>
            <a:r>
              <a:rPr lang="en-IE" altLang="en-US" sz="3200">
                <a:solidFill>
                  <a:srgbClr val="000000"/>
                </a:solidFill>
              </a:rPr>
              <a:t> is given as:</a:t>
            </a:r>
          </a:p>
          <a:p>
            <a:pPr>
              <a:spcBef>
                <a:spcPts val="800"/>
              </a:spcBef>
              <a:buClrTx/>
            </a:pPr>
            <a:endParaRPr lang="en-IE" altLang="en-US" sz="3200">
              <a:solidFill>
                <a:srgbClr val="000000"/>
              </a:solidFill>
            </a:endParaRPr>
          </a:p>
        </p:txBody>
      </p:sp>
      <p:graphicFrame>
        <p:nvGraphicFramePr>
          <p:cNvPr id="151556" name="Object 3"/>
          <p:cNvGraphicFramePr>
            <a:graphicFrameLocks noChangeAspect="1"/>
          </p:cNvGraphicFramePr>
          <p:nvPr/>
        </p:nvGraphicFramePr>
        <p:xfrm>
          <a:off x="2391569" y="2601914"/>
          <a:ext cx="5326062" cy="1354137"/>
        </p:xfrm>
        <a:graphic>
          <a:graphicData uri="http://schemas.openxmlformats.org/presentationml/2006/ole">
            <mc:AlternateContent xmlns:mc="http://schemas.openxmlformats.org/markup-compatibility/2006">
              <mc:Choice xmlns:v="urn:schemas-microsoft-com:vml" Requires="v">
                <p:oleObj spid="_x0000_s3076" r:id="rId4" imgW="1752377" imgH="482549" progId="">
                  <p:embed/>
                </p:oleObj>
              </mc:Choice>
              <mc:Fallback>
                <p:oleObj r:id="rId4" imgW="1752377" imgH="482549" progId="">
                  <p:embed/>
                  <p:pic>
                    <p:nvPicPr>
                      <p:cNvPr id="15155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1569" y="2601914"/>
                        <a:ext cx="5326062" cy="13541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1557" name="Object 4"/>
          <p:cNvGraphicFramePr>
            <a:graphicFrameLocks noChangeAspect="1"/>
          </p:cNvGraphicFramePr>
          <p:nvPr/>
        </p:nvGraphicFramePr>
        <p:xfrm>
          <a:off x="2391569" y="4859338"/>
          <a:ext cx="7137400" cy="641350"/>
        </p:xfrm>
        <a:graphic>
          <a:graphicData uri="http://schemas.openxmlformats.org/presentationml/2006/ole">
            <mc:AlternateContent xmlns:mc="http://schemas.openxmlformats.org/markup-compatibility/2006">
              <mc:Choice xmlns:v="urn:schemas-microsoft-com:vml" Requires="v">
                <p:oleObj spid="_x0000_s3077" r:id="rId6" imgW="2349419" imgH="228582" progId="">
                  <p:embed/>
                </p:oleObj>
              </mc:Choice>
              <mc:Fallback>
                <p:oleObj r:id="rId6" imgW="2349419" imgH="228582" progId="">
                  <p:embed/>
                  <p:pic>
                    <p:nvPicPr>
                      <p:cNvPr id="15155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1569" y="4859338"/>
                        <a:ext cx="7137400" cy="6413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87866845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sp>
        <p:nvSpPr>
          <p:cNvPr id="153603" name="Text Box 2"/>
          <p:cNvSpPr txBox="1">
            <a:spLocks noChangeArrowheads="1"/>
          </p:cNvSpPr>
          <p:nvPr/>
        </p:nvSpPr>
        <p:spPr bwMode="auto">
          <a:xfrm>
            <a:off x="1637506" y="3890964"/>
            <a:ext cx="9023350"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Above we show an image, it’s Fourier spectrum and a series of ideal low pass filters of radius 5, 15, 30, 80 and 230 superimposed on top of it</a:t>
            </a:r>
          </a:p>
        </p:txBody>
      </p:sp>
      <p:pic>
        <p:nvPicPr>
          <p:cNvPr id="153604" name="Picture 3"/>
          <p:cNvPicPr>
            <a:picLocks noChangeAspect="1" noChangeArrowheads="1"/>
          </p:cNvPicPr>
          <p:nvPr/>
        </p:nvPicPr>
        <p:blipFill>
          <a:blip r:embed="rId3">
            <a:extLst>
              <a:ext uri="{28A0092B-C50C-407E-A947-70E740481C1C}">
                <a14:useLocalDpi xmlns:a14="http://schemas.microsoft.com/office/drawing/2010/main" val="0"/>
              </a:ext>
            </a:extLst>
          </a:blip>
          <a:srcRect b="24304"/>
          <a:stretch>
            <a:fillRect/>
          </a:stretch>
        </p:blipFill>
        <p:spPr bwMode="auto">
          <a:xfrm>
            <a:off x="3242470" y="1325564"/>
            <a:ext cx="5456237"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05" name="Group 4"/>
          <p:cNvGrpSpPr>
            <a:grpSpLocks/>
          </p:cNvGrpSpPr>
          <p:nvPr/>
        </p:nvGrpSpPr>
        <p:grpSpPr bwMode="auto">
          <a:xfrm>
            <a:off x="1139032" y="1631951"/>
            <a:ext cx="269875" cy="5218113"/>
            <a:chOff x="-2" y="1028"/>
            <a:chExt cx="170" cy="3287"/>
          </a:xfrm>
        </p:grpSpPr>
        <p:pic>
          <p:nvPicPr>
            <p:cNvPr id="15360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7"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60309286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pic>
        <p:nvPicPr>
          <p:cNvPr id="155651" name="Picture 2"/>
          <p:cNvPicPr>
            <a:picLocks noChangeAspect="1" noChangeArrowheads="1"/>
          </p:cNvPicPr>
          <p:nvPr/>
        </p:nvPicPr>
        <p:blipFill>
          <a:blip r:embed="rId3">
            <a:extLst>
              <a:ext uri="{28A0092B-C50C-407E-A947-70E740481C1C}">
                <a14:useLocalDpi xmlns:a14="http://schemas.microsoft.com/office/drawing/2010/main" val="0"/>
              </a:ext>
            </a:extLst>
          </a:blip>
          <a:srcRect r="49635" b="24304"/>
          <a:stretch>
            <a:fillRect/>
          </a:stretch>
        </p:blipFill>
        <p:spPr bwMode="auto">
          <a:xfrm>
            <a:off x="3098007" y="1325564"/>
            <a:ext cx="6099175" cy="553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5652" name="Group 3"/>
          <p:cNvGrpSpPr>
            <a:grpSpLocks/>
          </p:cNvGrpSpPr>
          <p:nvPr/>
        </p:nvGrpSpPr>
        <p:grpSpPr bwMode="auto">
          <a:xfrm>
            <a:off x="1139032" y="1631951"/>
            <a:ext cx="269875" cy="5218113"/>
            <a:chOff x="-2" y="1028"/>
            <a:chExt cx="170" cy="3287"/>
          </a:xfrm>
        </p:grpSpPr>
        <p:pic>
          <p:nvPicPr>
            <p:cNvPr id="15565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6775273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pic>
        <p:nvPicPr>
          <p:cNvPr id="157699" name="Picture 2"/>
          <p:cNvPicPr>
            <a:picLocks noChangeAspect="1" noChangeArrowheads="1"/>
          </p:cNvPicPr>
          <p:nvPr/>
        </p:nvPicPr>
        <p:blipFill>
          <a:blip r:embed="rId3">
            <a:extLst>
              <a:ext uri="{28A0092B-C50C-407E-A947-70E740481C1C}">
                <a14:useLocalDpi xmlns:a14="http://schemas.microsoft.com/office/drawing/2010/main" val="0"/>
              </a:ext>
            </a:extLst>
          </a:blip>
          <a:srcRect l="50221" b="24304"/>
          <a:stretch>
            <a:fillRect/>
          </a:stretch>
        </p:blipFill>
        <p:spPr bwMode="auto">
          <a:xfrm>
            <a:off x="3117057" y="1325564"/>
            <a:ext cx="6029325" cy="553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7700" name="Group 3"/>
          <p:cNvGrpSpPr>
            <a:grpSpLocks/>
          </p:cNvGrpSpPr>
          <p:nvPr/>
        </p:nvGrpSpPr>
        <p:grpSpPr bwMode="auto">
          <a:xfrm>
            <a:off x="1139032" y="1631951"/>
            <a:ext cx="269875" cy="5218113"/>
            <a:chOff x="-2" y="1028"/>
            <a:chExt cx="170" cy="3287"/>
          </a:xfrm>
        </p:grpSpPr>
        <p:pic>
          <p:nvPicPr>
            <p:cNvPr id="157701"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2"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6323552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pic>
        <p:nvPicPr>
          <p:cNvPr id="1597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8482" y="1325564"/>
            <a:ext cx="3986213" cy="553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9748" name="Group 3"/>
          <p:cNvGrpSpPr>
            <a:grpSpLocks/>
          </p:cNvGrpSpPr>
          <p:nvPr/>
        </p:nvGrpSpPr>
        <p:grpSpPr bwMode="auto">
          <a:xfrm>
            <a:off x="1139032" y="1631951"/>
            <a:ext cx="269875" cy="5218113"/>
            <a:chOff x="-2" y="1028"/>
            <a:chExt cx="170" cy="3287"/>
          </a:xfrm>
        </p:grpSpPr>
        <p:pic>
          <p:nvPicPr>
            <p:cNvPr id="15975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6"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59749" name="Text Box 6"/>
          <p:cNvSpPr txBox="1">
            <a:spLocks noChangeArrowheads="1"/>
          </p:cNvSpPr>
          <p:nvPr/>
        </p:nvSpPr>
        <p:spPr bwMode="auto">
          <a:xfrm>
            <a:off x="3312320" y="1989139"/>
            <a:ext cx="9683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a:t>
            </a:r>
            <a:br>
              <a:rPr lang="en-IE" altLang="en-US" sz="1800">
                <a:solidFill>
                  <a:srgbClr val="000000"/>
                </a:solidFill>
              </a:rPr>
            </a:br>
            <a:r>
              <a:rPr lang="en-IE" altLang="en-US" sz="1800">
                <a:solidFill>
                  <a:srgbClr val="000000"/>
                </a:solidFill>
              </a:rPr>
              <a:t>image</a:t>
            </a:r>
          </a:p>
        </p:txBody>
      </p:sp>
      <p:sp>
        <p:nvSpPr>
          <p:cNvPr id="159750" name="Text Box 7"/>
          <p:cNvSpPr txBox="1">
            <a:spLocks noChangeArrowheads="1"/>
          </p:cNvSpPr>
          <p:nvPr/>
        </p:nvSpPr>
        <p:spPr bwMode="auto">
          <a:xfrm>
            <a:off x="8365331" y="1671639"/>
            <a:ext cx="21605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ideal low pass filter of radius 5</a:t>
            </a:r>
          </a:p>
        </p:txBody>
      </p:sp>
      <p:sp>
        <p:nvSpPr>
          <p:cNvPr id="159751" name="Text Box 8"/>
          <p:cNvSpPr txBox="1">
            <a:spLocks noChangeArrowheads="1"/>
          </p:cNvSpPr>
          <p:nvPr/>
        </p:nvSpPr>
        <p:spPr bwMode="auto">
          <a:xfrm>
            <a:off x="8365331" y="3525839"/>
            <a:ext cx="21605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ideal low pass filter of radius 30</a:t>
            </a:r>
          </a:p>
        </p:txBody>
      </p:sp>
      <p:sp>
        <p:nvSpPr>
          <p:cNvPr id="159752" name="Text Box 9"/>
          <p:cNvSpPr txBox="1">
            <a:spLocks noChangeArrowheads="1"/>
          </p:cNvSpPr>
          <p:nvPr/>
        </p:nvSpPr>
        <p:spPr bwMode="auto">
          <a:xfrm>
            <a:off x="8365331" y="5305426"/>
            <a:ext cx="21605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ideal low pass filter of radius 230</a:t>
            </a:r>
          </a:p>
        </p:txBody>
      </p:sp>
      <p:sp>
        <p:nvSpPr>
          <p:cNvPr id="159753" name="Text Box 10"/>
          <p:cNvSpPr txBox="1">
            <a:spLocks noChangeArrowheads="1"/>
          </p:cNvSpPr>
          <p:nvPr/>
        </p:nvSpPr>
        <p:spPr bwMode="auto">
          <a:xfrm>
            <a:off x="2128044" y="5434014"/>
            <a:ext cx="21590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ideal low pass filter of radius 80</a:t>
            </a:r>
          </a:p>
        </p:txBody>
      </p:sp>
      <p:sp>
        <p:nvSpPr>
          <p:cNvPr id="159754" name="Text Box 11"/>
          <p:cNvSpPr txBox="1">
            <a:spLocks noChangeArrowheads="1"/>
          </p:cNvSpPr>
          <p:nvPr/>
        </p:nvSpPr>
        <p:spPr bwMode="auto">
          <a:xfrm>
            <a:off x="2128044" y="3495676"/>
            <a:ext cx="21590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ideal low pass filter of radius 15</a:t>
            </a:r>
          </a:p>
        </p:txBody>
      </p:sp>
    </p:spTree>
    <p:extLst>
      <p:ext uri="{BB962C8B-B14F-4D97-AF65-F5344CB8AC3E}">
        <p14:creationId xmlns:p14="http://schemas.microsoft.com/office/powerpoint/2010/main" val="388302292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pic>
        <p:nvPicPr>
          <p:cNvPr id="161795" name="Picture 2"/>
          <p:cNvPicPr>
            <a:picLocks noChangeAspect="1" noChangeArrowheads="1"/>
          </p:cNvPicPr>
          <p:nvPr/>
        </p:nvPicPr>
        <p:blipFill>
          <a:blip r:embed="rId3">
            <a:extLst>
              <a:ext uri="{28A0092B-C50C-407E-A947-70E740481C1C}">
                <a14:useLocalDpi xmlns:a14="http://schemas.microsoft.com/office/drawing/2010/main" val="0"/>
              </a:ext>
            </a:extLst>
          </a:blip>
          <a:srcRect l="50363" b="66460"/>
          <a:stretch>
            <a:fillRect/>
          </a:stretch>
        </p:blipFill>
        <p:spPr bwMode="auto">
          <a:xfrm>
            <a:off x="3156744" y="1690688"/>
            <a:ext cx="46990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1796" name="Group 3"/>
          <p:cNvGrpSpPr>
            <a:grpSpLocks/>
          </p:cNvGrpSpPr>
          <p:nvPr/>
        </p:nvGrpSpPr>
        <p:grpSpPr bwMode="auto">
          <a:xfrm>
            <a:off x="1139032" y="1631951"/>
            <a:ext cx="269875" cy="5218113"/>
            <a:chOff x="-2" y="1028"/>
            <a:chExt cx="170" cy="3287"/>
          </a:xfrm>
        </p:grpSpPr>
        <p:pic>
          <p:nvPicPr>
            <p:cNvPr id="16179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9"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61797" name="Text Box 6"/>
          <p:cNvSpPr txBox="1">
            <a:spLocks noChangeArrowheads="1"/>
          </p:cNvSpPr>
          <p:nvPr/>
        </p:nvSpPr>
        <p:spPr bwMode="auto">
          <a:xfrm>
            <a:off x="8038306" y="3432176"/>
            <a:ext cx="216058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ideal low pass filter of radius 5</a:t>
            </a:r>
          </a:p>
        </p:txBody>
      </p:sp>
    </p:spTree>
    <p:extLst>
      <p:ext uri="{BB962C8B-B14F-4D97-AF65-F5344CB8AC3E}">
        <p14:creationId xmlns:p14="http://schemas.microsoft.com/office/powerpoint/2010/main" val="298610197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Low Pass Filter (cont…)</a:t>
            </a:r>
          </a:p>
        </p:txBody>
      </p:sp>
      <p:pic>
        <p:nvPicPr>
          <p:cNvPr id="163843" name="Picture 2"/>
          <p:cNvPicPr>
            <a:picLocks noChangeAspect="1" noChangeArrowheads="1"/>
          </p:cNvPicPr>
          <p:nvPr/>
        </p:nvPicPr>
        <p:blipFill>
          <a:blip r:embed="rId3">
            <a:extLst>
              <a:ext uri="{28A0092B-C50C-407E-A947-70E740481C1C}">
                <a14:useLocalDpi xmlns:a14="http://schemas.microsoft.com/office/drawing/2010/main" val="0"/>
              </a:ext>
            </a:extLst>
          </a:blip>
          <a:srcRect t="33553" r="49458" b="33229"/>
          <a:stretch>
            <a:fillRect/>
          </a:stretch>
        </p:blipFill>
        <p:spPr bwMode="auto">
          <a:xfrm>
            <a:off x="3340895" y="1711326"/>
            <a:ext cx="4784725"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844" name="Group 3"/>
          <p:cNvGrpSpPr>
            <a:grpSpLocks/>
          </p:cNvGrpSpPr>
          <p:nvPr/>
        </p:nvGrpSpPr>
        <p:grpSpPr bwMode="auto">
          <a:xfrm>
            <a:off x="1139032" y="1631951"/>
            <a:ext cx="269875" cy="5218113"/>
            <a:chOff x="-2" y="1028"/>
            <a:chExt cx="170" cy="3287"/>
          </a:xfrm>
        </p:grpSpPr>
        <p:pic>
          <p:nvPicPr>
            <p:cNvPr id="16384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7"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63845" name="Text Box 6"/>
          <p:cNvSpPr txBox="1">
            <a:spLocks noChangeArrowheads="1"/>
          </p:cNvSpPr>
          <p:nvPr/>
        </p:nvSpPr>
        <p:spPr bwMode="auto">
          <a:xfrm>
            <a:off x="8260556" y="3432176"/>
            <a:ext cx="21590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ideal low pass filter of radius 15</a:t>
            </a:r>
          </a:p>
        </p:txBody>
      </p:sp>
    </p:spTree>
    <p:extLst>
      <p:ext uri="{BB962C8B-B14F-4D97-AF65-F5344CB8AC3E}">
        <p14:creationId xmlns:p14="http://schemas.microsoft.com/office/powerpoint/2010/main" val="30812503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1"/>
          <p:cNvSpPr txBox="1">
            <a:spLocks noChangeArrowheads="1"/>
          </p:cNvSpPr>
          <p:nvPr/>
        </p:nvSpPr>
        <p:spPr bwMode="auto">
          <a:xfrm>
            <a:off x="3513052"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US" altLang="en-US">
                <a:solidFill>
                  <a:srgbClr val="FF0000"/>
                </a:solidFill>
                <a:latin typeface="Verdana" panose="020B0604030504040204" pitchFamily="34" charset="0"/>
              </a:rPr>
              <a:t>Chapter 4</a:t>
            </a:r>
          </a:p>
          <a:p>
            <a:pPr algn="ctr" eaLnBrk="1" hangingPunct="1">
              <a:buClrTx/>
              <a:buFontTx/>
              <a:buNone/>
            </a:pPr>
            <a:r>
              <a:rPr lang="en-US" altLang="en-US">
                <a:solidFill>
                  <a:srgbClr val="FF0000"/>
                </a:solidFill>
                <a:latin typeface="Verdana" panose="020B0604030504040204" pitchFamily="34" charset="0"/>
              </a:rPr>
              <a:t>Image Enhancement in the</a:t>
            </a:r>
          </a:p>
          <a:p>
            <a:pPr algn="ctr" eaLnBrk="1" hangingPunct="1">
              <a:buClrTx/>
              <a:buFontTx/>
              <a:buNone/>
            </a:pPr>
            <a:r>
              <a:rPr lang="en-US" altLang="en-US">
                <a:solidFill>
                  <a:srgbClr val="FF0000"/>
                </a:solidFill>
                <a:latin typeface="Verdana" panose="020B0604030504040204" pitchFamily="34" charset="0"/>
              </a:rPr>
              <a:t>Frequency Domain</a:t>
            </a:r>
          </a:p>
        </p:txBody>
      </p:sp>
      <p:pic>
        <p:nvPicPr>
          <p:cNvPr id="1658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045" y="1593850"/>
            <a:ext cx="3813175" cy="522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0391099"/>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Butterworth Lowpass Filters</a:t>
            </a:r>
          </a:p>
        </p:txBody>
      </p:sp>
      <p:sp>
        <p:nvSpPr>
          <p:cNvPr id="167939"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transfer function of a Butterworth lowpass filter of order </a:t>
            </a:r>
            <a:r>
              <a:rPr lang="en-IE" altLang="en-US" sz="3200" i="1">
                <a:solidFill>
                  <a:srgbClr val="000000"/>
                </a:solidFill>
                <a:latin typeface="Times New Roman" panose="02020603050405020304" pitchFamily="18" charset="0"/>
              </a:rPr>
              <a:t>n</a:t>
            </a:r>
            <a:r>
              <a:rPr lang="en-IE" altLang="en-US" sz="3200" i="1">
                <a:solidFill>
                  <a:srgbClr val="000000"/>
                </a:solidFill>
              </a:rPr>
              <a:t> </a:t>
            </a:r>
            <a:r>
              <a:rPr lang="en-IE" altLang="en-US" sz="3200">
                <a:solidFill>
                  <a:srgbClr val="000000"/>
                </a:solidFill>
              </a:rPr>
              <a:t>with cutoff frequency at distance </a:t>
            </a:r>
            <a:r>
              <a:rPr lang="en-IE" altLang="en-US" sz="3200" i="1">
                <a:solidFill>
                  <a:srgbClr val="000000"/>
                </a:solidFill>
                <a:latin typeface="Times New Roman" panose="02020603050405020304" pitchFamily="18" charset="0"/>
              </a:rPr>
              <a:t>D</a:t>
            </a:r>
            <a:r>
              <a:rPr lang="en-IE" altLang="en-US" sz="3200" i="1" baseline="-25000">
                <a:solidFill>
                  <a:srgbClr val="000000"/>
                </a:solidFill>
                <a:latin typeface="Times New Roman" panose="02020603050405020304" pitchFamily="18" charset="0"/>
              </a:rPr>
              <a:t>0</a:t>
            </a:r>
            <a:r>
              <a:rPr lang="en-IE" altLang="en-US" sz="3200">
                <a:solidFill>
                  <a:srgbClr val="000000"/>
                </a:solidFill>
              </a:rPr>
              <a:t> from the origin is defined as:</a:t>
            </a:r>
          </a:p>
        </p:txBody>
      </p:sp>
      <p:grpSp>
        <p:nvGrpSpPr>
          <p:cNvPr id="167940" name="Group 3"/>
          <p:cNvGrpSpPr>
            <a:grpSpLocks/>
          </p:cNvGrpSpPr>
          <p:nvPr/>
        </p:nvGrpSpPr>
        <p:grpSpPr bwMode="auto">
          <a:xfrm>
            <a:off x="1139032" y="1631951"/>
            <a:ext cx="269875" cy="5218113"/>
            <a:chOff x="-2" y="1028"/>
            <a:chExt cx="170" cy="3287"/>
          </a:xfrm>
        </p:grpSpPr>
        <p:pic>
          <p:nvPicPr>
            <p:cNvPr id="16794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167941" name="Picture 6"/>
          <p:cNvPicPr>
            <a:picLocks noChangeAspect="1" noChangeArrowheads="1"/>
          </p:cNvPicPr>
          <p:nvPr/>
        </p:nvPicPr>
        <p:blipFill>
          <a:blip r:embed="rId5">
            <a:extLst>
              <a:ext uri="{28A0092B-C50C-407E-A947-70E740481C1C}">
                <a14:useLocalDpi xmlns:a14="http://schemas.microsoft.com/office/drawing/2010/main" val="0"/>
              </a:ext>
            </a:extLst>
          </a:blip>
          <a:srcRect b="26563"/>
          <a:stretch>
            <a:fillRect/>
          </a:stretch>
        </p:blipFill>
        <p:spPr bwMode="auto">
          <a:xfrm>
            <a:off x="2947194" y="4394200"/>
            <a:ext cx="681990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7942" name="Object 7"/>
          <p:cNvGraphicFramePr>
            <a:graphicFrameLocks noChangeAspect="1"/>
          </p:cNvGraphicFramePr>
          <p:nvPr/>
        </p:nvGraphicFramePr>
        <p:xfrm>
          <a:off x="3226595" y="2898776"/>
          <a:ext cx="5038725" cy="1146175"/>
        </p:xfrm>
        <a:graphic>
          <a:graphicData uri="http://schemas.openxmlformats.org/presentationml/2006/ole">
            <mc:AlternateContent xmlns:mc="http://schemas.openxmlformats.org/markup-compatibility/2006">
              <mc:Choice xmlns:v="urn:schemas-microsoft-com:vml" Requires="v">
                <p:oleObj spid="_x0000_s4099" r:id="rId6" imgW="1752377" imgH="431744" progId="">
                  <p:embed/>
                </p:oleObj>
              </mc:Choice>
              <mc:Fallback>
                <p:oleObj r:id="rId6" imgW="1752377" imgH="431744" progId="">
                  <p:embed/>
                  <p:pic>
                    <p:nvPicPr>
                      <p:cNvPr id="16794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6595" y="2898776"/>
                        <a:ext cx="5038725" cy="11461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28646985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Butterworth Lowpass Filter (cont…)</a:t>
            </a:r>
          </a:p>
        </p:txBody>
      </p:sp>
      <p:grpSp>
        <p:nvGrpSpPr>
          <p:cNvPr id="169987" name="Group 2"/>
          <p:cNvGrpSpPr>
            <a:grpSpLocks/>
          </p:cNvGrpSpPr>
          <p:nvPr/>
        </p:nvGrpSpPr>
        <p:grpSpPr bwMode="auto">
          <a:xfrm>
            <a:off x="1139032" y="1631951"/>
            <a:ext cx="269875" cy="5218113"/>
            <a:chOff x="-2" y="1028"/>
            <a:chExt cx="170" cy="3287"/>
          </a:xfrm>
        </p:grpSpPr>
        <p:pic>
          <p:nvPicPr>
            <p:cNvPr id="1699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96"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69988" name="Text Box 5"/>
          <p:cNvSpPr txBox="1">
            <a:spLocks noChangeArrowheads="1"/>
          </p:cNvSpPr>
          <p:nvPr/>
        </p:nvSpPr>
        <p:spPr bwMode="auto">
          <a:xfrm>
            <a:off x="3312320" y="1989139"/>
            <a:ext cx="9683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a:t>
            </a:r>
            <a:br>
              <a:rPr lang="en-IE" altLang="en-US" sz="1800">
                <a:solidFill>
                  <a:srgbClr val="000000"/>
                </a:solidFill>
              </a:rPr>
            </a:br>
            <a:r>
              <a:rPr lang="en-IE" altLang="en-US" sz="1800">
                <a:solidFill>
                  <a:srgbClr val="000000"/>
                </a:solidFill>
              </a:rPr>
              <a:t>image</a:t>
            </a:r>
          </a:p>
        </p:txBody>
      </p:sp>
      <p:sp>
        <p:nvSpPr>
          <p:cNvPr id="169989" name="Text Box 6"/>
          <p:cNvSpPr txBox="1">
            <a:spLocks noChangeArrowheads="1"/>
          </p:cNvSpPr>
          <p:nvPr/>
        </p:nvSpPr>
        <p:spPr bwMode="auto">
          <a:xfrm>
            <a:off x="8365331" y="1671638"/>
            <a:ext cx="233045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Butterworth filter of order 2 and cutoff radius 5</a:t>
            </a:r>
          </a:p>
        </p:txBody>
      </p:sp>
      <p:sp>
        <p:nvSpPr>
          <p:cNvPr id="169990" name="Text Box 7"/>
          <p:cNvSpPr txBox="1">
            <a:spLocks noChangeArrowheads="1"/>
          </p:cNvSpPr>
          <p:nvPr/>
        </p:nvSpPr>
        <p:spPr bwMode="auto">
          <a:xfrm>
            <a:off x="8365332" y="3525838"/>
            <a:ext cx="2284413"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Butterworth filter of order 2 and cutoff radius 30</a:t>
            </a:r>
          </a:p>
        </p:txBody>
      </p:sp>
      <p:sp>
        <p:nvSpPr>
          <p:cNvPr id="169991" name="Text Box 8"/>
          <p:cNvSpPr txBox="1">
            <a:spLocks noChangeArrowheads="1"/>
          </p:cNvSpPr>
          <p:nvPr/>
        </p:nvSpPr>
        <p:spPr bwMode="auto">
          <a:xfrm>
            <a:off x="8365332" y="5305425"/>
            <a:ext cx="231457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Butterworth filter of order 2 and cutoff radius 230</a:t>
            </a:r>
          </a:p>
        </p:txBody>
      </p:sp>
      <p:sp>
        <p:nvSpPr>
          <p:cNvPr id="169992" name="Text Box 9"/>
          <p:cNvSpPr txBox="1">
            <a:spLocks noChangeArrowheads="1"/>
          </p:cNvSpPr>
          <p:nvPr/>
        </p:nvSpPr>
        <p:spPr bwMode="auto">
          <a:xfrm>
            <a:off x="1818482" y="5434013"/>
            <a:ext cx="2468563"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Butterworth filter of order 2 and cutoff radius 80</a:t>
            </a:r>
          </a:p>
        </p:txBody>
      </p:sp>
      <p:sp>
        <p:nvSpPr>
          <p:cNvPr id="169993" name="Text Box 10"/>
          <p:cNvSpPr txBox="1">
            <a:spLocks noChangeArrowheads="1"/>
          </p:cNvSpPr>
          <p:nvPr/>
        </p:nvSpPr>
        <p:spPr bwMode="auto">
          <a:xfrm>
            <a:off x="1848644" y="3495675"/>
            <a:ext cx="24384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Butterworth filter of order 2 and cutoff radius 15</a:t>
            </a:r>
          </a:p>
        </p:txBody>
      </p:sp>
      <p:pic>
        <p:nvPicPr>
          <p:cNvPr id="169994" name="Picture 11"/>
          <p:cNvPicPr>
            <a:picLocks noChangeAspect="1" noChangeArrowheads="1"/>
          </p:cNvPicPr>
          <p:nvPr/>
        </p:nvPicPr>
        <p:blipFill>
          <a:blip r:embed="rId4">
            <a:extLst>
              <a:ext uri="{28A0092B-C50C-407E-A947-70E740481C1C}">
                <a14:useLocalDpi xmlns:a14="http://schemas.microsoft.com/office/drawing/2010/main" val="0"/>
              </a:ext>
            </a:extLst>
          </a:blip>
          <a:srcRect l="7126" b="6696"/>
          <a:stretch>
            <a:fillRect/>
          </a:stretch>
        </p:blipFill>
        <p:spPr bwMode="auto">
          <a:xfrm>
            <a:off x="4226719" y="1308100"/>
            <a:ext cx="4108450" cy="554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65931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Butterworth Lowpass Filter (cont…)</a:t>
            </a:r>
          </a:p>
        </p:txBody>
      </p:sp>
      <p:grpSp>
        <p:nvGrpSpPr>
          <p:cNvPr id="172035" name="Group 2"/>
          <p:cNvGrpSpPr>
            <a:grpSpLocks/>
          </p:cNvGrpSpPr>
          <p:nvPr/>
        </p:nvGrpSpPr>
        <p:grpSpPr bwMode="auto">
          <a:xfrm>
            <a:off x="1139032" y="1631951"/>
            <a:ext cx="269875" cy="5218113"/>
            <a:chOff x="-2" y="1028"/>
            <a:chExt cx="170" cy="3287"/>
          </a:xfrm>
        </p:grpSpPr>
        <p:pic>
          <p:nvPicPr>
            <p:cNvPr id="1720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40"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72036" name="Text Box 5"/>
          <p:cNvSpPr txBox="1">
            <a:spLocks noChangeArrowheads="1"/>
          </p:cNvSpPr>
          <p:nvPr/>
        </p:nvSpPr>
        <p:spPr bwMode="auto">
          <a:xfrm>
            <a:off x="3312320" y="1989139"/>
            <a:ext cx="9683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a:t>
            </a:r>
            <a:br>
              <a:rPr lang="en-IE" altLang="en-US" sz="1800">
                <a:solidFill>
                  <a:srgbClr val="000000"/>
                </a:solidFill>
              </a:rPr>
            </a:br>
            <a:r>
              <a:rPr lang="en-IE" altLang="en-US" sz="1800">
                <a:solidFill>
                  <a:srgbClr val="000000"/>
                </a:solidFill>
              </a:rPr>
              <a:t>image</a:t>
            </a:r>
          </a:p>
        </p:txBody>
      </p:sp>
      <p:sp>
        <p:nvSpPr>
          <p:cNvPr id="172037" name="Text Box 6"/>
          <p:cNvSpPr txBox="1">
            <a:spLocks noChangeArrowheads="1"/>
          </p:cNvSpPr>
          <p:nvPr/>
        </p:nvSpPr>
        <p:spPr bwMode="auto">
          <a:xfrm>
            <a:off x="8365331" y="3667125"/>
            <a:ext cx="233045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Butterworth filter of order 2 and cutoff radius 5</a:t>
            </a:r>
          </a:p>
        </p:txBody>
      </p:sp>
      <p:pic>
        <p:nvPicPr>
          <p:cNvPr id="172038" name="Picture 7"/>
          <p:cNvPicPr>
            <a:picLocks noChangeAspect="1" noChangeArrowheads="1"/>
          </p:cNvPicPr>
          <p:nvPr/>
        </p:nvPicPr>
        <p:blipFill>
          <a:blip r:embed="rId4">
            <a:extLst>
              <a:ext uri="{28A0092B-C50C-407E-A947-70E740481C1C}">
                <a14:useLocalDpi xmlns:a14="http://schemas.microsoft.com/office/drawing/2010/main" val="0"/>
              </a:ext>
            </a:extLst>
          </a:blip>
          <a:srcRect l="54628" b="69093"/>
          <a:stretch>
            <a:fillRect/>
          </a:stretch>
        </p:blipFill>
        <p:spPr bwMode="auto">
          <a:xfrm>
            <a:off x="3191669" y="1960564"/>
            <a:ext cx="4926012" cy="451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89280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Butterworth Lowpass Filter (cont…)</a:t>
            </a:r>
          </a:p>
        </p:txBody>
      </p:sp>
      <p:grpSp>
        <p:nvGrpSpPr>
          <p:cNvPr id="174083" name="Group 2"/>
          <p:cNvGrpSpPr>
            <a:grpSpLocks/>
          </p:cNvGrpSpPr>
          <p:nvPr/>
        </p:nvGrpSpPr>
        <p:grpSpPr bwMode="auto">
          <a:xfrm>
            <a:off x="1139032" y="1631951"/>
            <a:ext cx="269875" cy="5218113"/>
            <a:chOff x="-2" y="1028"/>
            <a:chExt cx="170" cy="3287"/>
          </a:xfrm>
        </p:grpSpPr>
        <p:pic>
          <p:nvPicPr>
            <p:cNvPr id="17408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7"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74084" name="Text Box 5"/>
          <p:cNvSpPr txBox="1">
            <a:spLocks noChangeArrowheads="1"/>
          </p:cNvSpPr>
          <p:nvPr/>
        </p:nvSpPr>
        <p:spPr bwMode="auto">
          <a:xfrm>
            <a:off x="1848644" y="3495675"/>
            <a:ext cx="24384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Butterworth filter of order 2 and cutoff radius 15</a:t>
            </a:r>
          </a:p>
        </p:txBody>
      </p:sp>
      <p:pic>
        <p:nvPicPr>
          <p:cNvPr id="174085" name="Picture 6"/>
          <p:cNvPicPr>
            <a:picLocks noChangeAspect="1" noChangeArrowheads="1"/>
          </p:cNvPicPr>
          <p:nvPr/>
        </p:nvPicPr>
        <p:blipFill>
          <a:blip r:embed="rId4">
            <a:extLst>
              <a:ext uri="{28A0092B-C50C-407E-A947-70E740481C1C}">
                <a14:useLocalDpi xmlns:a14="http://schemas.microsoft.com/office/drawing/2010/main" val="0"/>
              </a:ext>
            </a:extLst>
          </a:blip>
          <a:srcRect l="9277" t="31023" r="45480" b="38063"/>
          <a:stretch>
            <a:fillRect/>
          </a:stretch>
        </p:blipFill>
        <p:spPr bwMode="auto">
          <a:xfrm>
            <a:off x="4480719" y="1708150"/>
            <a:ext cx="5351462" cy="491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5304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1"/>
          <p:cNvSpPr txBox="1">
            <a:spLocks noChangeArrowheads="1"/>
          </p:cNvSpPr>
          <p:nvPr/>
        </p:nvSpPr>
        <p:spPr bwMode="auto">
          <a:xfrm>
            <a:off x="3513052"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US" altLang="en-US">
                <a:solidFill>
                  <a:srgbClr val="FF0000"/>
                </a:solidFill>
                <a:latin typeface="Verdana" panose="020B0604030504040204" pitchFamily="34" charset="0"/>
              </a:rPr>
              <a:t>Chapter 4</a:t>
            </a:r>
          </a:p>
          <a:p>
            <a:pPr algn="ctr" eaLnBrk="1" hangingPunct="1">
              <a:buClrTx/>
              <a:buFontTx/>
              <a:buNone/>
            </a:pPr>
            <a:r>
              <a:rPr lang="en-US" altLang="en-US">
                <a:solidFill>
                  <a:srgbClr val="FF0000"/>
                </a:solidFill>
                <a:latin typeface="Verdana" panose="020B0604030504040204" pitchFamily="34" charset="0"/>
              </a:rPr>
              <a:t>Image Enhancement in the</a:t>
            </a:r>
          </a:p>
          <a:p>
            <a:pPr algn="ctr" eaLnBrk="1" hangingPunct="1">
              <a:buClrTx/>
              <a:buFontTx/>
              <a:buNone/>
            </a:pPr>
            <a:r>
              <a:rPr lang="en-US" altLang="en-US">
                <a:solidFill>
                  <a:srgbClr val="FF0000"/>
                </a:solidFill>
                <a:latin typeface="Verdana" panose="020B0604030504040204" pitchFamily="34" charset="0"/>
              </a:rPr>
              <a:t>Frequency Domain</a:t>
            </a:r>
          </a:p>
        </p:txBody>
      </p:sp>
      <p:pic>
        <p:nvPicPr>
          <p:cNvPr id="1761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8420" y="1785939"/>
            <a:ext cx="6264275"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6025791"/>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Gaussian Lowpass Filters</a:t>
            </a:r>
          </a:p>
        </p:txBody>
      </p:sp>
      <p:sp>
        <p:nvSpPr>
          <p:cNvPr id="178179"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transfer function of a Gaussian lowpass filter is defined as:</a:t>
            </a:r>
          </a:p>
        </p:txBody>
      </p:sp>
      <p:grpSp>
        <p:nvGrpSpPr>
          <p:cNvPr id="178180" name="Group 3"/>
          <p:cNvGrpSpPr>
            <a:grpSpLocks/>
          </p:cNvGrpSpPr>
          <p:nvPr/>
        </p:nvGrpSpPr>
        <p:grpSpPr bwMode="auto">
          <a:xfrm>
            <a:off x="1139032" y="1631951"/>
            <a:ext cx="269875" cy="5218113"/>
            <a:chOff x="-2" y="1028"/>
            <a:chExt cx="170" cy="3287"/>
          </a:xfrm>
        </p:grpSpPr>
        <p:pic>
          <p:nvPicPr>
            <p:cNvPr id="17818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8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graphicFrame>
        <p:nvGraphicFramePr>
          <p:cNvPr id="178181" name="Object 6"/>
          <p:cNvGraphicFramePr>
            <a:graphicFrameLocks noChangeAspect="1"/>
          </p:cNvGraphicFramePr>
          <p:nvPr/>
        </p:nvGraphicFramePr>
        <p:xfrm>
          <a:off x="2305844" y="2462213"/>
          <a:ext cx="5294312" cy="931862"/>
        </p:xfrm>
        <a:graphic>
          <a:graphicData uri="http://schemas.openxmlformats.org/presentationml/2006/ole">
            <mc:AlternateContent xmlns:mc="http://schemas.openxmlformats.org/markup-compatibility/2006">
              <mc:Choice xmlns:v="urn:schemas-microsoft-com:vml" Requires="v">
                <p:oleObj spid="_x0000_s5123" r:id="rId5" imgW="1333310" imgH="253950" progId="">
                  <p:embed/>
                </p:oleObj>
              </mc:Choice>
              <mc:Fallback>
                <p:oleObj r:id="rId5" imgW="1333310" imgH="253950" progId="">
                  <p:embed/>
                  <p:pic>
                    <p:nvPicPr>
                      <p:cNvPr id="17818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5844" y="2462213"/>
                        <a:ext cx="5294312" cy="931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78182" name="Picture 7"/>
          <p:cNvPicPr>
            <a:picLocks noChangeAspect="1" noChangeArrowheads="1"/>
          </p:cNvPicPr>
          <p:nvPr/>
        </p:nvPicPr>
        <p:blipFill>
          <a:blip r:embed="rId7">
            <a:extLst>
              <a:ext uri="{28A0092B-C50C-407E-A947-70E740481C1C}">
                <a14:useLocalDpi xmlns:a14="http://schemas.microsoft.com/office/drawing/2010/main" val="0"/>
              </a:ext>
            </a:extLst>
          </a:blip>
          <a:srcRect b="25000"/>
          <a:stretch>
            <a:fillRect/>
          </a:stretch>
        </p:blipFill>
        <p:spPr bwMode="auto">
          <a:xfrm>
            <a:off x="2437606" y="3843338"/>
            <a:ext cx="68516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28251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Gaussian Lowpass Filters (cont…)</a:t>
            </a:r>
          </a:p>
        </p:txBody>
      </p:sp>
      <p:grpSp>
        <p:nvGrpSpPr>
          <p:cNvPr id="180227" name="Group 2"/>
          <p:cNvGrpSpPr>
            <a:grpSpLocks/>
          </p:cNvGrpSpPr>
          <p:nvPr/>
        </p:nvGrpSpPr>
        <p:grpSpPr bwMode="auto">
          <a:xfrm>
            <a:off x="1139032" y="1631951"/>
            <a:ext cx="269875" cy="5218113"/>
            <a:chOff x="-2" y="1028"/>
            <a:chExt cx="170" cy="3287"/>
          </a:xfrm>
        </p:grpSpPr>
        <p:pic>
          <p:nvPicPr>
            <p:cNvPr id="1802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36"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180228" name="Text Box 5"/>
          <p:cNvSpPr txBox="1">
            <a:spLocks noChangeArrowheads="1"/>
          </p:cNvSpPr>
          <p:nvPr/>
        </p:nvSpPr>
        <p:spPr bwMode="auto">
          <a:xfrm>
            <a:off x="3312320" y="1989139"/>
            <a:ext cx="9683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a:t>
            </a:r>
            <a:br>
              <a:rPr lang="en-IE" altLang="en-US" sz="1800">
                <a:solidFill>
                  <a:srgbClr val="000000"/>
                </a:solidFill>
              </a:rPr>
            </a:br>
            <a:r>
              <a:rPr lang="en-IE" altLang="en-US" sz="1800">
                <a:solidFill>
                  <a:srgbClr val="000000"/>
                </a:solidFill>
              </a:rPr>
              <a:t>image</a:t>
            </a:r>
          </a:p>
        </p:txBody>
      </p:sp>
      <p:sp>
        <p:nvSpPr>
          <p:cNvPr id="180229" name="Text Box 6"/>
          <p:cNvSpPr txBox="1">
            <a:spLocks noChangeArrowheads="1"/>
          </p:cNvSpPr>
          <p:nvPr/>
        </p:nvSpPr>
        <p:spPr bwMode="auto">
          <a:xfrm>
            <a:off x="8365332" y="1743076"/>
            <a:ext cx="214471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Gaussian filter with cutoff radius 5</a:t>
            </a:r>
          </a:p>
        </p:txBody>
      </p:sp>
      <p:sp>
        <p:nvSpPr>
          <p:cNvPr id="180230" name="Text Box 7"/>
          <p:cNvSpPr txBox="1">
            <a:spLocks noChangeArrowheads="1"/>
          </p:cNvSpPr>
          <p:nvPr/>
        </p:nvSpPr>
        <p:spPr bwMode="auto">
          <a:xfrm>
            <a:off x="8365332" y="3525839"/>
            <a:ext cx="228441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Gaussian filter with cutoff radius 30</a:t>
            </a:r>
          </a:p>
        </p:txBody>
      </p:sp>
      <p:sp>
        <p:nvSpPr>
          <p:cNvPr id="180231" name="Text Box 8"/>
          <p:cNvSpPr txBox="1">
            <a:spLocks noChangeArrowheads="1"/>
          </p:cNvSpPr>
          <p:nvPr/>
        </p:nvSpPr>
        <p:spPr bwMode="auto">
          <a:xfrm>
            <a:off x="8365332" y="5305425"/>
            <a:ext cx="2144713"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Gaussian filter with cutoff radius 230</a:t>
            </a:r>
          </a:p>
        </p:txBody>
      </p:sp>
      <p:sp>
        <p:nvSpPr>
          <p:cNvPr id="180232" name="Text Box 9"/>
          <p:cNvSpPr txBox="1">
            <a:spLocks noChangeArrowheads="1"/>
          </p:cNvSpPr>
          <p:nvPr/>
        </p:nvSpPr>
        <p:spPr bwMode="auto">
          <a:xfrm>
            <a:off x="2343944" y="5262563"/>
            <a:ext cx="1943100"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Gaussian filter with cutoff radius 85</a:t>
            </a:r>
          </a:p>
        </p:txBody>
      </p:sp>
      <p:sp>
        <p:nvSpPr>
          <p:cNvPr id="180233" name="Text Box 10"/>
          <p:cNvSpPr txBox="1">
            <a:spLocks noChangeArrowheads="1"/>
          </p:cNvSpPr>
          <p:nvPr/>
        </p:nvSpPr>
        <p:spPr bwMode="auto">
          <a:xfrm>
            <a:off x="2189956" y="3495675"/>
            <a:ext cx="2097088"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Gaussian filter with cutoff radius 15</a:t>
            </a:r>
          </a:p>
        </p:txBody>
      </p:sp>
      <p:pic>
        <p:nvPicPr>
          <p:cNvPr id="180234" name="Picture 11"/>
          <p:cNvPicPr>
            <a:picLocks noChangeAspect="1" noChangeArrowheads="1"/>
          </p:cNvPicPr>
          <p:nvPr/>
        </p:nvPicPr>
        <p:blipFill>
          <a:blip r:embed="rId4">
            <a:extLst>
              <a:ext uri="{28A0092B-C50C-407E-A947-70E740481C1C}">
                <a14:useLocalDpi xmlns:a14="http://schemas.microsoft.com/office/drawing/2010/main" val="0"/>
              </a:ext>
            </a:extLst>
          </a:blip>
          <a:srcRect r="5792" b="7132"/>
          <a:stretch>
            <a:fillRect/>
          </a:stretch>
        </p:blipFill>
        <p:spPr bwMode="auto">
          <a:xfrm>
            <a:off x="4375945" y="1411289"/>
            <a:ext cx="4029075" cy="541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42017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Lowpass Filters Compared </a:t>
            </a:r>
          </a:p>
        </p:txBody>
      </p:sp>
      <p:pic>
        <p:nvPicPr>
          <p:cNvPr id="182275" name="Picture 2"/>
          <p:cNvPicPr>
            <a:picLocks noChangeAspect="1" noChangeArrowheads="1"/>
          </p:cNvPicPr>
          <p:nvPr/>
        </p:nvPicPr>
        <p:blipFill>
          <a:blip r:embed="rId3">
            <a:extLst>
              <a:ext uri="{28A0092B-C50C-407E-A947-70E740481C1C}">
                <a14:useLocalDpi xmlns:a14="http://schemas.microsoft.com/office/drawing/2010/main" val="0"/>
              </a:ext>
            </a:extLst>
          </a:blip>
          <a:srcRect t="33289" r="50087" b="33427"/>
          <a:stretch>
            <a:fillRect/>
          </a:stretch>
        </p:blipFill>
        <p:spPr bwMode="auto">
          <a:xfrm>
            <a:off x="3440906" y="1435101"/>
            <a:ext cx="2687638"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6" name="Text Box 3"/>
          <p:cNvSpPr txBox="1">
            <a:spLocks noChangeArrowheads="1"/>
          </p:cNvSpPr>
          <p:nvPr/>
        </p:nvSpPr>
        <p:spPr bwMode="auto">
          <a:xfrm>
            <a:off x="1312070" y="2081214"/>
            <a:ext cx="2160587"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ideal low pass filter of radius 15</a:t>
            </a:r>
          </a:p>
        </p:txBody>
      </p:sp>
      <p:sp>
        <p:nvSpPr>
          <p:cNvPr id="182277" name="Text Box 4"/>
          <p:cNvSpPr txBox="1">
            <a:spLocks noChangeArrowheads="1"/>
          </p:cNvSpPr>
          <p:nvPr/>
        </p:nvSpPr>
        <p:spPr bwMode="auto">
          <a:xfrm>
            <a:off x="8997156" y="1944688"/>
            <a:ext cx="2039938"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 of filtering with Butterworth filter of order 2 and cutoff radius 15</a:t>
            </a:r>
          </a:p>
        </p:txBody>
      </p:sp>
      <p:pic>
        <p:nvPicPr>
          <p:cNvPr id="182278" name="Picture 5"/>
          <p:cNvPicPr>
            <a:picLocks noChangeAspect="1" noChangeArrowheads="1"/>
          </p:cNvPicPr>
          <p:nvPr/>
        </p:nvPicPr>
        <p:blipFill>
          <a:blip r:embed="rId4">
            <a:extLst>
              <a:ext uri="{28A0092B-C50C-407E-A947-70E740481C1C}">
                <a14:useLocalDpi xmlns:a14="http://schemas.microsoft.com/office/drawing/2010/main" val="0"/>
              </a:ext>
            </a:extLst>
          </a:blip>
          <a:srcRect l="7126" t="30748" r="45511" b="38269"/>
          <a:stretch>
            <a:fillRect/>
          </a:stretch>
        </p:blipFill>
        <p:spPr bwMode="auto">
          <a:xfrm>
            <a:off x="6185695" y="1433513"/>
            <a:ext cx="2827337"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9" name="Text Box 6"/>
          <p:cNvSpPr txBox="1">
            <a:spLocks noChangeArrowheads="1"/>
          </p:cNvSpPr>
          <p:nvPr/>
        </p:nvSpPr>
        <p:spPr bwMode="auto">
          <a:xfrm>
            <a:off x="2863057" y="4716463"/>
            <a:ext cx="209867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 of filtering with Gaussian filter with cutoff radius 15</a:t>
            </a:r>
          </a:p>
        </p:txBody>
      </p:sp>
      <p:pic>
        <p:nvPicPr>
          <p:cNvPr id="182280" name="Picture 7"/>
          <p:cNvPicPr>
            <a:picLocks noChangeAspect="1" noChangeArrowheads="1"/>
          </p:cNvPicPr>
          <p:nvPr/>
        </p:nvPicPr>
        <p:blipFill>
          <a:blip r:embed="rId5">
            <a:extLst>
              <a:ext uri="{28A0092B-C50C-407E-A947-70E740481C1C}">
                <a14:useLocalDpi xmlns:a14="http://schemas.microsoft.com/office/drawing/2010/main" val="0"/>
              </a:ext>
            </a:extLst>
          </a:blip>
          <a:srcRect t="30859" r="54256" b="38367"/>
          <a:stretch>
            <a:fillRect/>
          </a:stretch>
        </p:blipFill>
        <p:spPr bwMode="auto">
          <a:xfrm>
            <a:off x="4914106" y="4098926"/>
            <a:ext cx="2641600"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2281" name="Group 8"/>
          <p:cNvGrpSpPr>
            <a:grpSpLocks/>
          </p:cNvGrpSpPr>
          <p:nvPr/>
        </p:nvGrpSpPr>
        <p:grpSpPr bwMode="auto">
          <a:xfrm>
            <a:off x="1139032" y="1631951"/>
            <a:ext cx="269875" cy="5218113"/>
            <a:chOff x="-2" y="1028"/>
            <a:chExt cx="170" cy="3287"/>
          </a:xfrm>
        </p:grpSpPr>
        <p:pic>
          <p:nvPicPr>
            <p:cNvPr id="182282"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83" name="Rectangle 10"/>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56889732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Lowpass Filtering Examples</a:t>
            </a:r>
          </a:p>
        </p:txBody>
      </p:sp>
      <p:sp>
        <p:nvSpPr>
          <p:cNvPr id="184323"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A low pass Gaussian filter is used to connect broken text</a:t>
            </a:r>
          </a:p>
        </p:txBody>
      </p:sp>
      <p:pic>
        <p:nvPicPr>
          <p:cNvPr id="184324" name="Picture 3"/>
          <p:cNvPicPr>
            <a:picLocks noChangeAspect="1" noChangeArrowheads="1"/>
          </p:cNvPicPr>
          <p:nvPr/>
        </p:nvPicPr>
        <p:blipFill>
          <a:blip r:embed="rId3">
            <a:extLst>
              <a:ext uri="{28A0092B-C50C-407E-A947-70E740481C1C}">
                <a14:useLocalDpi xmlns:a14="http://schemas.microsoft.com/office/drawing/2010/main" val="0"/>
              </a:ext>
            </a:extLst>
          </a:blip>
          <a:srcRect l="18724"/>
          <a:stretch>
            <a:fillRect/>
          </a:stretch>
        </p:blipFill>
        <p:spPr bwMode="auto">
          <a:xfrm>
            <a:off x="2880519" y="2462214"/>
            <a:ext cx="6024562"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4325" name="Group 4"/>
          <p:cNvGrpSpPr>
            <a:grpSpLocks/>
          </p:cNvGrpSpPr>
          <p:nvPr/>
        </p:nvGrpSpPr>
        <p:grpSpPr bwMode="auto">
          <a:xfrm>
            <a:off x="1139032" y="1631951"/>
            <a:ext cx="269875" cy="5218113"/>
            <a:chOff x="-2" y="1028"/>
            <a:chExt cx="170" cy="3287"/>
          </a:xfrm>
        </p:grpSpPr>
        <p:pic>
          <p:nvPicPr>
            <p:cNvPr id="18432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7"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4322901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Lowpass Filtering Examples</a:t>
            </a:r>
          </a:p>
        </p:txBody>
      </p:sp>
      <p:pic>
        <p:nvPicPr>
          <p:cNvPr id="186371" name="Picture 2"/>
          <p:cNvPicPr>
            <a:picLocks noChangeAspect="1" noChangeArrowheads="1"/>
          </p:cNvPicPr>
          <p:nvPr/>
        </p:nvPicPr>
        <p:blipFill>
          <a:blip r:embed="rId3">
            <a:extLst>
              <a:ext uri="{28A0092B-C50C-407E-A947-70E740481C1C}">
                <a14:useLocalDpi xmlns:a14="http://schemas.microsoft.com/office/drawing/2010/main" val="0"/>
              </a:ext>
            </a:extLst>
          </a:blip>
          <a:srcRect l="18724"/>
          <a:stretch>
            <a:fillRect/>
          </a:stretch>
        </p:blipFill>
        <p:spPr bwMode="auto">
          <a:xfrm>
            <a:off x="1181894" y="1941513"/>
            <a:ext cx="9906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6372" name="Group 3"/>
          <p:cNvGrpSpPr>
            <a:grpSpLocks/>
          </p:cNvGrpSpPr>
          <p:nvPr/>
        </p:nvGrpSpPr>
        <p:grpSpPr bwMode="auto">
          <a:xfrm>
            <a:off x="1139032" y="1631951"/>
            <a:ext cx="269875" cy="5218113"/>
            <a:chOff x="-2" y="1028"/>
            <a:chExt cx="170" cy="3287"/>
          </a:xfrm>
        </p:grpSpPr>
        <p:pic>
          <p:nvPicPr>
            <p:cNvPr id="18637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4"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40716544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Lowpass Filtering Examples (cont…)</a:t>
            </a:r>
          </a:p>
        </p:txBody>
      </p:sp>
      <p:sp>
        <p:nvSpPr>
          <p:cNvPr id="188419"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Different lowpass Gaussian filters used to remove blemishes in a photograph</a:t>
            </a:r>
          </a:p>
        </p:txBody>
      </p:sp>
      <p:pic>
        <p:nvPicPr>
          <p:cNvPr id="188420" name="Picture 3"/>
          <p:cNvPicPr>
            <a:picLocks noChangeAspect="1" noChangeArrowheads="1"/>
          </p:cNvPicPr>
          <p:nvPr/>
        </p:nvPicPr>
        <p:blipFill>
          <a:blip r:embed="rId3">
            <a:extLst>
              <a:ext uri="{28A0092B-C50C-407E-A947-70E740481C1C}">
                <a14:useLocalDpi xmlns:a14="http://schemas.microsoft.com/office/drawing/2010/main" val="0"/>
              </a:ext>
            </a:extLst>
          </a:blip>
          <a:srcRect b="16801"/>
          <a:stretch>
            <a:fillRect/>
          </a:stretch>
        </p:blipFill>
        <p:spPr bwMode="auto">
          <a:xfrm>
            <a:off x="2610644" y="2641600"/>
            <a:ext cx="6843712"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8421" name="Group 4"/>
          <p:cNvGrpSpPr>
            <a:grpSpLocks/>
          </p:cNvGrpSpPr>
          <p:nvPr/>
        </p:nvGrpSpPr>
        <p:grpSpPr bwMode="auto">
          <a:xfrm>
            <a:off x="1139032" y="1631951"/>
            <a:ext cx="269875" cy="5218113"/>
            <a:chOff x="-2" y="1028"/>
            <a:chExt cx="170" cy="3287"/>
          </a:xfrm>
        </p:grpSpPr>
        <p:pic>
          <p:nvPicPr>
            <p:cNvPr id="18842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6665351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Lowpass Filtering Examples (cont…)</a:t>
            </a:r>
          </a:p>
        </p:txBody>
      </p:sp>
      <p:pic>
        <p:nvPicPr>
          <p:cNvPr id="190467" name="Picture 2"/>
          <p:cNvPicPr>
            <a:picLocks noChangeAspect="1" noChangeArrowheads="1"/>
          </p:cNvPicPr>
          <p:nvPr/>
        </p:nvPicPr>
        <p:blipFill>
          <a:blip r:embed="rId3">
            <a:extLst>
              <a:ext uri="{28A0092B-C50C-407E-A947-70E740481C1C}">
                <a14:useLocalDpi xmlns:a14="http://schemas.microsoft.com/office/drawing/2010/main" val="0"/>
              </a:ext>
            </a:extLst>
          </a:blip>
          <a:srcRect b="16801"/>
          <a:stretch>
            <a:fillRect/>
          </a:stretch>
        </p:blipFill>
        <p:spPr bwMode="auto">
          <a:xfrm>
            <a:off x="1451769" y="1317626"/>
            <a:ext cx="9567862" cy="554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0468" name="Group 3"/>
          <p:cNvGrpSpPr>
            <a:grpSpLocks/>
          </p:cNvGrpSpPr>
          <p:nvPr/>
        </p:nvGrpSpPr>
        <p:grpSpPr bwMode="auto">
          <a:xfrm>
            <a:off x="1139032" y="1631951"/>
            <a:ext cx="269875" cy="5218113"/>
            <a:chOff x="-2" y="1028"/>
            <a:chExt cx="170" cy="3287"/>
          </a:xfrm>
        </p:grpSpPr>
        <p:pic>
          <p:nvPicPr>
            <p:cNvPr id="19046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70" name="Rectangle 5"/>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2007512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Lowpass Filtering Examples (cont…)</a:t>
            </a:r>
          </a:p>
        </p:txBody>
      </p:sp>
      <p:graphicFrame>
        <p:nvGraphicFramePr>
          <p:cNvPr id="192515" name="Object 2"/>
          <p:cNvGraphicFramePr>
            <a:graphicFrameLocks noChangeAspect="1"/>
          </p:cNvGraphicFramePr>
          <p:nvPr/>
        </p:nvGraphicFramePr>
        <p:xfrm>
          <a:off x="3193257" y="1296988"/>
          <a:ext cx="5807075" cy="5345112"/>
        </p:xfrm>
        <a:graphic>
          <a:graphicData uri="http://schemas.openxmlformats.org/presentationml/2006/ole">
            <mc:AlternateContent xmlns:mc="http://schemas.openxmlformats.org/markup-compatibility/2006">
              <mc:Choice xmlns:v="urn:schemas-microsoft-com:vml" Requires="v">
                <p:oleObj spid="_x0000_s6147" r:id="rId4" imgW="4247217" imgH="4235025" progId="">
                  <p:embed/>
                </p:oleObj>
              </mc:Choice>
              <mc:Fallback>
                <p:oleObj r:id="rId4" imgW="4247217" imgH="4235025" progId="">
                  <p:embed/>
                  <p:pic>
                    <p:nvPicPr>
                      <p:cNvPr id="192515"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3257" y="1296988"/>
                        <a:ext cx="5807075" cy="53451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2516" name="Text Box 3"/>
          <p:cNvSpPr txBox="1">
            <a:spLocks noChangeArrowheads="1"/>
          </p:cNvSpPr>
          <p:nvPr/>
        </p:nvSpPr>
        <p:spPr bwMode="auto">
          <a:xfrm>
            <a:off x="1862931" y="2249489"/>
            <a:ext cx="14112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 image</a:t>
            </a:r>
          </a:p>
        </p:txBody>
      </p:sp>
      <p:sp>
        <p:nvSpPr>
          <p:cNvPr id="192517" name="Text Box 4"/>
          <p:cNvSpPr txBox="1">
            <a:spLocks noChangeArrowheads="1"/>
          </p:cNvSpPr>
          <p:nvPr/>
        </p:nvSpPr>
        <p:spPr bwMode="auto">
          <a:xfrm>
            <a:off x="8916194" y="2249489"/>
            <a:ext cx="21590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Gaussian lowpass filter</a:t>
            </a:r>
          </a:p>
        </p:txBody>
      </p:sp>
      <p:sp>
        <p:nvSpPr>
          <p:cNvPr id="192518" name="Text Box 5"/>
          <p:cNvSpPr txBox="1">
            <a:spLocks noChangeArrowheads="1"/>
          </p:cNvSpPr>
          <p:nvPr/>
        </p:nvSpPr>
        <p:spPr bwMode="auto">
          <a:xfrm>
            <a:off x="8916194" y="4973639"/>
            <a:ext cx="1700212"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Processed image</a:t>
            </a:r>
          </a:p>
        </p:txBody>
      </p:sp>
      <p:sp>
        <p:nvSpPr>
          <p:cNvPr id="192519" name="Text Box 6"/>
          <p:cNvSpPr txBox="1">
            <a:spLocks noChangeArrowheads="1"/>
          </p:cNvSpPr>
          <p:nvPr/>
        </p:nvSpPr>
        <p:spPr bwMode="auto">
          <a:xfrm>
            <a:off x="1115219" y="4973639"/>
            <a:ext cx="2159001"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Spectrum of original image</a:t>
            </a:r>
          </a:p>
        </p:txBody>
      </p:sp>
      <p:grpSp>
        <p:nvGrpSpPr>
          <p:cNvPr id="192520" name="Group 7"/>
          <p:cNvGrpSpPr>
            <a:grpSpLocks/>
          </p:cNvGrpSpPr>
          <p:nvPr/>
        </p:nvGrpSpPr>
        <p:grpSpPr bwMode="auto">
          <a:xfrm>
            <a:off x="1139032" y="1631951"/>
            <a:ext cx="269875" cy="5218113"/>
            <a:chOff x="-2" y="1028"/>
            <a:chExt cx="170" cy="3287"/>
          </a:xfrm>
        </p:grpSpPr>
        <p:pic>
          <p:nvPicPr>
            <p:cNvPr id="192521"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22" name="Rectangle 9"/>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58476227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Sharpening in the Frequency Domain</a:t>
            </a:r>
          </a:p>
        </p:txBody>
      </p:sp>
      <p:sp>
        <p:nvSpPr>
          <p:cNvPr id="194563"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Edges and fine detail in images are associated with high frequency components</a:t>
            </a:r>
          </a:p>
          <a:p>
            <a:pPr eaLnBrk="1" hangingPunct="1">
              <a:buClrTx/>
              <a:buFontTx/>
              <a:buNone/>
            </a:pPr>
            <a:r>
              <a:rPr lang="en-IE" altLang="en-US" i="1"/>
              <a:t>High pass filters </a:t>
            </a:r>
            <a:r>
              <a:rPr lang="en-IE" altLang="en-US"/>
              <a:t>– only pass the high frequencies, drop the low ones</a:t>
            </a:r>
          </a:p>
          <a:p>
            <a:pPr eaLnBrk="1" hangingPunct="1">
              <a:buClrTx/>
              <a:buFontTx/>
              <a:buNone/>
            </a:pPr>
            <a:r>
              <a:rPr lang="en-IE" altLang="en-US"/>
              <a:t>High pass frequencies are precisely the reverse of low pass filters, so:</a:t>
            </a:r>
          </a:p>
          <a:p>
            <a:pPr eaLnBrk="1" hangingPunct="1">
              <a:buClrTx/>
              <a:buFontTx/>
              <a:buNone/>
            </a:pPr>
            <a:r>
              <a:rPr lang="en-IE" altLang="en-US" i="1">
                <a:latin typeface="Times New Roman" panose="02020603050405020304" pitchFamily="18" charset="0"/>
              </a:rPr>
              <a:t>	H</a:t>
            </a:r>
            <a:r>
              <a:rPr lang="en-IE" altLang="en-US" i="1" baseline="-25000">
                <a:latin typeface="Times New Roman" panose="02020603050405020304" pitchFamily="18" charset="0"/>
              </a:rPr>
              <a:t>hp</a:t>
            </a:r>
            <a:r>
              <a:rPr lang="en-IE" altLang="en-US" i="1">
                <a:latin typeface="Times New Roman" panose="02020603050405020304" pitchFamily="18" charset="0"/>
              </a:rPr>
              <a:t>(u, v) = 1 – H</a:t>
            </a:r>
            <a:r>
              <a:rPr lang="en-IE" altLang="en-US" i="1" baseline="-25000">
                <a:latin typeface="Times New Roman" panose="02020603050405020304" pitchFamily="18" charset="0"/>
              </a:rPr>
              <a:t>lp</a:t>
            </a:r>
            <a:r>
              <a:rPr lang="en-IE" altLang="en-US" i="1">
                <a:latin typeface="Times New Roman" panose="02020603050405020304" pitchFamily="18" charset="0"/>
              </a:rPr>
              <a:t>(u, v)</a:t>
            </a:r>
          </a:p>
          <a:p>
            <a:pPr eaLnBrk="1" hangingPunct="1">
              <a:buClrTx/>
              <a:buFontTx/>
              <a:buNone/>
            </a:pPr>
            <a:endParaRPr lang="en-IE" altLang="en-US" i="1">
              <a:latin typeface="Times New Roman" panose="02020603050405020304" pitchFamily="18" charset="0"/>
            </a:endParaRPr>
          </a:p>
        </p:txBody>
      </p:sp>
    </p:spTree>
    <p:extLst>
      <p:ext uri="{BB962C8B-B14F-4D97-AF65-F5344CB8AC3E}">
        <p14:creationId xmlns:p14="http://schemas.microsoft.com/office/powerpoint/2010/main" val="304053235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Ideal High Pass Filters</a:t>
            </a:r>
          </a:p>
        </p:txBody>
      </p:sp>
      <p:sp>
        <p:nvSpPr>
          <p:cNvPr id="196611"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ideal high pass filter is given as:</a:t>
            </a: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350"/>
              </a:spcBef>
              <a:buClrTx/>
            </a:pPr>
            <a:endParaRPr lang="en-IE" altLang="en-US" sz="1400">
              <a:solidFill>
                <a:srgbClr val="000000"/>
              </a:solidFill>
            </a:endParaRPr>
          </a:p>
          <a:p>
            <a:pPr>
              <a:spcBef>
                <a:spcPts val="800"/>
              </a:spcBef>
              <a:buClrTx/>
            </a:pPr>
            <a:r>
              <a:rPr lang="en-IE" altLang="en-US" sz="3200">
                <a:solidFill>
                  <a:srgbClr val="000000"/>
                </a:solidFill>
              </a:rPr>
              <a:t>where D</a:t>
            </a:r>
            <a:r>
              <a:rPr lang="en-IE" altLang="en-US" sz="3200" baseline="-25000">
                <a:solidFill>
                  <a:srgbClr val="000000"/>
                </a:solidFill>
              </a:rPr>
              <a:t>0</a:t>
            </a:r>
            <a:r>
              <a:rPr lang="en-IE" altLang="en-US" sz="3200">
                <a:solidFill>
                  <a:srgbClr val="000000"/>
                </a:solidFill>
              </a:rPr>
              <a:t> is the cut off distance as before</a:t>
            </a:r>
          </a:p>
        </p:txBody>
      </p:sp>
      <p:pic>
        <p:nvPicPr>
          <p:cNvPr id="196612" name="Picture 3"/>
          <p:cNvPicPr>
            <a:picLocks noChangeAspect="1" noChangeArrowheads="1"/>
          </p:cNvPicPr>
          <p:nvPr/>
        </p:nvPicPr>
        <p:blipFill>
          <a:blip r:embed="rId4">
            <a:extLst>
              <a:ext uri="{28A0092B-C50C-407E-A947-70E740481C1C}">
                <a14:useLocalDpi xmlns:a14="http://schemas.microsoft.com/office/drawing/2010/main" val="0"/>
              </a:ext>
            </a:extLst>
          </a:blip>
          <a:srcRect b="71585"/>
          <a:stretch>
            <a:fillRect/>
          </a:stretch>
        </p:blipFill>
        <p:spPr bwMode="auto">
          <a:xfrm>
            <a:off x="2050257" y="4106864"/>
            <a:ext cx="7713663"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6613" name="Object 4"/>
          <p:cNvGraphicFramePr>
            <a:graphicFrameLocks noChangeAspect="1"/>
          </p:cNvGraphicFramePr>
          <p:nvPr/>
        </p:nvGraphicFramePr>
        <p:xfrm>
          <a:off x="2747169" y="1958975"/>
          <a:ext cx="5326062" cy="1354138"/>
        </p:xfrm>
        <a:graphic>
          <a:graphicData uri="http://schemas.openxmlformats.org/presentationml/2006/ole">
            <mc:AlternateContent xmlns:mc="http://schemas.openxmlformats.org/markup-compatibility/2006">
              <mc:Choice xmlns:v="urn:schemas-microsoft-com:vml" Requires="v">
                <p:oleObj spid="_x0000_s7171" r:id="rId5" imgW="1752377" imgH="482549" progId="">
                  <p:embed/>
                </p:oleObj>
              </mc:Choice>
              <mc:Fallback>
                <p:oleObj r:id="rId5" imgW="1752377" imgH="482549" progId="">
                  <p:embed/>
                  <p:pic>
                    <p:nvPicPr>
                      <p:cNvPr id="19661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7169" y="1958975"/>
                        <a:ext cx="5326062" cy="13541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96614" name="Group 5"/>
          <p:cNvGrpSpPr>
            <a:grpSpLocks/>
          </p:cNvGrpSpPr>
          <p:nvPr/>
        </p:nvGrpSpPr>
        <p:grpSpPr bwMode="auto">
          <a:xfrm>
            <a:off x="1139032" y="1631951"/>
            <a:ext cx="269875" cy="5218113"/>
            <a:chOff x="-2" y="1028"/>
            <a:chExt cx="170" cy="3287"/>
          </a:xfrm>
        </p:grpSpPr>
        <p:pic>
          <p:nvPicPr>
            <p:cNvPr id="196615"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616" name="Rectangle 7"/>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24899993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Ideal High Pass Filters (cont…)</a:t>
            </a:r>
          </a:p>
        </p:txBody>
      </p:sp>
      <p:pic>
        <p:nvPicPr>
          <p:cNvPr id="198659" name="Picture 2"/>
          <p:cNvPicPr>
            <a:picLocks noChangeAspect="1" noChangeArrowheads="1"/>
          </p:cNvPicPr>
          <p:nvPr/>
        </p:nvPicPr>
        <p:blipFill>
          <a:blip r:embed="rId3">
            <a:extLst>
              <a:ext uri="{28A0092B-C50C-407E-A947-70E740481C1C}">
                <a14:useLocalDpi xmlns:a14="http://schemas.microsoft.com/office/drawing/2010/main" val="0"/>
              </a:ext>
            </a:extLst>
          </a:blip>
          <a:srcRect b="24394"/>
          <a:stretch>
            <a:fillRect/>
          </a:stretch>
        </p:blipFill>
        <p:spPr bwMode="auto">
          <a:xfrm>
            <a:off x="2631281" y="3865563"/>
            <a:ext cx="6834188" cy="212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60" name="Text Box 3"/>
          <p:cNvSpPr txBox="1">
            <a:spLocks noChangeArrowheads="1"/>
          </p:cNvSpPr>
          <p:nvPr/>
        </p:nvSpPr>
        <p:spPr bwMode="auto">
          <a:xfrm>
            <a:off x="3085306" y="3403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198661" name="Picture 4"/>
          <p:cNvPicPr>
            <a:picLocks noChangeAspect="1" noChangeArrowheads="1"/>
          </p:cNvPicPr>
          <p:nvPr/>
        </p:nvPicPr>
        <p:blipFill>
          <a:blip r:embed="rId4">
            <a:extLst>
              <a:ext uri="{28A0092B-C50C-407E-A947-70E740481C1C}">
                <a14:useLocalDpi xmlns:a14="http://schemas.microsoft.com/office/drawing/2010/main" val="0"/>
              </a:ext>
            </a:extLst>
          </a:blip>
          <a:srcRect r="49921" b="24304"/>
          <a:stretch>
            <a:fillRect/>
          </a:stretch>
        </p:blipFill>
        <p:spPr bwMode="auto">
          <a:xfrm>
            <a:off x="4683920" y="1311276"/>
            <a:ext cx="2732087"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62" name="Text Box 5"/>
          <p:cNvSpPr txBox="1">
            <a:spLocks noChangeArrowheads="1"/>
          </p:cNvSpPr>
          <p:nvPr/>
        </p:nvSpPr>
        <p:spPr bwMode="auto">
          <a:xfrm>
            <a:off x="2651920" y="5875339"/>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sp>
        <p:nvSpPr>
          <p:cNvPr id="198663" name="Text Box 6"/>
          <p:cNvSpPr txBox="1">
            <a:spLocks noChangeArrowheads="1"/>
          </p:cNvSpPr>
          <p:nvPr/>
        </p:nvSpPr>
        <p:spPr bwMode="auto">
          <a:xfrm>
            <a:off x="4920457" y="5875339"/>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30</a:t>
            </a:r>
          </a:p>
        </p:txBody>
      </p:sp>
      <p:sp>
        <p:nvSpPr>
          <p:cNvPr id="198664" name="Text Box 7"/>
          <p:cNvSpPr txBox="1">
            <a:spLocks noChangeArrowheads="1"/>
          </p:cNvSpPr>
          <p:nvPr/>
        </p:nvSpPr>
        <p:spPr bwMode="auto">
          <a:xfrm>
            <a:off x="7188995" y="5875339"/>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80</a:t>
            </a:r>
          </a:p>
        </p:txBody>
      </p:sp>
      <p:grpSp>
        <p:nvGrpSpPr>
          <p:cNvPr id="198665" name="Group 8"/>
          <p:cNvGrpSpPr>
            <a:grpSpLocks/>
          </p:cNvGrpSpPr>
          <p:nvPr/>
        </p:nvGrpSpPr>
        <p:grpSpPr bwMode="auto">
          <a:xfrm>
            <a:off x="1139032" y="1631951"/>
            <a:ext cx="269875" cy="5218113"/>
            <a:chOff x="-2" y="1028"/>
            <a:chExt cx="170" cy="3287"/>
          </a:xfrm>
        </p:grpSpPr>
        <p:pic>
          <p:nvPicPr>
            <p:cNvPr id="198666"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67" name="Rectangle 10"/>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9865731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Butterworth High Pass Filters</a:t>
            </a:r>
          </a:p>
        </p:txBody>
      </p:sp>
      <p:sp>
        <p:nvSpPr>
          <p:cNvPr id="200707"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Butterworth high pass filter is given as:</a:t>
            </a: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350"/>
              </a:spcBef>
              <a:buClrTx/>
            </a:pPr>
            <a:endParaRPr lang="en-IE" altLang="en-US" sz="1400">
              <a:solidFill>
                <a:srgbClr val="000000"/>
              </a:solidFill>
            </a:endParaRPr>
          </a:p>
          <a:p>
            <a:pPr>
              <a:spcBef>
                <a:spcPts val="800"/>
              </a:spcBef>
              <a:buClrTx/>
            </a:pPr>
            <a:r>
              <a:rPr lang="en-IE" altLang="en-US" sz="3200">
                <a:solidFill>
                  <a:srgbClr val="000000"/>
                </a:solidFill>
              </a:rPr>
              <a:t>where </a:t>
            </a:r>
            <a:r>
              <a:rPr lang="en-IE" altLang="en-US" sz="3200" i="1">
                <a:solidFill>
                  <a:srgbClr val="000000"/>
                </a:solidFill>
                <a:latin typeface="Times New Roman" panose="02020603050405020304" pitchFamily="18" charset="0"/>
              </a:rPr>
              <a:t>n</a:t>
            </a:r>
            <a:r>
              <a:rPr lang="en-IE" altLang="en-US" sz="3200">
                <a:solidFill>
                  <a:srgbClr val="000000"/>
                </a:solidFill>
              </a:rPr>
              <a:t> is the order and </a:t>
            </a:r>
            <a:r>
              <a:rPr lang="en-IE" altLang="en-US" sz="3200" i="1">
                <a:solidFill>
                  <a:srgbClr val="000000"/>
                </a:solidFill>
                <a:latin typeface="Times New Roman" panose="02020603050405020304" pitchFamily="18" charset="0"/>
              </a:rPr>
              <a:t>D</a:t>
            </a:r>
            <a:r>
              <a:rPr lang="en-IE" altLang="en-US" sz="3200" i="1" baseline="-25000">
                <a:solidFill>
                  <a:srgbClr val="000000"/>
                </a:solidFill>
                <a:latin typeface="Times New Roman" panose="02020603050405020304" pitchFamily="18" charset="0"/>
              </a:rPr>
              <a:t>0</a:t>
            </a:r>
            <a:r>
              <a:rPr lang="en-IE" altLang="en-US" sz="3200">
                <a:solidFill>
                  <a:srgbClr val="000000"/>
                </a:solidFill>
              </a:rPr>
              <a:t> is the cut off distance as before</a:t>
            </a:r>
          </a:p>
        </p:txBody>
      </p:sp>
      <p:graphicFrame>
        <p:nvGraphicFramePr>
          <p:cNvPr id="200708" name="Object 3"/>
          <p:cNvGraphicFramePr>
            <a:graphicFrameLocks noChangeAspect="1"/>
          </p:cNvGraphicFramePr>
          <p:nvPr/>
        </p:nvGraphicFramePr>
        <p:xfrm>
          <a:off x="2747169" y="2030413"/>
          <a:ext cx="5326062" cy="1211262"/>
        </p:xfrm>
        <a:graphic>
          <a:graphicData uri="http://schemas.openxmlformats.org/presentationml/2006/ole">
            <mc:AlternateContent xmlns:mc="http://schemas.openxmlformats.org/markup-compatibility/2006">
              <mc:Choice xmlns:v="urn:schemas-microsoft-com:vml" Requires="v">
                <p:oleObj spid="_x0000_s8195" r:id="rId4" imgW="1752377" imgH="431744" progId="">
                  <p:embed/>
                </p:oleObj>
              </mc:Choice>
              <mc:Fallback>
                <p:oleObj r:id="rId4" imgW="1752377" imgH="431744" progId="">
                  <p:embed/>
                  <p:pic>
                    <p:nvPicPr>
                      <p:cNvPr id="20070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7169" y="2030413"/>
                        <a:ext cx="5326062" cy="12112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200709" name="Picture 4"/>
          <p:cNvPicPr>
            <a:picLocks noChangeAspect="1" noChangeArrowheads="1"/>
          </p:cNvPicPr>
          <p:nvPr/>
        </p:nvPicPr>
        <p:blipFill>
          <a:blip r:embed="rId6">
            <a:extLst>
              <a:ext uri="{28A0092B-C50C-407E-A947-70E740481C1C}">
                <a14:useLocalDpi xmlns:a14="http://schemas.microsoft.com/office/drawing/2010/main" val="0"/>
              </a:ext>
            </a:extLst>
          </a:blip>
          <a:srcRect t="27901" b="43370"/>
          <a:stretch>
            <a:fillRect/>
          </a:stretch>
        </p:blipFill>
        <p:spPr bwMode="auto">
          <a:xfrm>
            <a:off x="2235995" y="4492626"/>
            <a:ext cx="7558087"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0710" name="Group 5"/>
          <p:cNvGrpSpPr>
            <a:grpSpLocks/>
          </p:cNvGrpSpPr>
          <p:nvPr/>
        </p:nvGrpSpPr>
        <p:grpSpPr bwMode="auto">
          <a:xfrm>
            <a:off x="1139032" y="1631951"/>
            <a:ext cx="269875" cy="5218113"/>
            <a:chOff x="-2" y="1028"/>
            <a:chExt cx="170" cy="3287"/>
          </a:xfrm>
        </p:grpSpPr>
        <p:pic>
          <p:nvPicPr>
            <p:cNvPr id="200711"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712" name="Rectangle 7"/>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75163156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3600">
                <a:solidFill>
                  <a:srgbClr val="FFFFFF"/>
                </a:solidFill>
              </a:rPr>
              <a:t>Butterworth High Pass Filters (cont…)</a:t>
            </a:r>
          </a:p>
        </p:txBody>
      </p:sp>
      <p:sp>
        <p:nvSpPr>
          <p:cNvPr id="202755" name="Text Box 2"/>
          <p:cNvSpPr txBox="1">
            <a:spLocks noChangeArrowheads="1"/>
          </p:cNvSpPr>
          <p:nvPr/>
        </p:nvSpPr>
        <p:spPr bwMode="auto">
          <a:xfrm>
            <a:off x="3182144" y="3403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202756" name="Picture 3"/>
          <p:cNvPicPr>
            <a:picLocks noChangeAspect="1" noChangeArrowheads="1"/>
          </p:cNvPicPr>
          <p:nvPr/>
        </p:nvPicPr>
        <p:blipFill>
          <a:blip r:embed="rId3">
            <a:extLst>
              <a:ext uri="{28A0092B-C50C-407E-A947-70E740481C1C}">
                <a14:useLocalDpi xmlns:a14="http://schemas.microsoft.com/office/drawing/2010/main" val="0"/>
              </a:ext>
            </a:extLst>
          </a:blip>
          <a:srcRect r="49921" b="24304"/>
          <a:stretch>
            <a:fillRect/>
          </a:stretch>
        </p:blipFill>
        <p:spPr bwMode="auto">
          <a:xfrm>
            <a:off x="4683920" y="1311276"/>
            <a:ext cx="2732087"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7" name="Text Box 4"/>
          <p:cNvSpPr txBox="1">
            <a:spLocks noChangeArrowheads="1"/>
          </p:cNvSpPr>
          <p:nvPr/>
        </p:nvSpPr>
        <p:spPr bwMode="auto">
          <a:xfrm>
            <a:off x="1300957" y="4017963"/>
            <a:ext cx="154622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02758" name="Picture 5"/>
          <p:cNvPicPr>
            <a:picLocks noChangeAspect="1" noChangeArrowheads="1"/>
          </p:cNvPicPr>
          <p:nvPr/>
        </p:nvPicPr>
        <p:blipFill>
          <a:blip r:embed="rId4">
            <a:extLst>
              <a:ext uri="{28A0092B-C50C-407E-A947-70E740481C1C}">
                <a14:useLocalDpi xmlns:a14="http://schemas.microsoft.com/office/drawing/2010/main" val="0"/>
              </a:ext>
            </a:extLst>
          </a:blip>
          <a:srcRect b="23053"/>
          <a:stretch>
            <a:fillRect/>
          </a:stretch>
        </p:blipFill>
        <p:spPr bwMode="auto">
          <a:xfrm>
            <a:off x="2777331" y="3833813"/>
            <a:ext cx="6827838"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9" name="Text Box 6"/>
          <p:cNvSpPr txBox="1">
            <a:spLocks noChangeArrowheads="1"/>
          </p:cNvSpPr>
          <p:nvPr/>
        </p:nvSpPr>
        <p:spPr bwMode="auto">
          <a:xfrm>
            <a:off x="9521032" y="4019550"/>
            <a:ext cx="154622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80</a:t>
            </a:r>
          </a:p>
        </p:txBody>
      </p:sp>
      <p:sp>
        <p:nvSpPr>
          <p:cNvPr id="202760" name="Text Box 7"/>
          <p:cNvSpPr txBox="1">
            <a:spLocks noChangeArrowheads="1"/>
          </p:cNvSpPr>
          <p:nvPr/>
        </p:nvSpPr>
        <p:spPr bwMode="auto">
          <a:xfrm>
            <a:off x="4214020" y="5849938"/>
            <a:ext cx="3883025"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30</a:t>
            </a:r>
          </a:p>
        </p:txBody>
      </p:sp>
      <p:grpSp>
        <p:nvGrpSpPr>
          <p:cNvPr id="202761" name="Group 8"/>
          <p:cNvGrpSpPr>
            <a:grpSpLocks/>
          </p:cNvGrpSpPr>
          <p:nvPr/>
        </p:nvGrpSpPr>
        <p:grpSpPr bwMode="auto">
          <a:xfrm>
            <a:off x="1139032" y="1631951"/>
            <a:ext cx="269875" cy="5218113"/>
            <a:chOff x="-2" y="1028"/>
            <a:chExt cx="170" cy="3287"/>
          </a:xfrm>
        </p:grpSpPr>
        <p:pic>
          <p:nvPicPr>
            <p:cNvPr id="202762"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63" name="Rectangle 10"/>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7747342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Gaussian High Pass Filters</a:t>
            </a:r>
          </a:p>
        </p:txBody>
      </p:sp>
      <p:sp>
        <p:nvSpPr>
          <p:cNvPr id="204803"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IE" altLang="en-US" sz="3200">
                <a:solidFill>
                  <a:srgbClr val="000000"/>
                </a:solidFill>
              </a:rPr>
              <a:t>The Gaussian high pass filter is given as:</a:t>
            </a:r>
          </a:p>
          <a:p>
            <a:pPr>
              <a:spcBef>
                <a:spcPts val="800"/>
              </a:spcBef>
              <a:buClrTx/>
            </a:pPr>
            <a:endParaRPr lang="en-IE" altLang="en-US" sz="3200">
              <a:solidFill>
                <a:srgbClr val="000000"/>
              </a:solidFill>
            </a:endParaRPr>
          </a:p>
          <a:p>
            <a:pPr>
              <a:spcBef>
                <a:spcPts val="800"/>
              </a:spcBef>
              <a:buClrTx/>
            </a:pPr>
            <a:endParaRPr lang="en-IE" altLang="en-US" sz="3200">
              <a:solidFill>
                <a:srgbClr val="000000"/>
              </a:solidFill>
            </a:endParaRPr>
          </a:p>
          <a:p>
            <a:pPr>
              <a:spcBef>
                <a:spcPts val="200"/>
              </a:spcBef>
              <a:buClrTx/>
            </a:pPr>
            <a:endParaRPr lang="en-IE" altLang="en-US" sz="800">
              <a:solidFill>
                <a:srgbClr val="000000"/>
              </a:solidFill>
            </a:endParaRPr>
          </a:p>
          <a:p>
            <a:pPr>
              <a:spcBef>
                <a:spcPts val="800"/>
              </a:spcBef>
              <a:buClrTx/>
            </a:pPr>
            <a:r>
              <a:rPr lang="en-IE" altLang="en-US" sz="3200">
                <a:solidFill>
                  <a:srgbClr val="000000"/>
                </a:solidFill>
              </a:rPr>
              <a:t>where </a:t>
            </a:r>
            <a:r>
              <a:rPr lang="en-IE" altLang="en-US" sz="3200" i="1">
                <a:solidFill>
                  <a:srgbClr val="000000"/>
                </a:solidFill>
                <a:latin typeface="Times New Roman" panose="02020603050405020304" pitchFamily="18" charset="0"/>
              </a:rPr>
              <a:t>D</a:t>
            </a:r>
            <a:r>
              <a:rPr lang="en-IE" altLang="en-US" sz="3200" i="1" baseline="-25000">
                <a:solidFill>
                  <a:srgbClr val="000000"/>
                </a:solidFill>
                <a:latin typeface="Times New Roman" panose="02020603050405020304" pitchFamily="18" charset="0"/>
              </a:rPr>
              <a:t>0</a:t>
            </a:r>
            <a:r>
              <a:rPr lang="en-IE" altLang="en-US" sz="3200">
                <a:solidFill>
                  <a:srgbClr val="000000"/>
                </a:solidFill>
              </a:rPr>
              <a:t> is the cut off distance as before</a:t>
            </a:r>
          </a:p>
        </p:txBody>
      </p:sp>
      <p:graphicFrame>
        <p:nvGraphicFramePr>
          <p:cNvPr id="204804" name="Object 3"/>
          <p:cNvGraphicFramePr>
            <a:graphicFrameLocks noChangeAspect="1"/>
          </p:cNvGraphicFramePr>
          <p:nvPr/>
        </p:nvGraphicFramePr>
        <p:xfrm>
          <a:off x="2340769" y="2090738"/>
          <a:ext cx="5999162" cy="931862"/>
        </p:xfrm>
        <a:graphic>
          <a:graphicData uri="http://schemas.openxmlformats.org/presentationml/2006/ole">
            <mc:AlternateContent xmlns:mc="http://schemas.openxmlformats.org/markup-compatibility/2006">
              <mc:Choice xmlns:v="urn:schemas-microsoft-com:vml" Requires="v">
                <p:oleObj spid="_x0000_s9219" r:id="rId4" imgW="1511103" imgH="253964" progId="">
                  <p:embed/>
                </p:oleObj>
              </mc:Choice>
              <mc:Fallback>
                <p:oleObj r:id="rId4" imgW="1511103" imgH="253964" progId="">
                  <p:embed/>
                  <p:pic>
                    <p:nvPicPr>
                      <p:cNvPr id="20480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0769" y="2090738"/>
                        <a:ext cx="5999162" cy="931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204805" name="Picture 4"/>
          <p:cNvPicPr>
            <a:picLocks noChangeAspect="1" noChangeArrowheads="1"/>
          </p:cNvPicPr>
          <p:nvPr/>
        </p:nvPicPr>
        <p:blipFill>
          <a:blip r:embed="rId6">
            <a:extLst>
              <a:ext uri="{28A0092B-C50C-407E-A947-70E740481C1C}">
                <a14:useLocalDpi xmlns:a14="http://schemas.microsoft.com/office/drawing/2010/main" val="0"/>
              </a:ext>
            </a:extLst>
          </a:blip>
          <a:srcRect t="56082" b="14642"/>
          <a:stretch>
            <a:fillRect/>
          </a:stretch>
        </p:blipFill>
        <p:spPr bwMode="auto">
          <a:xfrm>
            <a:off x="2267745" y="3959225"/>
            <a:ext cx="7558087"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06" name="Group 5"/>
          <p:cNvGrpSpPr>
            <a:grpSpLocks/>
          </p:cNvGrpSpPr>
          <p:nvPr/>
        </p:nvGrpSpPr>
        <p:grpSpPr bwMode="auto">
          <a:xfrm>
            <a:off x="1139032" y="1631951"/>
            <a:ext cx="269875" cy="5218113"/>
            <a:chOff x="-2" y="1028"/>
            <a:chExt cx="170" cy="3287"/>
          </a:xfrm>
        </p:grpSpPr>
        <p:pic>
          <p:nvPicPr>
            <p:cNvPr id="204807"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8" name="Rectangle 7"/>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9460328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Gaussian High Pass Filters (cont…)</a:t>
            </a:r>
          </a:p>
        </p:txBody>
      </p:sp>
      <p:pic>
        <p:nvPicPr>
          <p:cNvPr id="206851" name="Picture 2"/>
          <p:cNvPicPr>
            <a:picLocks noChangeAspect="1" noChangeArrowheads="1"/>
          </p:cNvPicPr>
          <p:nvPr/>
        </p:nvPicPr>
        <p:blipFill>
          <a:blip r:embed="rId3">
            <a:extLst>
              <a:ext uri="{28A0092B-C50C-407E-A947-70E740481C1C}">
                <a14:useLocalDpi xmlns:a14="http://schemas.microsoft.com/office/drawing/2010/main" val="0"/>
              </a:ext>
            </a:extLst>
          </a:blip>
          <a:srcRect r="49921" b="24304"/>
          <a:stretch>
            <a:fillRect/>
          </a:stretch>
        </p:blipFill>
        <p:spPr bwMode="auto">
          <a:xfrm>
            <a:off x="4820445" y="1311276"/>
            <a:ext cx="273367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2" name="Text Box 3"/>
          <p:cNvSpPr txBox="1">
            <a:spLocks noChangeArrowheads="1"/>
          </p:cNvSpPr>
          <p:nvPr/>
        </p:nvSpPr>
        <p:spPr bwMode="auto">
          <a:xfrm>
            <a:off x="1342232" y="4117976"/>
            <a:ext cx="154622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sp>
        <p:nvSpPr>
          <p:cNvPr id="206853" name="Text Box 4"/>
          <p:cNvSpPr txBox="1">
            <a:spLocks noChangeArrowheads="1"/>
          </p:cNvSpPr>
          <p:nvPr/>
        </p:nvSpPr>
        <p:spPr bwMode="auto">
          <a:xfrm>
            <a:off x="9562307" y="4105276"/>
            <a:ext cx="154622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80</a:t>
            </a:r>
          </a:p>
        </p:txBody>
      </p:sp>
      <p:sp>
        <p:nvSpPr>
          <p:cNvPr id="206854" name="Text Box 5"/>
          <p:cNvSpPr txBox="1">
            <a:spLocks noChangeArrowheads="1"/>
          </p:cNvSpPr>
          <p:nvPr/>
        </p:nvSpPr>
        <p:spPr bwMode="auto">
          <a:xfrm>
            <a:off x="4533106" y="5849938"/>
            <a:ext cx="3373438"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30</a:t>
            </a:r>
          </a:p>
        </p:txBody>
      </p:sp>
      <p:pic>
        <p:nvPicPr>
          <p:cNvPr id="206855" name="Picture 6"/>
          <p:cNvPicPr>
            <a:picLocks noChangeAspect="1" noChangeArrowheads="1"/>
          </p:cNvPicPr>
          <p:nvPr/>
        </p:nvPicPr>
        <p:blipFill>
          <a:blip r:embed="rId4">
            <a:extLst>
              <a:ext uri="{28A0092B-C50C-407E-A947-70E740481C1C}">
                <a14:useLocalDpi xmlns:a14="http://schemas.microsoft.com/office/drawing/2010/main" val="0"/>
              </a:ext>
            </a:extLst>
          </a:blip>
          <a:srcRect b="24657"/>
          <a:stretch>
            <a:fillRect/>
          </a:stretch>
        </p:blipFill>
        <p:spPr bwMode="auto">
          <a:xfrm>
            <a:off x="2810670" y="3824288"/>
            <a:ext cx="684212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6856" name="Group 7"/>
          <p:cNvGrpSpPr>
            <a:grpSpLocks/>
          </p:cNvGrpSpPr>
          <p:nvPr/>
        </p:nvGrpSpPr>
        <p:grpSpPr bwMode="auto">
          <a:xfrm>
            <a:off x="1139032" y="1631951"/>
            <a:ext cx="269875" cy="5218113"/>
            <a:chOff x="-2" y="1028"/>
            <a:chExt cx="170" cy="3287"/>
          </a:xfrm>
        </p:grpSpPr>
        <p:pic>
          <p:nvPicPr>
            <p:cNvPr id="206857"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8" name="Rectangle 9"/>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0958515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pic>
        <p:nvPicPr>
          <p:cNvPr id="208899" name="Picture 2"/>
          <p:cNvPicPr>
            <a:picLocks noChangeAspect="1" noChangeArrowheads="1"/>
          </p:cNvPicPr>
          <p:nvPr/>
        </p:nvPicPr>
        <p:blipFill>
          <a:blip r:embed="rId3">
            <a:extLst>
              <a:ext uri="{28A0092B-C50C-407E-A947-70E740481C1C}">
                <a14:useLocalDpi xmlns:a14="http://schemas.microsoft.com/office/drawing/2010/main" val="0"/>
              </a:ext>
            </a:extLst>
          </a:blip>
          <a:srcRect r="66466" b="24394"/>
          <a:stretch>
            <a:fillRect/>
          </a:stretch>
        </p:blipFill>
        <p:spPr bwMode="auto">
          <a:xfrm>
            <a:off x="2685257" y="1504950"/>
            <a:ext cx="5440363"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0" name="Text Box 3"/>
          <p:cNvSpPr txBox="1">
            <a:spLocks noChangeArrowheads="1"/>
          </p:cNvSpPr>
          <p:nvPr/>
        </p:nvSpPr>
        <p:spPr bwMode="auto">
          <a:xfrm>
            <a:off x="8455820" y="3344864"/>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grpSp>
        <p:nvGrpSpPr>
          <p:cNvPr id="208901" name="Group 4"/>
          <p:cNvGrpSpPr>
            <a:grpSpLocks/>
          </p:cNvGrpSpPr>
          <p:nvPr/>
        </p:nvGrpSpPr>
        <p:grpSpPr bwMode="auto">
          <a:xfrm>
            <a:off x="1139032" y="1631951"/>
            <a:ext cx="269875" cy="5218113"/>
            <a:chOff x="-2" y="1028"/>
            <a:chExt cx="170" cy="3287"/>
          </a:xfrm>
        </p:grpSpPr>
        <p:pic>
          <p:nvPicPr>
            <p:cNvPr id="20890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3"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9544244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sp>
        <p:nvSpPr>
          <p:cNvPr id="210947" name="Text Box 2"/>
          <p:cNvSpPr txBox="1">
            <a:spLocks noChangeArrowheads="1"/>
          </p:cNvSpPr>
          <p:nvPr/>
        </p:nvSpPr>
        <p:spPr bwMode="auto">
          <a:xfrm>
            <a:off x="8011320" y="3159125"/>
            <a:ext cx="28400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10948" name="Picture 3"/>
          <p:cNvPicPr>
            <a:picLocks noChangeAspect="1" noChangeArrowheads="1"/>
          </p:cNvPicPr>
          <p:nvPr/>
        </p:nvPicPr>
        <p:blipFill>
          <a:blip r:embed="rId3">
            <a:extLst>
              <a:ext uri="{28A0092B-C50C-407E-A947-70E740481C1C}">
                <a14:useLocalDpi xmlns:a14="http://schemas.microsoft.com/office/drawing/2010/main" val="0"/>
              </a:ext>
            </a:extLst>
          </a:blip>
          <a:srcRect r="66736" b="23053"/>
          <a:stretch>
            <a:fillRect/>
          </a:stretch>
        </p:blipFill>
        <p:spPr bwMode="auto">
          <a:xfrm>
            <a:off x="2577307" y="1420813"/>
            <a:ext cx="5387975" cy="509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0949" name="Group 4"/>
          <p:cNvGrpSpPr>
            <a:grpSpLocks/>
          </p:cNvGrpSpPr>
          <p:nvPr/>
        </p:nvGrpSpPr>
        <p:grpSpPr bwMode="auto">
          <a:xfrm>
            <a:off x="1139032" y="1631951"/>
            <a:ext cx="269875" cy="5218113"/>
            <a:chOff x="-2" y="1028"/>
            <a:chExt cx="170" cy="3287"/>
          </a:xfrm>
        </p:grpSpPr>
        <p:pic>
          <p:nvPicPr>
            <p:cNvPr id="21095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951"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2339328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sp>
        <p:nvSpPr>
          <p:cNvPr id="212995" name="Text Box 2"/>
          <p:cNvSpPr txBox="1">
            <a:spLocks noChangeArrowheads="1"/>
          </p:cNvSpPr>
          <p:nvPr/>
        </p:nvSpPr>
        <p:spPr bwMode="auto">
          <a:xfrm>
            <a:off x="8247857" y="3544889"/>
            <a:ext cx="26908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12996" name="Picture 3"/>
          <p:cNvPicPr>
            <a:picLocks noChangeAspect="1" noChangeArrowheads="1"/>
          </p:cNvPicPr>
          <p:nvPr/>
        </p:nvPicPr>
        <p:blipFill>
          <a:blip r:embed="rId3">
            <a:extLst>
              <a:ext uri="{28A0092B-C50C-407E-A947-70E740481C1C}">
                <a14:useLocalDpi xmlns:a14="http://schemas.microsoft.com/office/drawing/2010/main" val="0"/>
              </a:ext>
            </a:extLst>
          </a:blip>
          <a:srcRect r="66814" b="24657"/>
          <a:stretch>
            <a:fillRect/>
          </a:stretch>
        </p:blipFill>
        <p:spPr bwMode="auto">
          <a:xfrm>
            <a:off x="2631281" y="1517651"/>
            <a:ext cx="5386388"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2997" name="Group 4"/>
          <p:cNvGrpSpPr>
            <a:grpSpLocks/>
          </p:cNvGrpSpPr>
          <p:nvPr/>
        </p:nvGrpSpPr>
        <p:grpSpPr bwMode="auto">
          <a:xfrm>
            <a:off x="1139032" y="1631951"/>
            <a:ext cx="269875" cy="5218113"/>
            <a:chOff x="-2" y="1028"/>
            <a:chExt cx="170" cy="3287"/>
          </a:xfrm>
        </p:grpSpPr>
        <p:pic>
          <p:nvPicPr>
            <p:cNvPr id="212998"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9"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5745510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pic>
        <p:nvPicPr>
          <p:cNvPr id="215043" name="Picture 2"/>
          <p:cNvPicPr>
            <a:picLocks noChangeAspect="1" noChangeArrowheads="1"/>
          </p:cNvPicPr>
          <p:nvPr/>
        </p:nvPicPr>
        <p:blipFill>
          <a:blip r:embed="rId3">
            <a:extLst>
              <a:ext uri="{28A0092B-C50C-407E-A947-70E740481C1C}">
                <a14:useLocalDpi xmlns:a14="http://schemas.microsoft.com/office/drawing/2010/main" val="0"/>
              </a:ext>
            </a:extLst>
          </a:blip>
          <a:srcRect r="66466" b="24394"/>
          <a:stretch>
            <a:fillRect/>
          </a:stretch>
        </p:blipFill>
        <p:spPr bwMode="auto">
          <a:xfrm>
            <a:off x="1996281" y="3822701"/>
            <a:ext cx="2293938"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44" name="Picture 3"/>
          <p:cNvPicPr>
            <a:picLocks noChangeAspect="1" noChangeArrowheads="1"/>
          </p:cNvPicPr>
          <p:nvPr/>
        </p:nvPicPr>
        <p:blipFill>
          <a:blip r:embed="rId4">
            <a:extLst>
              <a:ext uri="{28A0092B-C50C-407E-A947-70E740481C1C}">
                <a14:useLocalDpi xmlns:a14="http://schemas.microsoft.com/office/drawing/2010/main" val="0"/>
              </a:ext>
            </a:extLst>
          </a:blip>
          <a:srcRect r="49921" b="24304"/>
          <a:stretch>
            <a:fillRect/>
          </a:stretch>
        </p:blipFill>
        <p:spPr bwMode="auto">
          <a:xfrm>
            <a:off x="4714082" y="1311276"/>
            <a:ext cx="273367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5" name="Text Box 4"/>
          <p:cNvSpPr txBox="1">
            <a:spLocks noChangeArrowheads="1"/>
          </p:cNvSpPr>
          <p:nvPr/>
        </p:nvSpPr>
        <p:spPr bwMode="auto">
          <a:xfrm>
            <a:off x="2032795" y="5916614"/>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sp>
        <p:nvSpPr>
          <p:cNvPr id="215046" name="Text Box 5"/>
          <p:cNvSpPr txBox="1">
            <a:spLocks noChangeArrowheads="1"/>
          </p:cNvSpPr>
          <p:nvPr/>
        </p:nvSpPr>
        <p:spPr bwMode="auto">
          <a:xfrm>
            <a:off x="7647782" y="5916614"/>
            <a:ext cx="26908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15047" name="Picture 6"/>
          <p:cNvPicPr>
            <a:picLocks noChangeAspect="1" noChangeArrowheads="1"/>
          </p:cNvPicPr>
          <p:nvPr/>
        </p:nvPicPr>
        <p:blipFill>
          <a:blip r:embed="rId5">
            <a:extLst>
              <a:ext uri="{28A0092B-C50C-407E-A947-70E740481C1C}">
                <a14:useLocalDpi xmlns:a14="http://schemas.microsoft.com/office/drawing/2010/main" val="0"/>
              </a:ext>
            </a:extLst>
          </a:blip>
          <a:srcRect r="66814" b="24657"/>
          <a:stretch>
            <a:fillRect/>
          </a:stretch>
        </p:blipFill>
        <p:spPr bwMode="auto">
          <a:xfrm>
            <a:off x="7855744" y="3822700"/>
            <a:ext cx="2271712"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8" name="Text Box 7"/>
          <p:cNvSpPr txBox="1">
            <a:spLocks noChangeArrowheads="1"/>
          </p:cNvSpPr>
          <p:nvPr/>
        </p:nvSpPr>
        <p:spPr bwMode="auto">
          <a:xfrm>
            <a:off x="4655345" y="5916614"/>
            <a:ext cx="28400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15049" name="Picture 8"/>
          <p:cNvPicPr>
            <a:picLocks noChangeAspect="1" noChangeArrowheads="1"/>
          </p:cNvPicPr>
          <p:nvPr/>
        </p:nvPicPr>
        <p:blipFill>
          <a:blip r:embed="rId6">
            <a:extLst>
              <a:ext uri="{28A0092B-C50C-407E-A947-70E740481C1C}">
                <a14:useLocalDpi xmlns:a14="http://schemas.microsoft.com/office/drawing/2010/main" val="0"/>
              </a:ext>
            </a:extLst>
          </a:blip>
          <a:srcRect r="66736" b="23053"/>
          <a:stretch>
            <a:fillRect/>
          </a:stretch>
        </p:blipFill>
        <p:spPr bwMode="auto">
          <a:xfrm>
            <a:off x="4936332" y="3822700"/>
            <a:ext cx="2271713"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050" name="Group 9"/>
          <p:cNvGrpSpPr>
            <a:grpSpLocks/>
          </p:cNvGrpSpPr>
          <p:nvPr/>
        </p:nvGrpSpPr>
        <p:grpSpPr bwMode="auto">
          <a:xfrm>
            <a:off x="1139032" y="1631951"/>
            <a:ext cx="269875" cy="5218113"/>
            <a:chOff x="-2" y="1028"/>
            <a:chExt cx="170" cy="3287"/>
          </a:xfrm>
        </p:grpSpPr>
        <p:pic>
          <p:nvPicPr>
            <p:cNvPr id="215051"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52" name="Rectangle 11"/>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23649642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pic>
        <p:nvPicPr>
          <p:cNvPr id="217091" name="Picture 2"/>
          <p:cNvPicPr>
            <a:picLocks noChangeAspect="1" noChangeArrowheads="1"/>
          </p:cNvPicPr>
          <p:nvPr/>
        </p:nvPicPr>
        <p:blipFill>
          <a:blip r:embed="rId3">
            <a:extLst>
              <a:ext uri="{28A0092B-C50C-407E-A947-70E740481C1C}">
                <a14:useLocalDpi xmlns:a14="http://schemas.microsoft.com/office/drawing/2010/main" val="0"/>
              </a:ext>
            </a:extLst>
          </a:blip>
          <a:srcRect r="66466" b="24394"/>
          <a:stretch>
            <a:fillRect/>
          </a:stretch>
        </p:blipFill>
        <p:spPr bwMode="auto">
          <a:xfrm>
            <a:off x="1996281" y="1431926"/>
            <a:ext cx="5549900" cy="514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2" name="Text Box 3"/>
          <p:cNvSpPr txBox="1">
            <a:spLocks noChangeArrowheads="1"/>
          </p:cNvSpPr>
          <p:nvPr/>
        </p:nvSpPr>
        <p:spPr bwMode="auto">
          <a:xfrm>
            <a:off x="7693820" y="3436939"/>
            <a:ext cx="2219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ideal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grpSp>
        <p:nvGrpSpPr>
          <p:cNvPr id="217093" name="Group 4"/>
          <p:cNvGrpSpPr>
            <a:grpSpLocks/>
          </p:cNvGrpSpPr>
          <p:nvPr/>
        </p:nvGrpSpPr>
        <p:grpSpPr bwMode="auto">
          <a:xfrm>
            <a:off x="1139032" y="1631951"/>
            <a:ext cx="269875" cy="5218113"/>
            <a:chOff x="-2" y="1028"/>
            <a:chExt cx="170" cy="3287"/>
          </a:xfrm>
        </p:grpSpPr>
        <p:pic>
          <p:nvPicPr>
            <p:cNvPr id="217094"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5"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19148560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sp>
        <p:nvSpPr>
          <p:cNvPr id="219139" name="Text Box 2"/>
          <p:cNvSpPr txBox="1">
            <a:spLocks noChangeArrowheads="1"/>
          </p:cNvSpPr>
          <p:nvPr/>
        </p:nvSpPr>
        <p:spPr bwMode="auto">
          <a:xfrm>
            <a:off x="7703345" y="3436939"/>
            <a:ext cx="28400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Results of Butterworth high pass filtering of order 2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19140" name="Picture 3"/>
          <p:cNvPicPr>
            <a:picLocks noChangeAspect="1" noChangeArrowheads="1"/>
          </p:cNvPicPr>
          <p:nvPr/>
        </p:nvPicPr>
        <p:blipFill>
          <a:blip r:embed="rId3">
            <a:extLst>
              <a:ext uri="{28A0092B-C50C-407E-A947-70E740481C1C}">
                <a14:useLocalDpi xmlns:a14="http://schemas.microsoft.com/office/drawing/2010/main" val="0"/>
              </a:ext>
            </a:extLst>
          </a:blip>
          <a:srcRect r="66736" b="23053"/>
          <a:stretch>
            <a:fillRect/>
          </a:stretch>
        </p:blipFill>
        <p:spPr bwMode="auto">
          <a:xfrm>
            <a:off x="1834357" y="1401763"/>
            <a:ext cx="5495925" cy="519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9141" name="Group 4"/>
          <p:cNvGrpSpPr>
            <a:grpSpLocks/>
          </p:cNvGrpSpPr>
          <p:nvPr/>
        </p:nvGrpSpPr>
        <p:grpSpPr bwMode="auto">
          <a:xfrm>
            <a:off x="1139032" y="1631951"/>
            <a:ext cx="269875" cy="5218113"/>
            <a:chOff x="-2" y="1028"/>
            <a:chExt cx="170" cy="3287"/>
          </a:xfrm>
        </p:grpSpPr>
        <p:pic>
          <p:nvPicPr>
            <p:cNvPr id="21914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3"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428284189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sp>
        <p:nvSpPr>
          <p:cNvPr id="221187" name="Text Box 2"/>
          <p:cNvSpPr txBox="1">
            <a:spLocks noChangeArrowheads="1"/>
          </p:cNvSpPr>
          <p:nvPr/>
        </p:nvSpPr>
        <p:spPr bwMode="auto">
          <a:xfrm>
            <a:off x="7611269" y="3436939"/>
            <a:ext cx="26908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Results of Gaussian high pass filtering with </a:t>
            </a:r>
            <a:r>
              <a:rPr lang="en-IE" altLang="en-US" sz="1800" i="1">
                <a:solidFill>
                  <a:srgbClr val="000000"/>
                </a:solidFill>
                <a:latin typeface="Times New Roman" panose="02020603050405020304" pitchFamily="18" charset="0"/>
              </a:rPr>
              <a:t>D</a:t>
            </a:r>
            <a:r>
              <a:rPr lang="en-IE" altLang="en-US" sz="1800" i="1" baseline="-25000">
                <a:solidFill>
                  <a:srgbClr val="000000"/>
                </a:solidFill>
                <a:latin typeface="Times New Roman" panose="02020603050405020304" pitchFamily="18" charset="0"/>
              </a:rPr>
              <a:t>0</a:t>
            </a:r>
            <a:r>
              <a:rPr lang="en-IE" altLang="en-US" sz="1800">
                <a:solidFill>
                  <a:srgbClr val="000000"/>
                </a:solidFill>
              </a:rPr>
              <a:t> = 15</a:t>
            </a:r>
          </a:p>
        </p:txBody>
      </p:sp>
      <p:pic>
        <p:nvPicPr>
          <p:cNvPr id="221188" name="Picture 3"/>
          <p:cNvPicPr>
            <a:picLocks noChangeAspect="1" noChangeArrowheads="1"/>
          </p:cNvPicPr>
          <p:nvPr/>
        </p:nvPicPr>
        <p:blipFill>
          <a:blip r:embed="rId3">
            <a:extLst>
              <a:ext uri="{28A0092B-C50C-407E-A947-70E740481C1C}">
                <a14:useLocalDpi xmlns:a14="http://schemas.microsoft.com/office/drawing/2010/main" val="0"/>
              </a:ext>
            </a:extLst>
          </a:blip>
          <a:srcRect r="66814" b="24657"/>
          <a:stretch>
            <a:fillRect/>
          </a:stretch>
        </p:blipFill>
        <p:spPr bwMode="auto">
          <a:xfrm>
            <a:off x="1904207" y="1474789"/>
            <a:ext cx="5497513" cy="506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1189" name="Group 4"/>
          <p:cNvGrpSpPr>
            <a:grpSpLocks/>
          </p:cNvGrpSpPr>
          <p:nvPr/>
        </p:nvGrpSpPr>
        <p:grpSpPr bwMode="auto">
          <a:xfrm>
            <a:off x="1139032" y="1631951"/>
            <a:ext cx="269875" cy="5218113"/>
            <a:chOff x="-2" y="1028"/>
            <a:chExt cx="170" cy="3287"/>
          </a:xfrm>
        </p:grpSpPr>
        <p:pic>
          <p:nvPicPr>
            <p:cNvPr id="22119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91" name="Rectangle 6"/>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368498682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1"/>
          <p:cNvSpPr txBox="1">
            <a:spLocks noChangeArrowheads="1"/>
          </p:cNvSpPr>
          <p:nvPr/>
        </p:nvSpPr>
        <p:spPr bwMode="auto">
          <a:xfrm>
            <a:off x="3513052"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US" altLang="en-US">
                <a:solidFill>
                  <a:srgbClr val="FF0000"/>
                </a:solidFill>
                <a:latin typeface="Verdana" panose="020B0604030504040204" pitchFamily="34" charset="0"/>
              </a:rPr>
              <a:t>Chapter 4</a:t>
            </a:r>
          </a:p>
          <a:p>
            <a:pPr algn="ctr" eaLnBrk="1" hangingPunct="1">
              <a:buClrTx/>
              <a:buFontTx/>
              <a:buNone/>
            </a:pPr>
            <a:r>
              <a:rPr lang="en-US" altLang="en-US">
                <a:solidFill>
                  <a:srgbClr val="FF0000"/>
                </a:solidFill>
                <a:latin typeface="Verdana" panose="020B0604030504040204" pitchFamily="34" charset="0"/>
              </a:rPr>
              <a:t>Image Enhancement in the</a:t>
            </a:r>
          </a:p>
          <a:p>
            <a:pPr algn="ctr" eaLnBrk="1" hangingPunct="1">
              <a:buClrTx/>
              <a:buFontTx/>
              <a:buNone/>
            </a:pPr>
            <a:r>
              <a:rPr lang="en-US" altLang="en-US">
                <a:solidFill>
                  <a:srgbClr val="FF0000"/>
                </a:solidFill>
                <a:latin typeface="Verdana" panose="020B0604030504040204" pitchFamily="34" charset="0"/>
              </a:rPr>
              <a:t>Frequency Domain</a:t>
            </a:r>
          </a:p>
        </p:txBody>
      </p:sp>
      <p:pic>
        <p:nvPicPr>
          <p:cNvPr id="2232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145" y="1649414"/>
            <a:ext cx="4791075"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8780856"/>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1"/>
          <p:cNvSpPr txBox="1">
            <a:spLocks noChangeArrowheads="1"/>
          </p:cNvSpPr>
          <p:nvPr/>
        </p:nvSpPr>
        <p:spPr bwMode="auto">
          <a:xfrm>
            <a:off x="3513052"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US" altLang="en-US">
                <a:solidFill>
                  <a:srgbClr val="FF0000"/>
                </a:solidFill>
                <a:latin typeface="Verdana" panose="020B0604030504040204" pitchFamily="34" charset="0"/>
              </a:rPr>
              <a:t>Chapter 4</a:t>
            </a:r>
          </a:p>
          <a:p>
            <a:pPr algn="ctr" eaLnBrk="1" hangingPunct="1">
              <a:buClrTx/>
              <a:buFontTx/>
              <a:buNone/>
            </a:pPr>
            <a:r>
              <a:rPr lang="en-US" altLang="en-US">
                <a:solidFill>
                  <a:srgbClr val="FF0000"/>
                </a:solidFill>
                <a:latin typeface="Verdana" panose="020B0604030504040204" pitchFamily="34" charset="0"/>
              </a:rPr>
              <a:t>Image Enhancement in the</a:t>
            </a:r>
          </a:p>
          <a:p>
            <a:pPr algn="ctr" eaLnBrk="1" hangingPunct="1">
              <a:buClrTx/>
              <a:buFontTx/>
              <a:buNone/>
            </a:pPr>
            <a:r>
              <a:rPr lang="en-US" altLang="en-US">
                <a:solidFill>
                  <a:srgbClr val="FF0000"/>
                </a:solidFill>
                <a:latin typeface="Verdana" panose="020B0604030504040204" pitchFamily="34" charset="0"/>
              </a:rPr>
              <a:t>Frequency Domain</a:t>
            </a:r>
          </a:p>
        </p:txBody>
      </p:sp>
      <p:pic>
        <p:nvPicPr>
          <p:cNvPr id="22528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1432" y="1822451"/>
            <a:ext cx="6302375"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3015177"/>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grpSp>
        <p:nvGrpSpPr>
          <p:cNvPr id="227331" name="Group 2"/>
          <p:cNvGrpSpPr>
            <a:grpSpLocks/>
          </p:cNvGrpSpPr>
          <p:nvPr/>
        </p:nvGrpSpPr>
        <p:grpSpPr bwMode="auto">
          <a:xfrm>
            <a:off x="1139032" y="1631951"/>
            <a:ext cx="269875" cy="5218113"/>
            <a:chOff x="-2" y="1028"/>
            <a:chExt cx="170" cy="3287"/>
          </a:xfrm>
        </p:grpSpPr>
        <p:pic>
          <p:nvPicPr>
            <p:cNvPr id="22733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4"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22733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8445" y="2274888"/>
            <a:ext cx="9134475" cy="32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514668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grpSp>
        <p:nvGrpSpPr>
          <p:cNvPr id="229379" name="Group 2"/>
          <p:cNvGrpSpPr>
            <a:grpSpLocks/>
          </p:cNvGrpSpPr>
          <p:nvPr/>
        </p:nvGrpSpPr>
        <p:grpSpPr bwMode="auto">
          <a:xfrm>
            <a:off x="1139032" y="1631951"/>
            <a:ext cx="269875" cy="5218113"/>
            <a:chOff x="-2" y="1028"/>
            <a:chExt cx="170" cy="3287"/>
          </a:xfrm>
        </p:grpSpPr>
        <p:pic>
          <p:nvPicPr>
            <p:cNvPr id="22938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2"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22938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682" y="2097088"/>
            <a:ext cx="8759825" cy="392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91515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 Comparison</a:t>
            </a:r>
          </a:p>
        </p:txBody>
      </p:sp>
      <p:grpSp>
        <p:nvGrpSpPr>
          <p:cNvPr id="231427" name="Group 2"/>
          <p:cNvGrpSpPr>
            <a:grpSpLocks/>
          </p:cNvGrpSpPr>
          <p:nvPr/>
        </p:nvGrpSpPr>
        <p:grpSpPr bwMode="auto">
          <a:xfrm>
            <a:off x="1139032" y="1631951"/>
            <a:ext cx="269875" cy="5218113"/>
            <a:chOff x="-2" y="1028"/>
            <a:chExt cx="170" cy="3287"/>
          </a:xfrm>
        </p:grpSpPr>
        <p:pic>
          <p:nvPicPr>
            <p:cNvPr id="23142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30"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
        <p:nvSpPr>
          <p:cNvPr id="231428" name="Text Box 5"/>
          <p:cNvSpPr txBox="1">
            <a:spLocks noChangeArrowheads="1"/>
          </p:cNvSpPr>
          <p:nvPr/>
        </p:nvSpPr>
        <p:spPr bwMode="auto">
          <a:xfrm>
            <a:off x="1553370" y="1993901"/>
            <a:ext cx="9234487" cy="32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US" altLang="en-US" sz="3200">
                <a:solidFill>
                  <a:srgbClr val="000000"/>
                </a:solidFill>
              </a:rPr>
              <a:t>The process consists of multiplying the composite filter by the (centered) transform of the input image and then taking the inverse transform of the product. Multiplication of the real part of this result by (-1)</a:t>
            </a:r>
            <a:r>
              <a:rPr lang="en-US" altLang="en-US" sz="3200" baseline="33000">
                <a:solidFill>
                  <a:srgbClr val="000000"/>
                </a:solidFill>
              </a:rPr>
              <a:t>x+y</a:t>
            </a:r>
            <a:r>
              <a:rPr lang="en-US" altLang="en-US" sz="3200">
                <a:solidFill>
                  <a:srgbClr val="000000"/>
                </a:solidFill>
              </a:rPr>
              <a:t> gives us the high-boost filtered image f</a:t>
            </a:r>
            <a:r>
              <a:rPr lang="en-US" altLang="en-US" sz="3200" baseline="-33000">
                <a:solidFill>
                  <a:srgbClr val="000000"/>
                </a:solidFill>
              </a:rPr>
              <a:t>hb</a:t>
            </a:r>
            <a:r>
              <a:rPr lang="en-US" altLang="en-US" sz="3200">
                <a:solidFill>
                  <a:srgbClr val="000000"/>
                </a:solidFill>
              </a:rPr>
              <a:t>(x,y) in the spatial domain.</a:t>
            </a:r>
          </a:p>
        </p:txBody>
      </p:sp>
    </p:spTree>
    <p:extLst>
      <p:ext uri="{BB962C8B-B14F-4D97-AF65-F5344CB8AC3E}">
        <p14:creationId xmlns:p14="http://schemas.microsoft.com/office/powerpoint/2010/main" val="39787899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Filtering Example</a:t>
            </a:r>
          </a:p>
        </p:txBody>
      </p:sp>
      <p:graphicFrame>
        <p:nvGraphicFramePr>
          <p:cNvPr id="233475" name="Object 2"/>
          <p:cNvGraphicFramePr>
            <a:graphicFrameLocks noChangeAspect="1"/>
          </p:cNvGraphicFramePr>
          <p:nvPr/>
        </p:nvGraphicFramePr>
        <p:xfrm>
          <a:off x="1929606" y="1300163"/>
          <a:ext cx="8432800" cy="5478462"/>
        </p:xfrm>
        <a:graphic>
          <a:graphicData uri="http://schemas.openxmlformats.org/presentationml/2006/ole">
            <mc:AlternateContent xmlns:mc="http://schemas.openxmlformats.org/markup-compatibility/2006">
              <mc:Choice xmlns:v="urn:schemas-microsoft-com:vml" Requires="v">
                <p:oleObj spid="_x0000_s10243" r:id="rId4" imgW="4236549" imgH="2983619" progId="">
                  <p:embed/>
                </p:oleObj>
              </mc:Choice>
              <mc:Fallback>
                <p:oleObj r:id="rId4" imgW="4236549" imgH="2983619" progId="">
                  <p:embed/>
                  <p:pic>
                    <p:nvPicPr>
                      <p:cNvPr id="233475"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9606" y="1300163"/>
                        <a:ext cx="8432800" cy="54784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33476" name="Text Box 3"/>
          <p:cNvSpPr txBox="1">
            <a:spLocks noChangeArrowheads="1"/>
          </p:cNvSpPr>
          <p:nvPr/>
        </p:nvSpPr>
        <p:spPr bwMode="auto">
          <a:xfrm rot="16200000">
            <a:off x="850106" y="2478088"/>
            <a:ext cx="1993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Original image</a:t>
            </a:r>
          </a:p>
        </p:txBody>
      </p:sp>
      <p:sp>
        <p:nvSpPr>
          <p:cNvPr id="233477" name="Text Box 4"/>
          <p:cNvSpPr txBox="1">
            <a:spLocks noChangeArrowheads="1"/>
          </p:cNvSpPr>
          <p:nvPr/>
        </p:nvSpPr>
        <p:spPr bwMode="auto">
          <a:xfrm rot="5400000">
            <a:off x="9202738" y="2477294"/>
            <a:ext cx="2620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Highpass filtering result</a:t>
            </a:r>
          </a:p>
        </p:txBody>
      </p:sp>
      <p:sp>
        <p:nvSpPr>
          <p:cNvPr id="233478" name="Text Box 5"/>
          <p:cNvSpPr txBox="1">
            <a:spLocks noChangeArrowheads="1"/>
          </p:cNvSpPr>
          <p:nvPr/>
        </p:nvSpPr>
        <p:spPr bwMode="auto">
          <a:xfrm rot="16200000">
            <a:off x="698500" y="5023644"/>
            <a:ext cx="19939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High frequency emphasis result</a:t>
            </a:r>
          </a:p>
        </p:txBody>
      </p:sp>
      <p:sp>
        <p:nvSpPr>
          <p:cNvPr id="233479" name="Text Box 6"/>
          <p:cNvSpPr txBox="1">
            <a:spLocks noChangeArrowheads="1"/>
          </p:cNvSpPr>
          <p:nvPr/>
        </p:nvSpPr>
        <p:spPr bwMode="auto">
          <a:xfrm rot="5400000">
            <a:off x="9363869" y="5062538"/>
            <a:ext cx="262096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After histogram equalisation</a:t>
            </a:r>
          </a:p>
        </p:txBody>
      </p:sp>
      <p:grpSp>
        <p:nvGrpSpPr>
          <p:cNvPr id="233480" name="Group 7"/>
          <p:cNvGrpSpPr>
            <a:grpSpLocks/>
          </p:cNvGrpSpPr>
          <p:nvPr/>
        </p:nvGrpSpPr>
        <p:grpSpPr bwMode="auto">
          <a:xfrm>
            <a:off x="1139032" y="1631951"/>
            <a:ext cx="269875" cy="5218113"/>
            <a:chOff x="-2" y="1028"/>
            <a:chExt cx="170" cy="3287"/>
          </a:xfrm>
        </p:grpSpPr>
        <p:pic>
          <p:nvPicPr>
            <p:cNvPr id="233481"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82" name="Rectangle 9"/>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40251968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Filtering Example</a:t>
            </a:r>
          </a:p>
        </p:txBody>
      </p:sp>
      <p:graphicFrame>
        <p:nvGraphicFramePr>
          <p:cNvPr id="235523" name="Object 2"/>
          <p:cNvGraphicFramePr>
            <a:graphicFrameLocks noChangeAspect="1"/>
          </p:cNvGraphicFramePr>
          <p:nvPr/>
        </p:nvGraphicFramePr>
        <p:xfrm>
          <a:off x="1023143" y="385763"/>
          <a:ext cx="20037426" cy="13017500"/>
        </p:xfrm>
        <a:graphic>
          <a:graphicData uri="http://schemas.openxmlformats.org/presentationml/2006/ole">
            <mc:AlternateContent xmlns:mc="http://schemas.openxmlformats.org/markup-compatibility/2006">
              <mc:Choice xmlns:v="urn:schemas-microsoft-com:vml" Requires="v">
                <p:oleObj spid="_x0000_s11267" r:id="rId4" imgW="4236549" imgH="2983619" progId="">
                  <p:embed/>
                </p:oleObj>
              </mc:Choice>
              <mc:Fallback>
                <p:oleObj r:id="rId4" imgW="4236549" imgH="2983619" progId="">
                  <p:embed/>
                  <p:pic>
                    <p:nvPicPr>
                      <p:cNvPr id="23552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143" y="385763"/>
                        <a:ext cx="20037426" cy="13017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77904385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Filtering Example</a:t>
            </a:r>
          </a:p>
        </p:txBody>
      </p:sp>
      <p:graphicFrame>
        <p:nvGraphicFramePr>
          <p:cNvPr id="237571" name="Object 2"/>
          <p:cNvGraphicFramePr>
            <a:graphicFrameLocks noChangeAspect="1"/>
          </p:cNvGraphicFramePr>
          <p:nvPr/>
        </p:nvGraphicFramePr>
        <p:xfrm>
          <a:off x="-8954294" y="330200"/>
          <a:ext cx="20037425" cy="13019088"/>
        </p:xfrm>
        <a:graphic>
          <a:graphicData uri="http://schemas.openxmlformats.org/presentationml/2006/ole">
            <mc:AlternateContent xmlns:mc="http://schemas.openxmlformats.org/markup-compatibility/2006">
              <mc:Choice xmlns:v="urn:schemas-microsoft-com:vml" Requires="v">
                <p:oleObj spid="_x0000_s12291" r:id="rId4" imgW="4236549" imgH="2983619" progId="">
                  <p:embed/>
                </p:oleObj>
              </mc:Choice>
              <mc:Fallback>
                <p:oleObj r:id="rId4" imgW="4236549" imgH="2983619" progId="">
                  <p:embed/>
                  <p:pic>
                    <p:nvPicPr>
                      <p:cNvPr id="237571"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4294" y="330200"/>
                        <a:ext cx="20037425" cy="130190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26213995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Filtering Example</a:t>
            </a:r>
          </a:p>
        </p:txBody>
      </p:sp>
      <p:graphicFrame>
        <p:nvGraphicFramePr>
          <p:cNvPr id="239619" name="Object 2"/>
          <p:cNvGraphicFramePr>
            <a:graphicFrameLocks noChangeAspect="1"/>
          </p:cNvGraphicFramePr>
          <p:nvPr/>
        </p:nvGraphicFramePr>
        <p:xfrm>
          <a:off x="970757" y="-6508750"/>
          <a:ext cx="20037425" cy="13017500"/>
        </p:xfrm>
        <a:graphic>
          <a:graphicData uri="http://schemas.openxmlformats.org/presentationml/2006/ole">
            <mc:AlternateContent xmlns:mc="http://schemas.openxmlformats.org/markup-compatibility/2006">
              <mc:Choice xmlns:v="urn:schemas-microsoft-com:vml" Requires="v">
                <p:oleObj spid="_x0000_s13315" r:id="rId4" imgW="4236549" imgH="2983619" progId="">
                  <p:embed/>
                </p:oleObj>
              </mc:Choice>
              <mc:Fallback>
                <p:oleObj r:id="rId4" imgW="4236549" imgH="2983619" progId="">
                  <p:embed/>
                  <p:pic>
                    <p:nvPicPr>
                      <p:cNvPr id="239619"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0757" y="-6508750"/>
                        <a:ext cx="20037425" cy="13017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1818583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Highpass Filtering Example</a:t>
            </a:r>
          </a:p>
        </p:txBody>
      </p:sp>
      <p:graphicFrame>
        <p:nvGraphicFramePr>
          <p:cNvPr id="241667" name="Object 2"/>
          <p:cNvGraphicFramePr>
            <a:graphicFrameLocks noChangeAspect="1"/>
          </p:cNvGraphicFramePr>
          <p:nvPr/>
        </p:nvGraphicFramePr>
        <p:xfrm>
          <a:off x="-8949532" y="-6472238"/>
          <a:ext cx="20037426" cy="13017501"/>
        </p:xfrm>
        <a:graphic>
          <a:graphicData uri="http://schemas.openxmlformats.org/presentationml/2006/ole">
            <mc:AlternateContent xmlns:mc="http://schemas.openxmlformats.org/markup-compatibility/2006">
              <mc:Choice xmlns:v="urn:schemas-microsoft-com:vml" Requires="v">
                <p:oleObj spid="_x0000_s14339" r:id="rId4" imgW="4236549" imgH="2983619" progId="">
                  <p:embed/>
                </p:oleObj>
              </mc:Choice>
              <mc:Fallback>
                <p:oleObj r:id="rId4" imgW="4236549" imgH="2983619" progId="">
                  <p:embed/>
                  <p:pic>
                    <p:nvPicPr>
                      <p:cNvPr id="24166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9532" y="-6472238"/>
                        <a:ext cx="20037426" cy="1301750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879477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Laplacian In The Frequency Domain</a:t>
            </a:r>
          </a:p>
        </p:txBody>
      </p:sp>
      <p:grpSp>
        <p:nvGrpSpPr>
          <p:cNvPr id="243715" name="Group 2"/>
          <p:cNvGrpSpPr>
            <a:grpSpLocks/>
          </p:cNvGrpSpPr>
          <p:nvPr/>
        </p:nvGrpSpPr>
        <p:grpSpPr bwMode="auto">
          <a:xfrm>
            <a:off x="1139032" y="1631951"/>
            <a:ext cx="269875" cy="5218113"/>
            <a:chOff x="-2" y="1028"/>
            <a:chExt cx="170" cy="3287"/>
          </a:xfrm>
        </p:grpSpPr>
        <p:pic>
          <p:nvPicPr>
            <p:cNvPr id="24371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18"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24371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8345" y="1547814"/>
            <a:ext cx="8613775"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49462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Laplacian In The Frequency Domain</a:t>
            </a:r>
          </a:p>
        </p:txBody>
      </p:sp>
      <p:grpSp>
        <p:nvGrpSpPr>
          <p:cNvPr id="245763" name="Group 2"/>
          <p:cNvGrpSpPr>
            <a:grpSpLocks/>
          </p:cNvGrpSpPr>
          <p:nvPr/>
        </p:nvGrpSpPr>
        <p:grpSpPr bwMode="auto">
          <a:xfrm>
            <a:off x="1139032" y="1631951"/>
            <a:ext cx="269875" cy="5218113"/>
            <a:chOff x="-2" y="1028"/>
            <a:chExt cx="170" cy="3287"/>
          </a:xfrm>
        </p:grpSpPr>
        <p:pic>
          <p:nvPicPr>
            <p:cNvPr id="24576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7" name="Rectangle 4"/>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pic>
        <p:nvPicPr>
          <p:cNvPr id="2457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3707" y="1576388"/>
            <a:ext cx="84312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5" name="Text Box 6"/>
          <p:cNvSpPr txBox="1">
            <a:spLocks noChangeArrowheads="1"/>
          </p:cNvSpPr>
          <p:nvPr/>
        </p:nvSpPr>
        <p:spPr bwMode="auto">
          <a:xfrm>
            <a:off x="1558131" y="4602164"/>
            <a:ext cx="9194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5000" rIns="90000" bIns="45000"/>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spcBef>
                <a:spcPts val="800"/>
              </a:spcBef>
              <a:buClrTx/>
            </a:pPr>
            <a:r>
              <a:rPr lang="en-US" altLang="en-US" sz="3200">
                <a:solidFill>
                  <a:srgbClr val="000000"/>
                </a:solidFill>
              </a:rPr>
              <a:t>Equation (1) gives the laplacian result whereas equation (2) and (3) gives the enhanced image after taking the laplacian.</a:t>
            </a:r>
          </a:p>
        </p:txBody>
      </p:sp>
    </p:spTree>
    <p:extLst>
      <p:ext uri="{BB962C8B-B14F-4D97-AF65-F5344CB8AC3E}">
        <p14:creationId xmlns:p14="http://schemas.microsoft.com/office/powerpoint/2010/main" val="1026433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Laplacian In The Frequency Domain</a:t>
            </a:r>
          </a:p>
        </p:txBody>
      </p:sp>
      <p:pic>
        <p:nvPicPr>
          <p:cNvPr id="247811" name="Picture 2"/>
          <p:cNvPicPr>
            <a:picLocks noChangeAspect="1" noChangeArrowheads="1"/>
          </p:cNvPicPr>
          <p:nvPr/>
        </p:nvPicPr>
        <p:blipFill>
          <a:blip r:embed="rId3">
            <a:extLst>
              <a:ext uri="{28A0092B-C50C-407E-A947-70E740481C1C}">
                <a14:useLocalDpi xmlns:a14="http://schemas.microsoft.com/office/drawing/2010/main" val="0"/>
              </a:ext>
            </a:extLst>
          </a:blip>
          <a:srcRect b="17137"/>
          <a:stretch>
            <a:fillRect/>
          </a:stretch>
        </p:blipFill>
        <p:spPr bwMode="auto">
          <a:xfrm>
            <a:off x="2289969" y="1266826"/>
            <a:ext cx="8139112" cy="544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812" name="Text Box 3"/>
          <p:cNvSpPr txBox="1">
            <a:spLocks noChangeArrowheads="1"/>
          </p:cNvSpPr>
          <p:nvPr/>
        </p:nvSpPr>
        <p:spPr bwMode="auto">
          <a:xfrm rot="16200000">
            <a:off x="688976" y="2288383"/>
            <a:ext cx="25685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Laplacian in the frequency domain</a:t>
            </a:r>
          </a:p>
        </p:txBody>
      </p:sp>
      <p:sp>
        <p:nvSpPr>
          <p:cNvPr id="247813" name="Text Box 4"/>
          <p:cNvSpPr txBox="1">
            <a:spLocks noChangeArrowheads="1"/>
          </p:cNvSpPr>
          <p:nvPr/>
        </p:nvSpPr>
        <p:spPr bwMode="auto">
          <a:xfrm rot="5400000">
            <a:off x="8575676" y="2131220"/>
            <a:ext cx="260826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2-D image of Laplacian in the frequency domain</a:t>
            </a:r>
          </a:p>
        </p:txBody>
      </p:sp>
      <p:sp>
        <p:nvSpPr>
          <p:cNvPr id="247814" name="Text Box 5"/>
          <p:cNvSpPr txBox="1">
            <a:spLocks noChangeArrowheads="1"/>
          </p:cNvSpPr>
          <p:nvPr/>
        </p:nvSpPr>
        <p:spPr bwMode="auto">
          <a:xfrm rot="16200000">
            <a:off x="500857" y="4926013"/>
            <a:ext cx="264795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US" altLang="en-US" sz="1800">
                <a:solidFill>
                  <a:srgbClr val="000000"/>
                </a:solidFill>
              </a:rPr>
              <a:t>Inverse DFT of Laplacian in the frequency domain</a:t>
            </a:r>
          </a:p>
        </p:txBody>
      </p:sp>
      <p:sp>
        <p:nvSpPr>
          <p:cNvPr id="247815" name="Text Box 6"/>
          <p:cNvSpPr txBox="1">
            <a:spLocks noChangeArrowheads="1"/>
          </p:cNvSpPr>
          <p:nvPr/>
        </p:nvSpPr>
        <p:spPr bwMode="auto">
          <a:xfrm>
            <a:off x="8936831" y="5483225"/>
            <a:ext cx="2166938"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ctr" eaLnBrk="1" hangingPunct="1">
              <a:buClrTx/>
              <a:buFontTx/>
              <a:buNone/>
            </a:pPr>
            <a:r>
              <a:rPr lang="en-IE" altLang="en-US" sz="1800">
                <a:solidFill>
                  <a:srgbClr val="000000"/>
                </a:solidFill>
              </a:rPr>
              <a:t>Zoomed section of the image on the left compared to spatial filter</a:t>
            </a:r>
          </a:p>
        </p:txBody>
      </p:sp>
      <p:grpSp>
        <p:nvGrpSpPr>
          <p:cNvPr id="247816" name="Group 7"/>
          <p:cNvGrpSpPr>
            <a:grpSpLocks/>
          </p:cNvGrpSpPr>
          <p:nvPr/>
        </p:nvGrpSpPr>
        <p:grpSpPr bwMode="auto">
          <a:xfrm>
            <a:off x="1139032" y="1631951"/>
            <a:ext cx="269875" cy="5218113"/>
            <a:chOff x="-2" y="1028"/>
            <a:chExt cx="170" cy="3287"/>
          </a:xfrm>
        </p:grpSpPr>
        <p:pic>
          <p:nvPicPr>
            <p:cNvPr id="247817"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 y="4197"/>
              <a:ext cx="170"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818" name="Rectangle 9"/>
            <p:cNvSpPr>
              <a:spLocks noChangeArrowheads="1"/>
            </p:cNvSpPr>
            <p:nvPr/>
          </p:nvSpPr>
          <p:spPr bwMode="auto">
            <a:xfrm rot="-5400000">
              <a:off x="-1503" y="2531"/>
              <a:ext cx="3168" cy="165"/>
            </a:xfrm>
            <a:prstGeom prst="rect">
              <a:avLst/>
            </a:prstGeom>
            <a:solidFill>
              <a:srgbClr val="333399"/>
            </a:solidFill>
            <a:ln w="12600">
              <a:solidFill>
                <a:srgbClr val="000000"/>
              </a:solidFill>
              <a:miter lim="800000"/>
              <a:headEnd/>
              <a:tailEnd/>
            </a:ln>
          </p:spPr>
          <p:txBody>
            <a:bodyPr wrap="none" lIns="90000" tIns="46800" rIns="90000" bIns="46800"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200">
                  <a:solidFill>
                    <a:srgbClr val="FFFFFF"/>
                  </a:solidFill>
                </a:rPr>
                <a:t>Images taken from Gonzalez &amp; Woods, Digital Image Processing (2002)</a:t>
              </a:r>
            </a:p>
          </p:txBody>
        </p:sp>
      </p:grpSp>
    </p:spTree>
    <p:extLst>
      <p:ext uri="{BB962C8B-B14F-4D97-AF65-F5344CB8AC3E}">
        <p14:creationId xmlns:p14="http://schemas.microsoft.com/office/powerpoint/2010/main" val="42042016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Frequency Domain Laplacian Example</a:t>
            </a:r>
          </a:p>
        </p:txBody>
      </p:sp>
      <p:pic>
        <p:nvPicPr>
          <p:cNvPr id="249859" name="Picture 2"/>
          <p:cNvPicPr>
            <a:picLocks noChangeAspect="1" noChangeArrowheads="1"/>
          </p:cNvPicPr>
          <p:nvPr/>
        </p:nvPicPr>
        <p:blipFill>
          <a:blip r:embed="rId3">
            <a:extLst>
              <a:ext uri="{28A0092B-C50C-407E-A947-70E740481C1C}">
                <a14:useLocalDpi xmlns:a14="http://schemas.microsoft.com/office/drawing/2010/main" val="0"/>
              </a:ext>
            </a:extLst>
          </a:blip>
          <a:srcRect l="20074"/>
          <a:stretch>
            <a:fillRect/>
          </a:stretch>
        </p:blipFill>
        <p:spPr bwMode="auto">
          <a:xfrm>
            <a:off x="3505995" y="1300164"/>
            <a:ext cx="5159375" cy="548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0" name="Text Box 3"/>
          <p:cNvSpPr txBox="1">
            <a:spLocks noChangeArrowheads="1"/>
          </p:cNvSpPr>
          <p:nvPr/>
        </p:nvSpPr>
        <p:spPr bwMode="auto">
          <a:xfrm>
            <a:off x="1985170" y="2276475"/>
            <a:ext cx="15462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Original image</a:t>
            </a:r>
          </a:p>
        </p:txBody>
      </p:sp>
      <p:sp>
        <p:nvSpPr>
          <p:cNvPr id="249861" name="Text Box 4"/>
          <p:cNvSpPr txBox="1">
            <a:spLocks noChangeArrowheads="1"/>
          </p:cNvSpPr>
          <p:nvPr/>
        </p:nvSpPr>
        <p:spPr bwMode="auto">
          <a:xfrm>
            <a:off x="8576470" y="2197101"/>
            <a:ext cx="15462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Laplacian filtered image</a:t>
            </a:r>
          </a:p>
        </p:txBody>
      </p:sp>
      <p:sp>
        <p:nvSpPr>
          <p:cNvPr id="249862" name="Text Box 5"/>
          <p:cNvSpPr txBox="1">
            <a:spLocks noChangeArrowheads="1"/>
          </p:cNvSpPr>
          <p:nvPr/>
        </p:nvSpPr>
        <p:spPr bwMode="auto">
          <a:xfrm>
            <a:off x="1985170" y="4956175"/>
            <a:ext cx="15462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1800">
                <a:solidFill>
                  <a:srgbClr val="000000"/>
                </a:solidFill>
              </a:rPr>
              <a:t>Laplacian image scaled</a:t>
            </a:r>
          </a:p>
        </p:txBody>
      </p:sp>
      <p:sp>
        <p:nvSpPr>
          <p:cNvPr id="249863" name="Text Box 6"/>
          <p:cNvSpPr txBox="1">
            <a:spLocks noChangeArrowheads="1"/>
          </p:cNvSpPr>
          <p:nvPr/>
        </p:nvSpPr>
        <p:spPr bwMode="auto">
          <a:xfrm>
            <a:off x="8576470" y="5072064"/>
            <a:ext cx="154622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sz="1800">
                <a:solidFill>
                  <a:srgbClr val="000000"/>
                </a:solidFill>
              </a:rPr>
              <a:t>Enhanced image</a:t>
            </a:r>
          </a:p>
        </p:txBody>
      </p:sp>
    </p:spTree>
    <p:extLst>
      <p:ext uri="{BB962C8B-B14F-4D97-AF65-F5344CB8AC3E}">
        <p14:creationId xmlns:p14="http://schemas.microsoft.com/office/powerpoint/2010/main" val="37771558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4000">
                <a:solidFill>
                  <a:srgbClr val="FFFFFF"/>
                </a:solidFill>
              </a:rPr>
              <a:t>Fast Fourier Transform</a:t>
            </a:r>
          </a:p>
        </p:txBody>
      </p:sp>
      <p:sp>
        <p:nvSpPr>
          <p:cNvPr id="251907"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IE" altLang="en-US"/>
              <a:t>The reason that Fourier based techniques have become so popular is the development of the </a:t>
            </a:r>
            <a:r>
              <a:rPr lang="en-IE" altLang="en-US" i="1"/>
              <a:t>Fast Fourier Transform (FFT) </a:t>
            </a:r>
            <a:r>
              <a:rPr lang="en-IE" altLang="en-US"/>
              <a:t>algorithm</a:t>
            </a:r>
          </a:p>
          <a:p>
            <a:pPr eaLnBrk="1" hangingPunct="1">
              <a:buClrTx/>
              <a:buFontTx/>
              <a:buNone/>
            </a:pPr>
            <a:r>
              <a:rPr lang="en-IE" altLang="en-US"/>
              <a:t>Allows the Fourier transform to be carried out in a reasonable amount of time</a:t>
            </a:r>
          </a:p>
          <a:p>
            <a:pPr eaLnBrk="1" hangingPunct="1">
              <a:buClrTx/>
              <a:buFontTx/>
              <a:buNone/>
            </a:pPr>
            <a:r>
              <a:rPr lang="en-IE" altLang="en-US"/>
              <a:t>Reduces the amount of time required to perform a Fourier transform by a factor of 100 – 600 times!</a:t>
            </a:r>
          </a:p>
        </p:txBody>
      </p:sp>
    </p:spTree>
    <p:extLst>
      <p:ext uri="{BB962C8B-B14F-4D97-AF65-F5344CB8AC3E}">
        <p14:creationId xmlns:p14="http://schemas.microsoft.com/office/powerpoint/2010/main" val="1701359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ext Box 1"/>
          <p:cNvSpPr txBox="1">
            <a:spLocks noChangeArrowheads="1"/>
          </p:cNvSpPr>
          <p:nvPr/>
        </p:nvSpPr>
        <p:spPr bwMode="auto">
          <a:xfrm>
            <a:off x="1834356" y="0"/>
            <a:ext cx="9213850" cy="1231900"/>
          </a:xfrm>
          <a:prstGeom prst="rect">
            <a:avLst/>
          </a:prstGeom>
          <a:solidFill>
            <a:srgbClr val="333399"/>
          </a:solidFill>
          <a:ln w="25560">
            <a:solidFill>
              <a:srgbClr val="000000"/>
            </a:solidFill>
            <a:miter lim="800000"/>
            <a:headEnd/>
            <a:tailEnd/>
          </a:ln>
        </p:spPr>
        <p:txBody>
          <a:bodyPr anchor="ctr"/>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panose="020B0604020202020204" pitchFamily="34" charset="0"/>
                <a:ea typeface="ＭＳ Ｐゴシック" panose="020B0600070205080204" pitchFamily="34" charset="-128"/>
              </a:defRPr>
            </a:lvl9pPr>
          </a:lstStyle>
          <a:p>
            <a:pPr algn="r" eaLnBrk="1" hangingPunct="1">
              <a:buClrTx/>
              <a:buFontTx/>
              <a:buNone/>
            </a:pPr>
            <a:r>
              <a:rPr lang="en-IE" altLang="en-US" sz="3600">
                <a:solidFill>
                  <a:srgbClr val="FFFFFF"/>
                </a:solidFill>
              </a:rPr>
              <a:t>Frequency Domain Filtering &amp; Spatial Domain Filtering</a:t>
            </a:r>
          </a:p>
        </p:txBody>
      </p:sp>
      <p:sp>
        <p:nvSpPr>
          <p:cNvPr id="253955" name="Text Box 2"/>
          <p:cNvSpPr txBox="1">
            <a:spLocks noChangeArrowheads="1"/>
          </p:cNvSpPr>
          <p:nvPr/>
        </p:nvSpPr>
        <p:spPr bwMode="auto">
          <a:xfrm>
            <a:off x="1637506" y="1333500"/>
            <a:ext cx="89154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eaLnBrk="1" hangingPunct="1">
              <a:buClrTx/>
              <a:buFontTx/>
              <a:buNone/>
            </a:pPr>
            <a:r>
              <a:rPr lang="en-GB" altLang="en-US"/>
              <a:t>Similar jobs can be done in the spatial and frequency domains</a:t>
            </a:r>
          </a:p>
          <a:p>
            <a:pPr eaLnBrk="1" hangingPunct="1">
              <a:buClrTx/>
              <a:buFontTx/>
              <a:buNone/>
            </a:pPr>
            <a:r>
              <a:rPr lang="en-GB" altLang="en-US"/>
              <a:t>Filtering in the spatial domain can be easier to understand</a:t>
            </a:r>
          </a:p>
          <a:p>
            <a:pPr eaLnBrk="1" hangingPunct="1">
              <a:buClrTx/>
              <a:buFontTx/>
              <a:buNone/>
            </a:pPr>
            <a:r>
              <a:rPr lang="en-GB" altLang="en-US"/>
              <a:t>Filtering in the frequency  domain can be much faster – especially for large images</a:t>
            </a:r>
          </a:p>
        </p:txBody>
      </p:sp>
    </p:spTree>
    <p:extLst>
      <p:ext uri="{BB962C8B-B14F-4D97-AF65-F5344CB8AC3E}">
        <p14:creationId xmlns:p14="http://schemas.microsoft.com/office/powerpoint/2010/main" val="8385118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6147"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61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675" y="1508125"/>
            <a:ext cx="7791450" cy="47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41458774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8195"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819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9" y="1349375"/>
            <a:ext cx="8175625"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20594493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10243"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102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564" y="1374776"/>
            <a:ext cx="9007475" cy="523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820486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12291"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122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1454150"/>
            <a:ext cx="85217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229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1013" y="6122988"/>
            <a:ext cx="8604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5127264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14339"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143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189" y="1801813"/>
            <a:ext cx="892492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150385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The Fast Fourier Transform (FFT)</a:t>
            </a:r>
          </a:p>
        </p:txBody>
      </p:sp>
      <p:sp>
        <p:nvSpPr>
          <p:cNvPr id="16387"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075" y="1765301"/>
            <a:ext cx="891540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150923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1225" y="2076450"/>
            <a:ext cx="5494338"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615160587"/>
      </p:ext>
    </p:extLst>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Convolution and Padding</a:t>
            </a:r>
          </a:p>
        </p:txBody>
      </p:sp>
      <p:sp>
        <p:nvSpPr>
          <p:cNvPr id="20483"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939" y="1417638"/>
            <a:ext cx="794702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1800428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225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0" y="1584326"/>
            <a:ext cx="5651500" cy="508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479533911"/>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Convolution and Padding</a:t>
            </a:r>
          </a:p>
        </p:txBody>
      </p:sp>
      <p:sp>
        <p:nvSpPr>
          <p:cNvPr id="24579"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2458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650" y="1412875"/>
            <a:ext cx="865028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2458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5439" y="5027613"/>
            <a:ext cx="2898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58126991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266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1" y="1570039"/>
            <a:ext cx="3922713"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452931638"/>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000" y="1639888"/>
            <a:ext cx="5761038" cy="497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504805291"/>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2D Convolution and Padding</a:t>
            </a:r>
          </a:p>
        </p:txBody>
      </p:sp>
      <p:sp>
        <p:nvSpPr>
          <p:cNvPr id="30723"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338" y="4238625"/>
            <a:ext cx="766286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072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01" y="1422400"/>
            <a:ext cx="86137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87379810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327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1" y="3349626"/>
            <a:ext cx="2689225"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277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7526" y="6059489"/>
            <a:ext cx="50514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277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251" y="1816100"/>
            <a:ext cx="2568575"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2774"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4650" y="4467226"/>
            <a:ext cx="50371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130598659"/>
      </p:ext>
    </p:extLst>
  </p:cSld>
  <p:clrMapOvr>
    <a:masterClrMapping/>
  </p:clrMapOvr>
  <p:transition spd="med"/>
  <p:timing>
    <p:tnLst>
      <p:par>
        <p:cTn id="1" dur="indefinite"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2D Convolution </a:t>
            </a:r>
          </a:p>
        </p:txBody>
      </p:sp>
      <p:sp>
        <p:nvSpPr>
          <p:cNvPr id="34819"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348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4" y="1985963"/>
            <a:ext cx="8594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48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3614738"/>
            <a:ext cx="84391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7292116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2181226" y="0"/>
            <a:ext cx="8486775" cy="1231900"/>
          </a:xfrm>
          <a:prstGeom prst="rect">
            <a:avLst/>
          </a:prstGeom>
          <a:solidFill>
            <a:srgbClr val="333399"/>
          </a:solidFill>
          <a:ln w="25560">
            <a:solidFill>
              <a:srgbClr val="000000"/>
            </a:solidFill>
            <a:miter lim="800000"/>
            <a:headEnd/>
            <a:tailEnd/>
          </a:ln>
        </p:spPr>
        <p:txBody>
          <a:bodyPr anchor="ct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0"/>
              </a:spcBef>
              <a:buClrTx/>
              <a:buFontTx/>
              <a:buNone/>
            </a:pPr>
            <a:r>
              <a:rPr lang="en-IE" altLang="en-US" sz="4000">
                <a:solidFill>
                  <a:srgbClr val="FFFFFF"/>
                </a:solidFill>
              </a:rPr>
              <a:t>2D Correlation </a:t>
            </a:r>
          </a:p>
        </p:txBody>
      </p:sp>
      <p:sp>
        <p:nvSpPr>
          <p:cNvPr id="36867"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368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1879600"/>
            <a:ext cx="6775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68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0813" y="3227388"/>
            <a:ext cx="38036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3687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6688" y="3803650"/>
            <a:ext cx="37719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5565566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981200" y="1333500"/>
            <a:ext cx="82296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3891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122238"/>
            <a:ext cx="7578725" cy="662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8359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51400" y="228600"/>
            <a:ext cx="3714750" cy="641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79151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1"/>
          <p:cNvSpPr txBox="1">
            <a:spLocks noChangeArrowheads="1"/>
          </p:cNvSpPr>
          <p:nvPr/>
        </p:nvSpPr>
        <p:spPr bwMode="auto">
          <a:xfrm>
            <a:off x="3894846" y="385763"/>
            <a:ext cx="4386435" cy="120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0"/>
              </a:spcBef>
              <a:buClrTx/>
              <a:buFontTx/>
              <a:buNone/>
            </a:pPr>
            <a:r>
              <a:rPr lang="en-US" altLang="en-US" sz="2400">
                <a:solidFill>
                  <a:srgbClr val="FF0000"/>
                </a:solidFill>
                <a:latin typeface="Verdana" panose="020B0604030504040204" pitchFamily="34" charset="0"/>
              </a:rPr>
              <a:t>Chapter 4</a:t>
            </a:r>
          </a:p>
          <a:p>
            <a:pPr algn="ctr" eaLnBrk="1" hangingPunct="1">
              <a:spcBef>
                <a:spcPct val="0"/>
              </a:spcBef>
              <a:buClrTx/>
              <a:buFontTx/>
              <a:buNone/>
            </a:pPr>
            <a:r>
              <a:rPr lang="en-US" altLang="en-US" sz="2400">
                <a:solidFill>
                  <a:srgbClr val="FF0000"/>
                </a:solidFill>
                <a:latin typeface="Verdana" panose="020B0604030504040204" pitchFamily="34" charset="0"/>
              </a:rPr>
              <a:t>Image Enhancement in the</a:t>
            </a:r>
          </a:p>
          <a:p>
            <a:pPr algn="ctr" eaLnBrk="1" hangingPunct="1">
              <a:spcBef>
                <a:spcPct val="0"/>
              </a:spcBef>
              <a:buClrTx/>
              <a:buFontTx/>
              <a:buNone/>
            </a:pPr>
            <a:r>
              <a:rPr lang="en-US" altLang="en-US" sz="2400">
                <a:solidFill>
                  <a:srgbClr val="FF0000"/>
                </a:solidFill>
                <a:latin typeface="Verdana" panose="020B0604030504040204" pitchFamily="34" charset="0"/>
              </a:rPr>
              <a:t>Frequency Domain</a:t>
            </a:r>
          </a:p>
        </p:txBody>
      </p:sp>
      <p:pic>
        <p:nvPicPr>
          <p:cNvPr id="430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8475" y="1639889"/>
            <a:ext cx="434975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430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1575" y="52389"/>
            <a:ext cx="7829550"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160442946"/>
      </p:ext>
    </p:extLst>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2855</Words>
  <Application>Microsoft Office PowerPoint</Application>
  <PresentationFormat>Widescreen</PresentationFormat>
  <Paragraphs>626</Paragraphs>
  <Slides>141</Slides>
  <Notes>140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141</vt:i4>
      </vt:variant>
    </vt:vector>
  </HeadingPairs>
  <TitlesOfParts>
    <vt:vector size="150" baseType="lpstr">
      <vt:lpstr>ＭＳ Ｐゴシック</vt:lpstr>
      <vt:lpstr>Arial</vt:lpstr>
      <vt:lpstr>Arial Unicode MS</vt:lpstr>
      <vt:lpstr>ArialMT</vt:lpstr>
      <vt:lpstr>Calibri</vt:lpstr>
      <vt:lpstr>Calibri Light</vt:lpstr>
      <vt:lpstr>Times New Roman</vt:lpstr>
      <vt:lpstr>Verdana</vt:lpstr>
      <vt:lpstr>Office Theme</vt:lpstr>
      <vt:lpstr>Image Enhancement in the Frequency Domain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Enhancement in the Frequency Domain</dc:title>
  <dc:creator>nandan</dc:creator>
  <cp:lastModifiedBy>nandan</cp:lastModifiedBy>
  <cp:revision>2</cp:revision>
  <dcterms:created xsi:type="dcterms:W3CDTF">2023-01-28T16:19:24Z</dcterms:created>
  <dcterms:modified xsi:type="dcterms:W3CDTF">2023-01-28T16:23:49Z</dcterms:modified>
</cp:coreProperties>
</file>