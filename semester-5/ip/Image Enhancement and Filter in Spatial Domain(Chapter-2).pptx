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Relationship Id="rId4" Type="http://schemas.openxmlformats.org/officeDocument/2006/relationships/image" Target="../media/image69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4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4" Type="http://schemas.openxmlformats.org/officeDocument/2006/relationships/image" Target="../media/image95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FF0D0-A8AA-4AD6-8CDD-EEAB27C42EDE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1FBA-D8B0-4C58-8436-5C445DAB73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3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5B59FA-DB01-4B34-90E6-A877CE45AED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/>
          </a:p>
        </p:txBody>
      </p:sp>
      <p:sp>
        <p:nvSpPr>
          <p:cNvPr id="9523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47AD1BE-A074-404C-AC60-A24E749C6F56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336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336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36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764D37-E0D0-4E5E-98BF-927F4E928F5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/>
          </a:p>
        </p:txBody>
      </p:sp>
      <p:sp>
        <p:nvSpPr>
          <p:cNvPr id="9728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436F582-C93B-43CF-98D0-2BBB40D1BBDF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438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438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91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C10C51-7A97-4BB6-8275-731F8473E75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/>
          </a:p>
        </p:txBody>
      </p:sp>
      <p:sp>
        <p:nvSpPr>
          <p:cNvPr id="9933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9FB52C4-58E7-40C0-985B-FFD40C8EBFD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541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541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240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DD80C67-0528-4687-A933-133C31411DA3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/>
          </a:p>
        </p:txBody>
      </p:sp>
      <p:sp>
        <p:nvSpPr>
          <p:cNvPr id="10137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F853CC-39C7-48FE-9DAF-51EB7DB6393E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643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643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229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A8B91A-2FA7-41EE-AADB-23AFA5483EF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/>
          </a:p>
        </p:txBody>
      </p:sp>
      <p:sp>
        <p:nvSpPr>
          <p:cNvPr id="10342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A0ACAC5-60F6-4434-85C9-5303EDF853E2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745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745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667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76DAB54-D2F2-47FA-8FF9-7F62F6E499B4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/>
          </a:p>
        </p:txBody>
      </p:sp>
      <p:sp>
        <p:nvSpPr>
          <p:cNvPr id="10547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A9D4F5-1E0B-4AFF-A7ED-3C8C366A95BA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848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848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694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B7F059A-0DB2-42B7-8AB8-96892964B740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/>
          </a:p>
        </p:txBody>
      </p:sp>
      <p:sp>
        <p:nvSpPr>
          <p:cNvPr id="10752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C459CB1-41AB-4C13-9184-71D1CE54A0A0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950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950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134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BD9F6E1-7738-41AA-8572-26D43D2FD44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/>
          </a:p>
        </p:txBody>
      </p:sp>
      <p:sp>
        <p:nvSpPr>
          <p:cNvPr id="1095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DCD93E0-512D-49A8-9A7B-73E74B61A99D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053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053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15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1111E6-80A9-4ADA-B6DC-AF2E6B5529C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/>
          </a:p>
        </p:txBody>
      </p:sp>
      <p:sp>
        <p:nvSpPr>
          <p:cNvPr id="1116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71F7BAE-B435-44D6-B604-A1D536BDAC27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155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155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930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28466B-4C7D-4A54-8E35-B09D85D61F96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/>
          </a:p>
        </p:txBody>
      </p:sp>
      <p:sp>
        <p:nvSpPr>
          <p:cNvPr id="1136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EBD5872-BED5-4883-8209-8171F6D3E8FE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257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257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88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DB4CE1-6F5E-491C-A5DF-92B878506C0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/>
          </a:p>
        </p:txBody>
      </p:sp>
      <p:sp>
        <p:nvSpPr>
          <p:cNvPr id="1157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8F17520-D9D6-4BD2-BAEF-99CC83661D47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360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360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879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08DBF1-7D40-487D-B5E3-7BB617ED9D8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/>
          </a:p>
        </p:txBody>
      </p:sp>
      <p:sp>
        <p:nvSpPr>
          <p:cNvPr id="1177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073A6ED-231D-4A05-84A1-6B7AF5381BEB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462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462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353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430D6A-8958-4138-81CE-9DD849FE347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/>
          </a:p>
        </p:txBody>
      </p:sp>
      <p:sp>
        <p:nvSpPr>
          <p:cNvPr id="155649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565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n-US" smtClean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868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6B6F9A-154B-48C4-8EDA-BFB06E1DFB2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/>
          </a:p>
        </p:txBody>
      </p:sp>
      <p:sp>
        <p:nvSpPr>
          <p:cNvPr id="1218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7EE11AA-BB0D-422C-A3EC-5899A7B9E52E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667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667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9486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52B761-F376-4880-8589-F7E85B9EC0DD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/>
          </a:p>
        </p:txBody>
      </p:sp>
      <p:sp>
        <p:nvSpPr>
          <p:cNvPr id="12390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911AAE1-56A3-4A51-B114-49E029F60EBF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769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769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078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98D16B-DEBA-4050-B92F-A3A594359F9F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/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F764240-E524-46C5-AC57-5061980FF8E6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872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872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162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D02D5D-03B5-43AF-9359-A1C9BFBA3A1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/>
          </a:p>
        </p:txBody>
      </p:sp>
      <p:sp>
        <p:nvSpPr>
          <p:cNvPr id="1280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626D16B-6059-4AF0-B02B-ADC668769DD7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974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5974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70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4105D4-27E2-426E-8CDF-66916013C366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/>
          </a:p>
        </p:txBody>
      </p:sp>
      <p:sp>
        <p:nvSpPr>
          <p:cNvPr id="1300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9CC388F-B5A6-4F2F-94DB-F4F3FD4FA06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077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077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410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7F471D-ADB2-4E62-8230-3A23D08CC930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/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2F24EAB-1C1D-4910-B066-A9523C2593A3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179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179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300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3317B7-4E09-4CA0-92BB-55575AADDF2D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/>
          </a:p>
        </p:txBody>
      </p:sp>
      <p:sp>
        <p:nvSpPr>
          <p:cNvPr id="1341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04A2559-A66C-4E51-A8C4-9E73C17EF6BD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281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281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058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3E2E194-4695-4CB4-A2F0-0450454F5FE4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/>
          </a:p>
        </p:txBody>
      </p:sp>
      <p:sp>
        <p:nvSpPr>
          <p:cNvPr id="1361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C95FEF9-EC0A-4EE9-BAAF-A525355ECCF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384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384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465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238460-E0EB-4D6A-A2C2-4355F51652B1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/>
          </a:p>
        </p:txBody>
      </p:sp>
      <p:sp>
        <p:nvSpPr>
          <p:cNvPr id="13824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7E3F33F-C5E9-4997-A145-C3258BD676B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486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486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050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DD39FB-B0C7-41B5-9732-D4D707A38F4B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/>
          </a:p>
        </p:txBody>
      </p:sp>
      <p:sp>
        <p:nvSpPr>
          <p:cNvPr id="14029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FD555B7-69A7-40BF-A761-9085692C513E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589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589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706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1F0CA8-C634-4F16-8501-BE282A4ECC1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/>
          </a:p>
        </p:txBody>
      </p:sp>
      <p:sp>
        <p:nvSpPr>
          <p:cNvPr id="14233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853335F-1640-4602-B214-B3830E865FEE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691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691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en-IE" smtClean="0">
                <a:latin typeface="Arial" charset="0"/>
              </a:rPr>
              <a:t>The third transform is a step too far</a:t>
            </a:r>
          </a:p>
        </p:txBody>
      </p:sp>
    </p:spTree>
    <p:extLst>
      <p:ext uri="{BB962C8B-B14F-4D97-AF65-F5344CB8AC3E}">
        <p14:creationId xmlns:p14="http://schemas.microsoft.com/office/powerpoint/2010/main" val="18777615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51BEDD-FD78-4C18-878B-3B1C712B482D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/>
          </a:p>
        </p:txBody>
      </p:sp>
      <p:sp>
        <p:nvSpPr>
          <p:cNvPr id="14438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1FE2375-668C-462D-A593-88D44CA830A9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793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793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7294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3243CFF-CB8A-433B-A200-936385FF1253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/>
          </a:p>
        </p:txBody>
      </p:sp>
      <p:sp>
        <p:nvSpPr>
          <p:cNvPr id="14643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2FE4CF2-A457-4284-B77C-B213D28C6122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896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896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476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3ADEF6-D266-4705-A1C0-CE5BBAFC2C6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/>
          </a:p>
        </p:txBody>
      </p:sp>
      <p:sp>
        <p:nvSpPr>
          <p:cNvPr id="14848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8A6A01E-D85B-4F68-9672-06594011B536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998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6998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1524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B6FE70-C9C3-401D-9261-E260113BAE14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/>
          </a:p>
        </p:txBody>
      </p:sp>
      <p:sp>
        <p:nvSpPr>
          <p:cNvPr id="15053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984D813-9B77-4984-A183-07E2FB42CB43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101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7101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0544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63CC6E7-C424-4DDB-A007-0B60D60C716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/>
          </a:p>
        </p:txBody>
      </p:sp>
      <p:sp>
        <p:nvSpPr>
          <p:cNvPr id="15257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2998CFA-7693-48AB-9E8B-9B81C361770B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203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7203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3524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C9CDB4-B455-4899-B4C7-7EDD0F342EBA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/>
          </a:p>
        </p:txBody>
      </p:sp>
      <p:sp>
        <p:nvSpPr>
          <p:cNvPr id="17305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7305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n-US" smtClean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9321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3D9FEA-6D0F-4A93-AC56-E2456D037B8C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/>
          </a:p>
        </p:txBody>
      </p:sp>
      <p:sp>
        <p:nvSpPr>
          <p:cNvPr id="15667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A8EBFD2-67F6-4BA9-ABF0-0E9952F5E286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08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7408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5270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F70270-534D-4F53-97E9-F12413002D72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/>
          </a:p>
        </p:txBody>
      </p:sp>
      <p:sp>
        <p:nvSpPr>
          <p:cNvPr id="15872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434639C-A482-4F60-8BE9-01403A990DD4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510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7510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0282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87EAF9-D2EE-4260-9BBA-AA3FF8E3AB4B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en-US"/>
          </a:p>
        </p:txBody>
      </p:sp>
      <p:sp>
        <p:nvSpPr>
          <p:cNvPr id="1607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775749E-A645-4D4A-A000-2EE46842E377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613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7613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7804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3AA82C-1C21-4D74-870F-657D5C3CD09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en-US"/>
          </a:p>
        </p:txBody>
      </p:sp>
      <p:sp>
        <p:nvSpPr>
          <p:cNvPr id="1628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429C19D-CF12-43C5-9D30-F9399774811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715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7715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2395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09364F-AD83-4307-809D-816ABC85EB86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en-US"/>
          </a:p>
        </p:txBody>
      </p:sp>
      <p:sp>
        <p:nvSpPr>
          <p:cNvPr id="1648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4C96ECB-7246-4FDD-93D9-A52BA8C19B5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817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7817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3957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457711-0F3A-4BE4-943B-076434DE069D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en-US"/>
          </a:p>
        </p:txBody>
      </p:sp>
      <p:sp>
        <p:nvSpPr>
          <p:cNvPr id="1669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19A75EB-B3D2-458D-9D41-E457B4B46B3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920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7920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7489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6A413B-5FFD-4575-95E4-34BC23F1A27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en-US"/>
          </a:p>
        </p:txBody>
      </p:sp>
      <p:sp>
        <p:nvSpPr>
          <p:cNvPr id="1689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1AE2AA2-FD6E-48C8-94D8-81BE2FBC5A34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8022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022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537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4C66BB-E29A-4A6A-9610-7984DF8B5181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en-US"/>
          </a:p>
        </p:txBody>
      </p:sp>
      <p:sp>
        <p:nvSpPr>
          <p:cNvPr id="181249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125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71013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2B4D60F-F7D5-462E-87CE-FEE70D8FD023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7057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BEF49B-0A15-47DE-ABE3-EE134E770349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en-US"/>
          </a:p>
        </p:txBody>
      </p:sp>
      <p:sp>
        <p:nvSpPr>
          <p:cNvPr id="182273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2274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73061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FE00D48-49D5-4243-BD20-5CCB7A45540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3746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69815F9-FC2F-475C-BFAB-AE90E2D85B26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en-US"/>
          </a:p>
        </p:txBody>
      </p:sp>
      <p:sp>
        <p:nvSpPr>
          <p:cNvPr id="18329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32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75109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58B50A-93B2-4390-BF30-20DC98AEDFA5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4169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94AA3A-73AE-47F5-9CEB-7443773DE690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en-US"/>
          </a:p>
        </p:txBody>
      </p:sp>
      <p:sp>
        <p:nvSpPr>
          <p:cNvPr id="184321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432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77157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24C404A-FEAB-4506-928D-66505A3039B0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162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B1BC11-A854-4F5E-9399-680B1DFF92D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en-US"/>
          </a:p>
        </p:txBody>
      </p:sp>
      <p:sp>
        <p:nvSpPr>
          <p:cNvPr id="185345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534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79205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D42461C-03F0-47EC-A439-F6F2C2A49B95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5438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33917C-2D18-480A-8420-56266699203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en-US"/>
          </a:p>
        </p:txBody>
      </p:sp>
      <p:sp>
        <p:nvSpPr>
          <p:cNvPr id="186369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637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81253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9A54A5C-E904-42A1-BCB6-B5093D0A622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5704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D09A0A-18C1-48CF-A0A7-E2B31858745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en-US"/>
          </a:p>
        </p:txBody>
      </p:sp>
      <p:sp>
        <p:nvSpPr>
          <p:cNvPr id="187393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7394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83301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0B6A6F9-5E99-4948-B313-85DC041201C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1492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5A7BAC3-A7D7-4BEA-A98B-DFC0ED4D3CB1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en-US"/>
          </a:p>
        </p:txBody>
      </p:sp>
      <p:sp>
        <p:nvSpPr>
          <p:cNvPr id="18841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841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85349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2637176-BEE2-46B3-BD4F-8F9503B0E187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54323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586C2DB-EBEE-44F0-AB1D-D10A701CCEC6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en-US"/>
          </a:p>
        </p:txBody>
      </p:sp>
      <p:sp>
        <p:nvSpPr>
          <p:cNvPr id="189441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8944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87397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28A00C1-4E05-481A-8C15-5D1080C83DCD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334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9D7427-2578-4176-9B88-560F7224D01C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en-US"/>
          </a:p>
        </p:txBody>
      </p:sp>
      <p:sp>
        <p:nvSpPr>
          <p:cNvPr id="190465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9046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89445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BB33AE7-C89B-481C-A437-B7C26B71FAFA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1628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B2F847-A060-429C-A873-44FFDC6D1A53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en-US"/>
          </a:p>
        </p:txBody>
      </p:sp>
      <p:sp>
        <p:nvSpPr>
          <p:cNvPr id="191489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  <p:sp>
        <p:nvSpPr>
          <p:cNvPr id="191493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C52B1ED-CAC0-4E8F-9F26-F4A7E640D77D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5480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B1836A7-CDA1-4B1C-9880-49B88D07B75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4354EF2-3620-42BD-BDDF-968CE9607CA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17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22418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39512278-A2A1-49E7-8589-93782440569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2EAD75B-96E8-4962-92A7-6532CF66157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22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1816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2407EAA-DAE7-4B28-A071-4B7993F53CC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68F724B-9C98-4918-B2BD-D4ED096C693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26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91590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B06A5F4-B231-42A0-823A-0B33A56B9F6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CD2EEAF-940C-4EBD-8505-741CC672B42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331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89803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0981DA6-457B-47F3-A619-079B448513F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0FEEDED-1840-4F33-9793-DAAD075B14E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536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965101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9E2865B-C4A1-49D0-A8F6-41BC12F40F9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E1653A8-656B-4810-A0F9-A0682B4CDF5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41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3314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4FC5281-6F8E-4C8E-95D5-79FBA712F20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E33CF9D-F76D-4030-9EFF-C375DACFE18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946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90709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FE3AD6E-848A-47F2-A9F8-43DB7294402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AE0FDEF-7EAE-4153-AE60-B3DF4F50ADD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150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71951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585F2309-64FC-44E1-84F4-3E6F7BC78B1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FA36D9B-211C-4A00-BD51-9C3752EC105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355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169781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84A35B2-D83B-442F-8911-AFF937743B7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A062515-AE20-4326-A570-9208E1A0EAD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560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07764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F903421-172D-4E07-B242-343D73267A8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4154B6E-E73F-43FB-B597-B36345B8114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765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23283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C142C679-C351-4ED5-9FFA-C72C961D3F1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87B7D3B-19E9-47DB-9F8B-3E1A01AC20B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970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645541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6B541F0-63A4-43CC-89B6-DFBF5CB2D47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5E581CA-FC6A-440C-88DF-87B384F7C57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174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91278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D36B7038-B55C-4AC7-825A-150D3E5228A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EE52EA4-4519-464F-8DCA-30539AC952A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379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757280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660533C-A364-41D4-8FD7-4599C76A8DE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3" name="Rectangle 1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4" name="Rectangle 2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844045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4F4C331-C177-467F-B766-F612E463FBD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911494E-57E5-4E3F-A145-D46937CA9E0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789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51352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BF2C2747-9829-4834-9ADD-ECECFEEE0B5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EEDA84A-3708-42E9-A3EC-CD5E6C0B427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994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1080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A25E4CF-BFA8-48C3-9932-C9F0889F1A9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9A56E8F-9B0D-46A3-8DAB-14444BDFA39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198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59014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322CF78-A5F8-446D-83C4-3CDAB3C11D1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BE5837E-A6FE-4042-A6E8-1A6BDC76B7A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403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74090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3EE7899-C4D9-4892-9702-B0664F8937E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7A34A2D-B727-4580-B07D-0B114FAC61E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608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84555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E4B0C3BD-9E25-4414-8428-C240E0AEF8E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94FF78-08A7-4023-B310-708A214B34E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813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599618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15D8500A-457C-4438-8869-5B0A869841E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B51FBEA-9425-4458-95BD-2C06FA020FC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8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8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946446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5FA2FDB-0782-4ED0-8C85-7F3400E91774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4FB14E1-6262-4CCD-830A-6B59E14A46E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222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394632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5FBD389-339C-4AE7-931F-AABC369D34A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1AFAEB7-0F55-474D-98F1-9BDB619D5DA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427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193170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CBDE634-6EA9-4F6B-BCF7-E6F8FFD2F84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EE60A94-7AE9-4FB0-9B03-599A3567594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70387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81DECE9-2D0E-4397-88A9-5CDF3B344A1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F1B6174-D283-45E8-926E-9998642DC74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703374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78F22238-1897-4097-A865-67CF8574337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AD5EE1A-0B76-42C5-8B74-9433610C96B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042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2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41924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EA39FFD3-896B-42C0-8B66-7B513D540D4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3A10D3A-7BF2-4032-9D89-86F6212BBC3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246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806061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BC436B4-8B44-4C4A-8EDF-231CCB97010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D2EF8A2-AB5D-44A4-9632-F73F5BBC3C0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451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538885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45FDCC-4F01-4DA0-B8E4-7BBC7241C03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en-US" altLang="en-US"/>
          </a:p>
        </p:txBody>
      </p:sp>
      <p:sp>
        <p:nvSpPr>
          <p:cNvPr id="92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06E674F-E4E2-45C1-B8E7-BCCD89E19222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7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017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70528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416ECD-1842-448D-A90A-22944ECA01A1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80</a:t>
            </a:fld>
            <a:endParaRPr lang="en-US" altLang="en-US"/>
          </a:p>
        </p:txBody>
      </p:sp>
      <p:sp>
        <p:nvSpPr>
          <p:cNvPr id="112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06E131E-C76B-47D8-BC5A-72D7EFE4EB22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0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120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14425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359A20-03BD-47BF-B753-BD9122BB1D4D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81</a:t>
            </a:fld>
            <a:endParaRPr lang="en-US" altLang="en-US"/>
          </a:p>
        </p:txBody>
      </p:sp>
      <p:sp>
        <p:nvSpPr>
          <p:cNvPr id="133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4C0223C-9AFF-4B47-BF47-69C24B44955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222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96328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6B6CA8-95C2-4ACF-B70B-BAE0870B5A61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82</a:t>
            </a:fld>
            <a:endParaRPr lang="en-US" altLang="en-US"/>
          </a:p>
        </p:txBody>
      </p:sp>
      <p:sp>
        <p:nvSpPr>
          <p:cNvPr id="153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3539039-39FD-41ED-9A2C-D700685FF6AB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325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325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24895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E148E5-96F7-47A7-BCB2-774BF76B259B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83</a:t>
            </a:fld>
            <a:endParaRPr lang="en-US" altLang="en-US"/>
          </a:p>
        </p:txBody>
      </p:sp>
      <p:sp>
        <p:nvSpPr>
          <p:cNvPr id="1741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895857F-5695-478B-A6E0-F5E57E789573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427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427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41489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EA6624-1880-4C23-91B7-7015DC095C0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84</a:t>
            </a:fld>
            <a:endParaRPr lang="en-US" altLang="en-US"/>
          </a:p>
        </p:txBody>
      </p:sp>
      <p:sp>
        <p:nvSpPr>
          <p:cNvPr id="194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92662D5-8E18-4C15-BA69-2095F6DE14D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529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529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47743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A4AA60-8536-4584-9253-ADE33AC6E6E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85</a:t>
            </a:fld>
            <a:endParaRPr lang="en-US" altLang="en-US"/>
          </a:p>
        </p:txBody>
      </p:sp>
      <p:sp>
        <p:nvSpPr>
          <p:cNvPr id="2150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86A1456-DAEC-43B8-A7B9-4F581C1ABB6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632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632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66811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8ACAB7-56EC-427A-87C5-99819ECB9FA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86</a:t>
            </a:fld>
            <a:endParaRPr lang="en-US" altLang="en-US"/>
          </a:p>
        </p:txBody>
      </p:sp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C8D588F-3326-4769-8F3E-C1C78008BEFB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734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734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11837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885A7F-302A-468B-9897-E29F0A410CEB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87</a:t>
            </a:fld>
            <a:endParaRPr lang="en-US" altLang="en-US"/>
          </a:p>
        </p:txBody>
      </p:sp>
      <p:sp>
        <p:nvSpPr>
          <p:cNvPr id="256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40A2B44-072A-4F85-9C2E-27EEA054C0A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837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837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7744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5DF86D-4813-4B78-9BED-37A3B24AF3CF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88</a:t>
            </a:fld>
            <a:endParaRPr lang="en-US" altLang="en-US"/>
          </a:p>
        </p:txBody>
      </p:sp>
      <p:sp>
        <p:nvSpPr>
          <p:cNvPr id="276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16F5820-0377-49D8-BC9C-2F61BA109393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939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939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78540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CD7D69-8D37-4A1E-B787-0399598F5413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89</a:t>
            </a:fld>
            <a:endParaRPr lang="en-US" altLang="en-US"/>
          </a:p>
        </p:txBody>
      </p:sp>
      <p:sp>
        <p:nvSpPr>
          <p:cNvPr id="296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86C0C9F-9925-434B-A890-403E98DF183F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041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041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70565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05C996-A182-4546-ACAA-D31D73E0E6B3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90</a:t>
            </a:fld>
            <a:endParaRPr lang="en-US" altLang="en-US"/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A8AE4A1-A6F1-44C1-8F4F-B51023924479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144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4494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165ACAD-6C33-44AD-84CA-FA2BEEB3EB7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91</a:t>
            </a:fld>
            <a:endParaRPr lang="en-US" altLang="en-US"/>
          </a:p>
        </p:txBody>
      </p:sp>
      <p:sp>
        <p:nvSpPr>
          <p:cNvPr id="337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5A7D2D7-5377-48D3-85C3-C93D85E051DD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246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31122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92F403-2EB4-4C5F-A11D-B22381965D09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92</a:t>
            </a:fld>
            <a:endParaRPr lang="en-US" altLang="en-US"/>
          </a:p>
        </p:txBody>
      </p:sp>
      <p:sp>
        <p:nvSpPr>
          <p:cNvPr id="3584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9563543-2210-4088-9567-816EECF6D18B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349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349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44551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C63767-80C2-4D5B-BC6A-92AD6A35BC9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93</a:t>
            </a:fld>
            <a:endParaRPr lang="en-US" altLang="en-US"/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7FCBC8F-5065-4DA9-B302-F3037AA595C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451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451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32155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7304D10-FBA3-4151-A30E-0499871062CB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94</a:t>
            </a:fld>
            <a:endParaRPr lang="en-US" altLang="en-US"/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5BD2611-6B6D-4374-9932-13ACB993CC0F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553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553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44571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181E58-7815-4952-9F76-98F13A0E67A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95</a:t>
            </a:fld>
            <a:endParaRPr lang="en-US" altLang="en-US"/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6334EF5-714E-4C93-B7D3-01AFC012C62F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656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656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1946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B816CD-24E5-4A91-956C-655EB81237ED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96</a:t>
            </a:fld>
            <a:endParaRPr lang="en-US" altLang="en-US"/>
          </a:p>
        </p:txBody>
      </p:sp>
      <p:sp>
        <p:nvSpPr>
          <p:cNvPr id="4403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648EAE1-9AB5-4975-973F-FBD814B20A5A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758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758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02716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E07D87-8FB3-4ED6-B189-9D3417F2875A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97</a:t>
            </a:fld>
            <a:endParaRPr lang="en-US" altLang="en-US"/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84540E4-BFDA-4B85-A7D5-C1DF6E4674C9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861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861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47044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5248D3-B6D9-40D3-994E-03D8DE7EECF2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98</a:t>
            </a:fld>
            <a:endParaRPr lang="en-US" altLang="en-US"/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5D1F334-DC86-40A3-A944-403C1E62A60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963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963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44000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9CA4EA-9544-42A7-8E3E-B797A1480844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99</a:t>
            </a:fld>
            <a:endParaRPr lang="en-US" altLang="en-US"/>
          </a:p>
        </p:txBody>
      </p:sp>
      <p:sp>
        <p:nvSpPr>
          <p:cNvPr id="5017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6770940-50A3-4382-BB09-C8CA84FDC08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065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065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34032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958BF0-CCB4-4236-8B00-6EB0F0F7D73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100</a:t>
            </a:fld>
            <a:endParaRPr lang="en-US" altLang="en-US"/>
          </a:p>
        </p:txBody>
      </p:sp>
      <p:sp>
        <p:nvSpPr>
          <p:cNvPr id="5222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9FCEA63-6B35-4E46-8317-2853985FB69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68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168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4730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19479F-BC86-4227-B6F9-6361237748D0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101</a:t>
            </a:fld>
            <a:endParaRPr lang="en-US" altLang="en-US"/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75D6BB0-73AD-4FE8-BB00-0D37892AA0D4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270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270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7182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66414E-180B-457C-9674-226A257ABCCF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102</a:t>
            </a:fld>
            <a:endParaRPr lang="en-US" altLang="en-US"/>
          </a:p>
        </p:txBody>
      </p:sp>
      <p:sp>
        <p:nvSpPr>
          <p:cNvPr id="5632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ABBEBBA-6B0C-4FF1-94BB-EB0D5DDE375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373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373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06914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82BEDB-6090-489A-963A-DAF1BCACC6EC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103</a:t>
            </a:fld>
            <a:endParaRPr lang="en-US" altLang="en-US"/>
          </a:p>
        </p:txBody>
      </p:sp>
      <p:sp>
        <p:nvSpPr>
          <p:cNvPr id="583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466FC80-F5AF-47E4-A54A-D9EF1ADE2AF2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475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475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77295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EF3E0F-EBD6-482F-9A56-195E2A8FE306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104</a:t>
            </a:fld>
            <a:endParaRPr lang="en-US" altLang="en-US"/>
          </a:p>
        </p:txBody>
      </p:sp>
      <p:sp>
        <p:nvSpPr>
          <p:cNvPr id="604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65EAC5A-E970-4B65-8B15-F9922B3FDD2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577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577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57908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33F47F-16BC-4746-9373-C5F98C009502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105</a:t>
            </a:fld>
            <a:endParaRPr lang="en-US" altLang="en-US"/>
          </a:p>
        </p:txBody>
      </p:sp>
      <p:sp>
        <p:nvSpPr>
          <p:cNvPr id="624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5F9B1F1-636B-4D00-A9C5-A675F1C2F25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680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7859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6F0B5D-41A3-4A7A-80C2-1B779AEE884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106</a:t>
            </a:fld>
            <a:endParaRPr lang="en-US" altLang="en-US"/>
          </a:p>
        </p:txBody>
      </p:sp>
      <p:sp>
        <p:nvSpPr>
          <p:cNvPr id="645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5CE202D-D0DA-41B9-AC86-995497BEA3E6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782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782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29538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7679AE-8FEB-43B5-8B1A-8A9E5C99974B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107</a:t>
            </a:fld>
            <a:endParaRPr lang="en-US" altLang="en-US"/>
          </a:p>
        </p:txBody>
      </p:sp>
      <p:sp>
        <p:nvSpPr>
          <p:cNvPr id="665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EBFD8DA-A937-45C2-9A7B-05372A6F0404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885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885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61495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1DDA68-5EC8-4D4D-8B30-ADC5D43711D1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108</a:t>
            </a:fld>
            <a:endParaRPr lang="en-US" altLang="en-US"/>
          </a:p>
        </p:txBody>
      </p:sp>
      <p:sp>
        <p:nvSpPr>
          <p:cNvPr id="6861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438CA59-270D-4619-857B-514B4D4720E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987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987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82768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2108B4-57E8-42C8-A59E-BF1703C94BF0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109</a:t>
            </a:fld>
            <a:endParaRPr lang="en-US" altLang="en-US"/>
          </a:p>
        </p:txBody>
      </p:sp>
      <p:sp>
        <p:nvSpPr>
          <p:cNvPr id="706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3DC0DC6-ACEA-44B5-909A-3F9EFE71A42F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89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089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63972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6270A10-89F6-4C33-8D9B-13B16042FD7D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110</a:t>
            </a:fld>
            <a:endParaRPr lang="en-US" altLang="en-US"/>
          </a:p>
        </p:txBody>
      </p:sp>
      <p:sp>
        <p:nvSpPr>
          <p:cNvPr id="7270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99527C9-F235-41DC-9D11-4AC4C4684D70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2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192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73975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5FCF29-6733-4BB7-9172-78B86A85FE1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111</a:t>
            </a:fld>
            <a:endParaRPr lang="en-US" altLang="en-US"/>
          </a:p>
        </p:txBody>
      </p:sp>
      <p:sp>
        <p:nvSpPr>
          <p:cNvPr id="7475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71CF74A-092F-4142-A13E-2C62BFC0998D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294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294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21812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5F82DC-6C5B-4A6F-BC55-E91E12C4B573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112</a:t>
            </a:fld>
            <a:endParaRPr lang="en-US" altLang="en-US"/>
          </a:p>
        </p:txBody>
      </p:sp>
      <p:sp>
        <p:nvSpPr>
          <p:cNvPr id="768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B162063-BC2E-427A-BD20-A975FDBCE63F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397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397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85577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FF7DBF-5E89-4B2A-ABC7-1E3C4E53A262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113</a:t>
            </a:fld>
            <a:endParaRPr lang="en-US" altLang="en-US"/>
          </a:p>
        </p:txBody>
      </p:sp>
      <p:sp>
        <p:nvSpPr>
          <p:cNvPr id="788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95D3486-E426-4823-BEB5-744E5ABB3EA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499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499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186667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297C88-542F-4C5F-ADE6-53F62E7AB65D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114</a:t>
            </a:fld>
            <a:endParaRPr lang="en-US" altLang="en-US"/>
          </a:p>
        </p:txBody>
      </p:sp>
      <p:sp>
        <p:nvSpPr>
          <p:cNvPr id="808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2BB6CE3-8D10-4F5D-BC80-7D32EEC2B0F9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601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601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42418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76FDA7-BCA8-40F6-8B39-66AA577033B1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115</a:t>
            </a:fld>
            <a:endParaRPr lang="en-US" altLang="en-US"/>
          </a:p>
        </p:txBody>
      </p:sp>
      <p:sp>
        <p:nvSpPr>
          <p:cNvPr id="829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74BAE0D-54DD-4973-8EC4-7BC519CDC7E0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704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704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019335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ACBE1ED-FC0B-409F-B1F0-CB4934AA2F2C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116</a:t>
            </a:fld>
            <a:endParaRPr lang="en-US" altLang="en-US"/>
          </a:p>
        </p:txBody>
      </p:sp>
      <p:sp>
        <p:nvSpPr>
          <p:cNvPr id="849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A989E0D-468C-4D77-BF7C-44BAC98B779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806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806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72613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754360-BDDD-45D6-9E53-25869FF46F34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117</a:t>
            </a:fld>
            <a:endParaRPr lang="en-US" altLang="en-US"/>
          </a:p>
        </p:txBody>
      </p:sp>
      <p:sp>
        <p:nvSpPr>
          <p:cNvPr id="8704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EB08D9D-6BF4-4836-A3A5-A4BD2872CD7B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909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909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30658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380A1C-9939-43BF-88D0-4CC45D5B168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118</a:t>
            </a:fld>
            <a:endParaRPr lang="en-US" altLang="en-US"/>
          </a:p>
        </p:txBody>
      </p:sp>
      <p:sp>
        <p:nvSpPr>
          <p:cNvPr id="8909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FBD4384-B6CD-47EC-AAC4-5F573543C764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1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011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74283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A172C9-2043-4A9A-B6EF-957A9EF91F5A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119</a:t>
            </a:fld>
            <a:endParaRPr lang="en-US" altLang="en-US"/>
          </a:p>
        </p:txBody>
      </p:sp>
      <p:sp>
        <p:nvSpPr>
          <p:cNvPr id="9113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D14F749-C923-4EE9-86BA-142410178FC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Text Box 2"/>
          <p:cNvSpPr txBox="1">
            <a:spLocks noGrp="1" noChangeArrowheads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" name="Text Box 2"/>
          <p:cNvSpPr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7245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B51578DA-7B9C-43E0-991C-E11865FEB51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67DF09A-02C6-49EB-AA6E-9C7EDCFBBDFA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22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147539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710D8B9-79BA-4C21-A858-A2CD510AFB8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538803E-1A8C-4123-8D4B-44F9B08ED40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26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569930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2B37571-92F2-45F8-8251-A5A943F4BBD4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22DCE6-A0B9-4E44-9291-B49C77544FD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331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189559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B839031-FCE1-4B21-8531-FA0FF5179F9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9CBC1D5-728A-4CDE-B567-E3216523CF9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536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1131014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5324FBC-D123-4257-BCB7-010677770E2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3E0930F-9D78-4197-9B35-9F612AAE07E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41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178952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CA1D939-B8BF-4253-AEE2-153F4212AE3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302D436-AC7A-4CEE-9412-BACFB581847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946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5519990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BC353856-087F-4848-ACDF-2BE5045A230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A0B72CC-5005-42BB-9860-E75FB389E8A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150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9206029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A39720C-EFAD-44AF-8DB8-FB615FE4F63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DC2DCC5-01CA-4A0A-9CEF-172B586B659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355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5293565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64E868D-0414-49D3-8E96-53E7BF2A157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2DCCA17-3F53-44C6-934F-9A3D1EB0C66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560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256037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35003716-DAD3-40CB-8D2A-7B41589A13C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42DF92E-B4E2-4630-8812-6AE7CE4A931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765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289656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787B427E-0557-4CA9-9E98-E1E16CC3BC4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381FB81-9327-405F-8942-D32A9D28C13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970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232476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19A9070F-1402-4CD3-B6C7-079184D7C6A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4422B56-C454-49BD-855E-D8E101C7B0B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174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6377839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465D502-120A-424E-B8A8-719F54BC141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8CC8CD0-57A9-4A82-AD51-10DE94EA20C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379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18154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DBFB68D0-5D31-490A-8BF7-B25246A0091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B54F774-A181-423C-88EF-8436DEB84309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584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9888168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FBA6505-7EF3-403E-A5FF-BF76FB74E7F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535CB51-1BBA-498D-9164-B6391176872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789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297755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0466130-DAB1-4D7A-891B-15A167E0FA7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44ED6D4-423F-4F0C-BB2C-AD5DC6559B9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994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3946078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771E1B7-88F4-414D-AC0F-4B59E44EFFA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82480CA-0F1C-4787-941F-0C6CAED65FB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198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776781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23F6EC7-7DE6-4A0D-9523-43934786DA7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3A00A6E-9CC0-44B4-9401-267E67374DF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403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527195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C7AE5599-943F-4F75-BD8B-AF0EC22546E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0511AF3-3BC2-495C-803A-1772767F74D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608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3260457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7721170F-9548-49FF-B5DB-BDCE6346832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D3824C9-D566-4C33-8994-79C5D640802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813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0298529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2245BBD-3B88-45CA-861B-6B792193C49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7928874-C823-433A-B397-AEAB6C8AC48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8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8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3661090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7F63ADDD-2C63-47F4-9093-6F4B05DF0B0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136FD22-C775-481F-A4F1-85994B0F700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222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52174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A6B14D5-D47F-4541-931F-C3FC356720C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D009748-C64A-4BA8-BB52-D1842BF5CCAA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427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79108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68324C6-2AE5-4B9F-925B-FB619BAFC18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43D1F0D-2C06-42C8-9114-529BDE44E62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342358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CED8EB02-4B73-4D41-AF3C-F47B4FAFA4F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FD83458-20FA-44C0-8D7A-38CF64B130B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22854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D7F7C9F-C85A-4C46-AB71-77D96D0ABA6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112AFEC-8EFB-4902-B766-B64F0E7CBB9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042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2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12581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E9D4516B-CBDD-444F-9BA2-145407D7F44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51FE797-D300-44C9-9D2A-FDADFC70D88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246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921779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BB565AF-23F4-4982-901C-AC5D0D4FB52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55D4C2F-7146-40A8-AD5A-548C7974B08A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451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760619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CEAF062-5D2B-4A42-AE8A-F7F9AFFBC33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A38A527-C9B8-4B7B-BE76-0BBAF0EFC78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656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629382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D2F07433-BEAC-424D-9C6D-060F49C917E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DDCFD06-7802-4537-A2A4-BBF0F64E044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861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589805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7445E1E2-54F8-49CE-AFAE-435024CC2CA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150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8E1440C-E076-4565-9467-38432FA42DC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066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066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3055357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D1B3216-5EAA-485E-B9C0-38D71871579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151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E652177-D84A-40B7-9F98-6149A802F59A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270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270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3021933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1E601CD7-D5CE-4DB7-8A6B-1445A60756D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152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A67BA79-D0D3-42AF-B1EA-99363AAAC5D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475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475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8669160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24EA654-BABC-4312-9AF3-11CDF562128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153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AD82299-E0A5-40D1-987E-CB4998CBD83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680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680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2114567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5FDFFF19-2AC5-4D42-B1EE-4D473353AB6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154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5B27E61-31E0-4A55-B1FF-458A7B1B0DD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885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885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5992506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C834E970-DBD4-45E1-98A7-ED4BC6F4C82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155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8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23EF1B4-5D57-4D7E-BEC7-3D8B1D63A42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090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2017693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03DE922-58D3-4A3F-933E-2A9812F7723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156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18A2B36-7D35-4592-88B1-EBAA6029D43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294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294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2356559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D9DB83E-AED0-4D95-80D3-8870628D0D1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157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47AC634-E92B-43D7-83B5-C9014752E72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499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879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62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35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96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52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3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70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47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97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11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316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79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46EDD-3B10-43C8-B1FC-B612A1C0EBA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9B1FF-9273-4C1B-9A6B-F6FE0CA139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64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png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2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4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69.xml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47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70.xml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png"/><Relationship Id="rId5" Type="http://schemas.openxmlformats.org/officeDocument/2006/relationships/image" Target="../media/image48.png"/><Relationship Id="rId4" Type="http://schemas.openxmlformats.org/officeDocument/2006/relationships/oleObject" Target="../embeddings/oleObject8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.png"/><Relationship Id="rId4" Type="http://schemas.openxmlformats.org/officeDocument/2006/relationships/image" Target="../media/image5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5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114.xml"/><Relationship Id="rId7" Type="http://schemas.openxmlformats.org/officeDocument/2006/relationships/image" Target="../media/image67.png"/><Relationship Id="rId12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69.png"/><Relationship Id="rId5" Type="http://schemas.openxmlformats.org/officeDocument/2006/relationships/image" Target="../media/image66.png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6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6.png"/><Relationship Id="rId5" Type="http://schemas.openxmlformats.org/officeDocument/2006/relationships/image" Target="../media/image67.png"/><Relationship Id="rId4" Type="http://schemas.openxmlformats.org/officeDocument/2006/relationships/oleObject" Target="../embeddings/oleObject16.bin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6.png"/><Relationship Id="rId5" Type="http://schemas.openxmlformats.org/officeDocument/2006/relationships/image" Target="../media/image68.png"/><Relationship Id="rId4" Type="http://schemas.openxmlformats.org/officeDocument/2006/relationships/oleObject" Target="../embeddings/oleObject17.bin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png"/><Relationship Id="rId5" Type="http://schemas.openxmlformats.org/officeDocument/2006/relationships/image" Target="../media/image69.png"/><Relationship Id="rId4" Type="http://schemas.openxmlformats.org/officeDocument/2006/relationships/oleObject" Target="../embeddings/oleObject18.bin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19.bin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4.xml"/><Relationship Id="rId7" Type="http://schemas.openxmlformats.org/officeDocument/2006/relationships/image" Target="../media/image7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72.png"/><Relationship Id="rId4" Type="http://schemas.openxmlformats.org/officeDocument/2006/relationships/oleObject" Target="../embeddings/oleObject20.bin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74.wmf"/><Relationship Id="rId4" Type="http://schemas.openxmlformats.org/officeDocument/2006/relationships/oleObject" Target="../embeddings/oleObject22.bin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6.xml"/><Relationship Id="rId7" Type="http://schemas.openxmlformats.org/officeDocument/2006/relationships/image" Target="../media/image7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75.png"/><Relationship Id="rId4" Type="http://schemas.openxmlformats.org/officeDocument/2006/relationships/oleObject" Target="../embeddings/oleObject23.bin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128.xml"/><Relationship Id="rId7" Type="http://schemas.openxmlformats.org/officeDocument/2006/relationships/image" Target="../media/image7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77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79.wmf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notesSlide" Target="../notesSlides/notesSlide129.xml"/><Relationship Id="rId7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80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82.wmf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1.xml"/><Relationship Id="rId7" Type="http://schemas.openxmlformats.org/officeDocument/2006/relationships/image" Target="../media/image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2.png"/><Relationship Id="rId4" Type="http://schemas.openxmlformats.org/officeDocument/2006/relationships/image" Target="../media/image83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88.wmf"/><Relationship Id="rId3" Type="http://schemas.openxmlformats.org/officeDocument/2006/relationships/notesSlide" Target="../notesSlides/notesSlide134.xml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84.wmf"/><Relationship Id="rId5" Type="http://schemas.openxmlformats.org/officeDocument/2006/relationships/image" Target="../media/image85.wmf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37.bin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91.wmf"/><Relationship Id="rId4" Type="http://schemas.openxmlformats.org/officeDocument/2006/relationships/oleObject" Target="../embeddings/oleObject38.bin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notesSlide" Target="../notesSlides/notesSlide139.xml"/><Relationship Id="rId7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95.wmf"/><Relationship Id="rId5" Type="http://schemas.openxmlformats.org/officeDocument/2006/relationships/image" Target="../media/image92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94.wmf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8.xml"/><Relationship Id="rId7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43.bin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2147" y="2428649"/>
            <a:ext cx="10829109" cy="889317"/>
          </a:xfrm>
        </p:spPr>
        <p:txBody>
          <a:bodyPr>
            <a:normAutofit/>
          </a:bodyPr>
          <a:lstStyle/>
          <a:p>
            <a:r>
              <a:rPr lang="en-GB" sz="4000" b="1" dirty="0" smtClean="0"/>
              <a:t>Image </a:t>
            </a:r>
            <a:r>
              <a:rPr lang="en-GB" sz="4000" b="1" dirty="0"/>
              <a:t>Enhancement and Filter in </a:t>
            </a:r>
            <a:r>
              <a:rPr lang="en-GB" sz="4000" b="1" dirty="0" smtClean="0"/>
              <a:t>Spatial Domain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785116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What Is Image Enhancement?</a:t>
            </a:r>
          </a:p>
        </p:txBody>
      </p:sp>
      <p:sp>
        <p:nvSpPr>
          <p:cNvPr id="9421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Image enhancement is the process of making images more useful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reasons for doing this include: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Highlighting interesting detail in images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Removing noise from images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Making images more visually appealing</a:t>
            </a:r>
          </a:p>
        </p:txBody>
      </p:sp>
    </p:spTree>
    <p:extLst>
      <p:ext uri="{BB962C8B-B14F-4D97-AF65-F5344CB8AC3E}">
        <p14:creationId xmlns:p14="http://schemas.microsoft.com/office/powerpoint/2010/main" val="19562725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Enhancement Examples</a:t>
            </a:r>
          </a:p>
        </p:txBody>
      </p:sp>
      <p:pic>
        <p:nvPicPr>
          <p:cNvPr id="962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006" b="50418"/>
          <a:stretch>
            <a:fillRect/>
          </a:stretch>
        </p:blipFill>
        <p:spPr bwMode="auto">
          <a:xfrm>
            <a:off x="1792288" y="1603375"/>
            <a:ext cx="3613150" cy="478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07" r="60652"/>
          <a:stretch>
            <a:fillRect/>
          </a:stretch>
        </p:blipFill>
        <p:spPr bwMode="auto">
          <a:xfrm>
            <a:off x="6799263" y="1619250"/>
            <a:ext cx="3624262" cy="478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1" name="AutoShape 4"/>
          <p:cNvSpPr>
            <a:spLocks noChangeArrowheads="1"/>
          </p:cNvSpPr>
          <p:nvPr/>
        </p:nvSpPr>
        <p:spPr bwMode="auto">
          <a:xfrm>
            <a:off x="5476875" y="3679825"/>
            <a:ext cx="1322388" cy="636588"/>
          </a:xfrm>
          <a:prstGeom prst="rightArrow">
            <a:avLst>
              <a:gd name="adj1" fmla="val 50000"/>
              <a:gd name="adj2" fmla="val 51933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96262" name="Group 5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96263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64" name="Rectangle 7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40568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Image Enhancement Examples (cont…)</a:t>
            </a:r>
          </a:p>
        </p:txBody>
      </p:sp>
      <p:pic>
        <p:nvPicPr>
          <p:cNvPr id="9830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72" t="49884"/>
          <a:stretch>
            <a:fillRect/>
          </a:stretch>
        </p:blipFill>
        <p:spPr bwMode="auto">
          <a:xfrm>
            <a:off x="6948489" y="1281114"/>
            <a:ext cx="3451225" cy="551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20" b="50052"/>
          <a:stretch>
            <a:fillRect/>
          </a:stretch>
        </p:blipFill>
        <p:spPr bwMode="auto">
          <a:xfrm>
            <a:off x="1762126" y="1281114"/>
            <a:ext cx="3451225" cy="550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9" name="AutoShape 4"/>
          <p:cNvSpPr>
            <a:spLocks noChangeArrowheads="1"/>
          </p:cNvSpPr>
          <p:nvPr/>
        </p:nvSpPr>
        <p:spPr bwMode="auto">
          <a:xfrm>
            <a:off x="5245100" y="3663951"/>
            <a:ext cx="1633538" cy="847725"/>
          </a:xfrm>
          <a:prstGeom prst="rightArrow">
            <a:avLst>
              <a:gd name="adj1" fmla="val 50000"/>
              <a:gd name="adj2" fmla="val 48174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98310" name="Group 5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98311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8312" name="Rectangle 7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72480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Image Enhancement Examples (cont…)</a:t>
            </a:r>
          </a:p>
        </p:txBody>
      </p:sp>
      <p:pic>
        <p:nvPicPr>
          <p:cNvPr id="10035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30" b="29718"/>
          <a:stretch>
            <a:fillRect/>
          </a:stretch>
        </p:blipFill>
        <p:spPr bwMode="auto">
          <a:xfrm>
            <a:off x="1738313" y="2020888"/>
            <a:ext cx="4043362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08" b="29718"/>
          <a:stretch>
            <a:fillRect/>
          </a:stretch>
        </p:blipFill>
        <p:spPr bwMode="auto">
          <a:xfrm>
            <a:off x="6551614" y="1963738"/>
            <a:ext cx="4116387" cy="395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7" name="AutoShape 4"/>
          <p:cNvSpPr>
            <a:spLocks noChangeArrowheads="1"/>
          </p:cNvSpPr>
          <p:nvPr/>
        </p:nvSpPr>
        <p:spPr bwMode="auto">
          <a:xfrm>
            <a:off x="5810251" y="3721100"/>
            <a:ext cx="682625" cy="501650"/>
          </a:xfrm>
          <a:prstGeom prst="rightArrow">
            <a:avLst>
              <a:gd name="adj1" fmla="val 50000"/>
              <a:gd name="adj2" fmla="val 34019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100358" name="Group 5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00359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0360" name="Rectangle 7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65314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Image Enhancement Examples (cont…)</a:t>
            </a:r>
          </a:p>
        </p:txBody>
      </p:sp>
      <p:sp>
        <p:nvSpPr>
          <p:cNvPr id="10240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10240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01"/>
          <a:stretch>
            <a:fillRect/>
          </a:stretch>
        </p:blipFill>
        <p:spPr bwMode="auto">
          <a:xfrm>
            <a:off x="1774826" y="1320800"/>
            <a:ext cx="8797925" cy="551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405" name="Group 4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02406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07" name="Rectangle 6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63840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&amp; Frequency Domains</a:t>
            </a:r>
          </a:p>
        </p:txBody>
      </p:sp>
      <p:sp>
        <p:nvSpPr>
          <p:cNvPr id="10445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27138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There are two broad categories of image enhancement techniques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Spatial domain techniques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Direct manipulation of image pixels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Frequency domain techniques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Manipulation of Fourier transform or wavelet transform of an image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For the moment we will concentrate on techniques that operate in the spatial domain</a:t>
            </a:r>
          </a:p>
        </p:txBody>
      </p:sp>
    </p:spTree>
    <p:extLst>
      <p:ext uri="{BB962C8B-B14F-4D97-AF65-F5344CB8AC3E}">
        <p14:creationId xmlns:p14="http://schemas.microsoft.com/office/powerpoint/2010/main" val="32022396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Basic Spatial Domain Image Enhancement</a:t>
            </a:r>
          </a:p>
        </p:txBody>
      </p:sp>
      <p:grpSp>
        <p:nvGrpSpPr>
          <p:cNvPr id="106499" name="Group 2"/>
          <p:cNvGrpSpPr>
            <a:grpSpLocks/>
          </p:cNvGrpSpPr>
          <p:nvPr/>
        </p:nvGrpSpPr>
        <p:grpSpPr bwMode="auto">
          <a:xfrm>
            <a:off x="5842001" y="2327276"/>
            <a:ext cx="5043489" cy="4113213"/>
            <a:chOff x="2720" y="1466"/>
            <a:chExt cx="3177" cy="2591"/>
          </a:xfrm>
        </p:grpSpPr>
        <p:grpSp>
          <p:nvGrpSpPr>
            <p:cNvPr id="106501" name="Group 3"/>
            <p:cNvGrpSpPr>
              <a:grpSpLocks/>
            </p:cNvGrpSpPr>
            <p:nvPr/>
          </p:nvGrpSpPr>
          <p:grpSpPr bwMode="auto">
            <a:xfrm>
              <a:off x="3053" y="1698"/>
              <a:ext cx="2277" cy="2127"/>
              <a:chOff x="3053" y="1698"/>
              <a:chExt cx="2277" cy="2127"/>
            </a:xfrm>
          </p:grpSpPr>
          <p:sp>
            <p:nvSpPr>
              <p:cNvPr id="106520" name="Rectangle 4"/>
              <p:cNvSpPr>
                <a:spLocks noChangeArrowheads="1"/>
              </p:cNvSpPr>
              <p:nvPr/>
            </p:nvSpPr>
            <p:spPr bwMode="auto">
              <a:xfrm>
                <a:off x="3053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21" name="Rectangle 5"/>
              <p:cNvSpPr>
                <a:spLocks noChangeArrowheads="1"/>
              </p:cNvSpPr>
              <p:nvPr/>
            </p:nvSpPr>
            <p:spPr bwMode="auto">
              <a:xfrm>
                <a:off x="3197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22" name="Rectangle 6"/>
              <p:cNvSpPr>
                <a:spLocks noChangeArrowheads="1"/>
              </p:cNvSpPr>
              <p:nvPr/>
            </p:nvSpPr>
            <p:spPr bwMode="auto">
              <a:xfrm>
                <a:off x="3341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23" name="Rectangle 7"/>
              <p:cNvSpPr>
                <a:spLocks noChangeArrowheads="1"/>
              </p:cNvSpPr>
              <p:nvPr/>
            </p:nvSpPr>
            <p:spPr bwMode="auto">
              <a:xfrm>
                <a:off x="3485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24" name="Rectangle 8"/>
              <p:cNvSpPr>
                <a:spLocks noChangeArrowheads="1"/>
              </p:cNvSpPr>
              <p:nvPr/>
            </p:nvSpPr>
            <p:spPr bwMode="auto">
              <a:xfrm>
                <a:off x="3627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25" name="Rectangle 9"/>
              <p:cNvSpPr>
                <a:spLocks noChangeArrowheads="1"/>
              </p:cNvSpPr>
              <p:nvPr/>
            </p:nvSpPr>
            <p:spPr bwMode="auto">
              <a:xfrm>
                <a:off x="3766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26" name="Rectangle 10"/>
              <p:cNvSpPr>
                <a:spLocks noChangeArrowheads="1"/>
              </p:cNvSpPr>
              <p:nvPr/>
            </p:nvSpPr>
            <p:spPr bwMode="auto">
              <a:xfrm>
                <a:off x="3910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27" name="Rectangle 11"/>
              <p:cNvSpPr>
                <a:spLocks noChangeArrowheads="1"/>
              </p:cNvSpPr>
              <p:nvPr/>
            </p:nvSpPr>
            <p:spPr bwMode="auto">
              <a:xfrm>
                <a:off x="4054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28" name="Rectangle 12"/>
              <p:cNvSpPr>
                <a:spLocks noChangeArrowheads="1"/>
              </p:cNvSpPr>
              <p:nvPr/>
            </p:nvSpPr>
            <p:spPr bwMode="auto">
              <a:xfrm>
                <a:off x="4198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29" name="Rectangle 13"/>
              <p:cNvSpPr>
                <a:spLocks noChangeArrowheads="1"/>
              </p:cNvSpPr>
              <p:nvPr/>
            </p:nvSpPr>
            <p:spPr bwMode="auto">
              <a:xfrm>
                <a:off x="4337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0" name="Rectangle 14"/>
              <p:cNvSpPr>
                <a:spLocks noChangeArrowheads="1"/>
              </p:cNvSpPr>
              <p:nvPr/>
            </p:nvSpPr>
            <p:spPr bwMode="auto">
              <a:xfrm>
                <a:off x="3053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1" name="Rectangle 15"/>
              <p:cNvSpPr>
                <a:spLocks noChangeArrowheads="1"/>
              </p:cNvSpPr>
              <p:nvPr/>
            </p:nvSpPr>
            <p:spPr bwMode="auto">
              <a:xfrm>
                <a:off x="3197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2" name="Rectangle 16"/>
              <p:cNvSpPr>
                <a:spLocks noChangeArrowheads="1"/>
              </p:cNvSpPr>
              <p:nvPr/>
            </p:nvSpPr>
            <p:spPr bwMode="auto">
              <a:xfrm>
                <a:off x="3341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3" name="Rectangle 17"/>
              <p:cNvSpPr>
                <a:spLocks noChangeArrowheads="1"/>
              </p:cNvSpPr>
              <p:nvPr/>
            </p:nvSpPr>
            <p:spPr bwMode="auto">
              <a:xfrm>
                <a:off x="3485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4" name="Rectangle 18"/>
              <p:cNvSpPr>
                <a:spLocks noChangeArrowheads="1"/>
              </p:cNvSpPr>
              <p:nvPr/>
            </p:nvSpPr>
            <p:spPr bwMode="auto">
              <a:xfrm>
                <a:off x="3627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5" name="Rectangle 19"/>
              <p:cNvSpPr>
                <a:spLocks noChangeArrowheads="1"/>
              </p:cNvSpPr>
              <p:nvPr/>
            </p:nvSpPr>
            <p:spPr bwMode="auto">
              <a:xfrm>
                <a:off x="3766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6" name="Rectangle 20"/>
              <p:cNvSpPr>
                <a:spLocks noChangeArrowheads="1"/>
              </p:cNvSpPr>
              <p:nvPr/>
            </p:nvSpPr>
            <p:spPr bwMode="auto">
              <a:xfrm>
                <a:off x="3910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7" name="Rectangle 21"/>
              <p:cNvSpPr>
                <a:spLocks noChangeArrowheads="1"/>
              </p:cNvSpPr>
              <p:nvPr/>
            </p:nvSpPr>
            <p:spPr bwMode="auto">
              <a:xfrm>
                <a:off x="4054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8" name="Rectangle 22"/>
              <p:cNvSpPr>
                <a:spLocks noChangeArrowheads="1"/>
              </p:cNvSpPr>
              <p:nvPr/>
            </p:nvSpPr>
            <p:spPr bwMode="auto">
              <a:xfrm>
                <a:off x="4198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39" name="Rectangle 23"/>
              <p:cNvSpPr>
                <a:spLocks noChangeArrowheads="1"/>
              </p:cNvSpPr>
              <p:nvPr/>
            </p:nvSpPr>
            <p:spPr bwMode="auto">
              <a:xfrm>
                <a:off x="4337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0" name="Rectangle 24"/>
              <p:cNvSpPr>
                <a:spLocks noChangeArrowheads="1"/>
              </p:cNvSpPr>
              <p:nvPr/>
            </p:nvSpPr>
            <p:spPr bwMode="auto">
              <a:xfrm>
                <a:off x="3053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1" name="Rectangle 25"/>
              <p:cNvSpPr>
                <a:spLocks noChangeArrowheads="1"/>
              </p:cNvSpPr>
              <p:nvPr/>
            </p:nvSpPr>
            <p:spPr bwMode="auto">
              <a:xfrm>
                <a:off x="3197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2" name="Rectangle 26"/>
              <p:cNvSpPr>
                <a:spLocks noChangeArrowheads="1"/>
              </p:cNvSpPr>
              <p:nvPr/>
            </p:nvSpPr>
            <p:spPr bwMode="auto">
              <a:xfrm>
                <a:off x="3341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3" name="Rectangle 27"/>
              <p:cNvSpPr>
                <a:spLocks noChangeArrowheads="1"/>
              </p:cNvSpPr>
              <p:nvPr/>
            </p:nvSpPr>
            <p:spPr bwMode="auto">
              <a:xfrm>
                <a:off x="3485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4" name="Rectangle 28"/>
              <p:cNvSpPr>
                <a:spLocks noChangeArrowheads="1"/>
              </p:cNvSpPr>
              <p:nvPr/>
            </p:nvSpPr>
            <p:spPr bwMode="auto">
              <a:xfrm>
                <a:off x="3627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5" name="Rectangle 29"/>
              <p:cNvSpPr>
                <a:spLocks noChangeArrowheads="1"/>
              </p:cNvSpPr>
              <p:nvPr/>
            </p:nvSpPr>
            <p:spPr bwMode="auto">
              <a:xfrm>
                <a:off x="3766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6" name="Rectangle 30"/>
              <p:cNvSpPr>
                <a:spLocks noChangeArrowheads="1"/>
              </p:cNvSpPr>
              <p:nvPr/>
            </p:nvSpPr>
            <p:spPr bwMode="auto">
              <a:xfrm>
                <a:off x="3910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7" name="Rectangle 31"/>
              <p:cNvSpPr>
                <a:spLocks noChangeArrowheads="1"/>
              </p:cNvSpPr>
              <p:nvPr/>
            </p:nvSpPr>
            <p:spPr bwMode="auto">
              <a:xfrm>
                <a:off x="4054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8" name="Rectangle 32"/>
              <p:cNvSpPr>
                <a:spLocks noChangeArrowheads="1"/>
              </p:cNvSpPr>
              <p:nvPr/>
            </p:nvSpPr>
            <p:spPr bwMode="auto">
              <a:xfrm>
                <a:off x="4198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49" name="Rectangle 33"/>
              <p:cNvSpPr>
                <a:spLocks noChangeArrowheads="1"/>
              </p:cNvSpPr>
              <p:nvPr/>
            </p:nvSpPr>
            <p:spPr bwMode="auto">
              <a:xfrm>
                <a:off x="4337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0" name="Rectangle 34"/>
              <p:cNvSpPr>
                <a:spLocks noChangeArrowheads="1"/>
              </p:cNvSpPr>
              <p:nvPr/>
            </p:nvSpPr>
            <p:spPr bwMode="auto">
              <a:xfrm>
                <a:off x="3053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1" name="Rectangle 35"/>
              <p:cNvSpPr>
                <a:spLocks noChangeArrowheads="1"/>
              </p:cNvSpPr>
              <p:nvPr/>
            </p:nvSpPr>
            <p:spPr bwMode="auto">
              <a:xfrm>
                <a:off x="3197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2" name="Rectangle 36"/>
              <p:cNvSpPr>
                <a:spLocks noChangeArrowheads="1"/>
              </p:cNvSpPr>
              <p:nvPr/>
            </p:nvSpPr>
            <p:spPr bwMode="auto">
              <a:xfrm>
                <a:off x="3341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3" name="Rectangle 37"/>
              <p:cNvSpPr>
                <a:spLocks noChangeArrowheads="1"/>
              </p:cNvSpPr>
              <p:nvPr/>
            </p:nvSpPr>
            <p:spPr bwMode="auto">
              <a:xfrm>
                <a:off x="3485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4" name="Rectangle 38"/>
              <p:cNvSpPr>
                <a:spLocks noChangeArrowheads="1"/>
              </p:cNvSpPr>
              <p:nvPr/>
            </p:nvSpPr>
            <p:spPr bwMode="auto">
              <a:xfrm>
                <a:off x="3627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5" name="Rectangle 39"/>
              <p:cNvSpPr>
                <a:spLocks noChangeArrowheads="1"/>
              </p:cNvSpPr>
              <p:nvPr/>
            </p:nvSpPr>
            <p:spPr bwMode="auto">
              <a:xfrm>
                <a:off x="3766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6" name="Rectangle 40"/>
              <p:cNvSpPr>
                <a:spLocks noChangeArrowheads="1"/>
              </p:cNvSpPr>
              <p:nvPr/>
            </p:nvSpPr>
            <p:spPr bwMode="auto">
              <a:xfrm>
                <a:off x="3910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7" name="Rectangle 41"/>
              <p:cNvSpPr>
                <a:spLocks noChangeArrowheads="1"/>
              </p:cNvSpPr>
              <p:nvPr/>
            </p:nvSpPr>
            <p:spPr bwMode="auto">
              <a:xfrm>
                <a:off x="4054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8" name="Rectangle 42"/>
              <p:cNvSpPr>
                <a:spLocks noChangeArrowheads="1"/>
              </p:cNvSpPr>
              <p:nvPr/>
            </p:nvSpPr>
            <p:spPr bwMode="auto">
              <a:xfrm>
                <a:off x="4198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59" name="Rectangle 43"/>
              <p:cNvSpPr>
                <a:spLocks noChangeArrowheads="1"/>
              </p:cNvSpPr>
              <p:nvPr/>
            </p:nvSpPr>
            <p:spPr bwMode="auto">
              <a:xfrm>
                <a:off x="4337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0" name="Rectangle 44"/>
              <p:cNvSpPr>
                <a:spLocks noChangeArrowheads="1"/>
              </p:cNvSpPr>
              <p:nvPr/>
            </p:nvSpPr>
            <p:spPr bwMode="auto">
              <a:xfrm>
                <a:off x="3053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1" name="Rectangle 45"/>
              <p:cNvSpPr>
                <a:spLocks noChangeArrowheads="1"/>
              </p:cNvSpPr>
              <p:nvPr/>
            </p:nvSpPr>
            <p:spPr bwMode="auto">
              <a:xfrm>
                <a:off x="3197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2" name="Rectangle 46"/>
              <p:cNvSpPr>
                <a:spLocks noChangeArrowheads="1"/>
              </p:cNvSpPr>
              <p:nvPr/>
            </p:nvSpPr>
            <p:spPr bwMode="auto">
              <a:xfrm>
                <a:off x="3341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3" name="Rectangle 47"/>
              <p:cNvSpPr>
                <a:spLocks noChangeArrowheads="1"/>
              </p:cNvSpPr>
              <p:nvPr/>
            </p:nvSpPr>
            <p:spPr bwMode="auto">
              <a:xfrm>
                <a:off x="3485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4" name="Rectangle 48"/>
              <p:cNvSpPr>
                <a:spLocks noChangeArrowheads="1"/>
              </p:cNvSpPr>
              <p:nvPr/>
            </p:nvSpPr>
            <p:spPr bwMode="auto">
              <a:xfrm>
                <a:off x="3627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5" name="Rectangle 49"/>
              <p:cNvSpPr>
                <a:spLocks noChangeArrowheads="1"/>
              </p:cNvSpPr>
              <p:nvPr/>
            </p:nvSpPr>
            <p:spPr bwMode="auto">
              <a:xfrm>
                <a:off x="3766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6" name="Rectangle 50"/>
              <p:cNvSpPr>
                <a:spLocks noChangeArrowheads="1"/>
              </p:cNvSpPr>
              <p:nvPr/>
            </p:nvSpPr>
            <p:spPr bwMode="auto">
              <a:xfrm>
                <a:off x="3910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7" name="Rectangle 51"/>
              <p:cNvSpPr>
                <a:spLocks noChangeArrowheads="1"/>
              </p:cNvSpPr>
              <p:nvPr/>
            </p:nvSpPr>
            <p:spPr bwMode="auto">
              <a:xfrm>
                <a:off x="4054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8" name="Rectangle 52"/>
              <p:cNvSpPr>
                <a:spLocks noChangeArrowheads="1"/>
              </p:cNvSpPr>
              <p:nvPr/>
            </p:nvSpPr>
            <p:spPr bwMode="auto">
              <a:xfrm>
                <a:off x="4198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69" name="Rectangle 53"/>
              <p:cNvSpPr>
                <a:spLocks noChangeArrowheads="1"/>
              </p:cNvSpPr>
              <p:nvPr/>
            </p:nvSpPr>
            <p:spPr bwMode="auto">
              <a:xfrm>
                <a:off x="4337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0" name="Rectangle 54"/>
              <p:cNvSpPr>
                <a:spLocks noChangeArrowheads="1"/>
              </p:cNvSpPr>
              <p:nvPr/>
            </p:nvSpPr>
            <p:spPr bwMode="auto">
              <a:xfrm>
                <a:off x="3053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1" name="Rectangle 55"/>
              <p:cNvSpPr>
                <a:spLocks noChangeArrowheads="1"/>
              </p:cNvSpPr>
              <p:nvPr/>
            </p:nvSpPr>
            <p:spPr bwMode="auto">
              <a:xfrm>
                <a:off x="3197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2" name="Rectangle 56"/>
              <p:cNvSpPr>
                <a:spLocks noChangeArrowheads="1"/>
              </p:cNvSpPr>
              <p:nvPr/>
            </p:nvSpPr>
            <p:spPr bwMode="auto">
              <a:xfrm>
                <a:off x="3341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3" name="Rectangle 57"/>
              <p:cNvSpPr>
                <a:spLocks noChangeArrowheads="1"/>
              </p:cNvSpPr>
              <p:nvPr/>
            </p:nvSpPr>
            <p:spPr bwMode="auto">
              <a:xfrm>
                <a:off x="3485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4" name="Rectangle 58"/>
              <p:cNvSpPr>
                <a:spLocks noChangeArrowheads="1"/>
              </p:cNvSpPr>
              <p:nvPr/>
            </p:nvSpPr>
            <p:spPr bwMode="auto">
              <a:xfrm>
                <a:off x="3627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5" name="Rectangle 59"/>
              <p:cNvSpPr>
                <a:spLocks noChangeArrowheads="1"/>
              </p:cNvSpPr>
              <p:nvPr/>
            </p:nvSpPr>
            <p:spPr bwMode="auto">
              <a:xfrm>
                <a:off x="3766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6" name="Rectangle 60"/>
              <p:cNvSpPr>
                <a:spLocks noChangeArrowheads="1"/>
              </p:cNvSpPr>
              <p:nvPr/>
            </p:nvSpPr>
            <p:spPr bwMode="auto">
              <a:xfrm>
                <a:off x="3910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7" name="Rectangle 61"/>
              <p:cNvSpPr>
                <a:spLocks noChangeArrowheads="1"/>
              </p:cNvSpPr>
              <p:nvPr/>
            </p:nvSpPr>
            <p:spPr bwMode="auto">
              <a:xfrm>
                <a:off x="4054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8" name="Rectangle 62"/>
              <p:cNvSpPr>
                <a:spLocks noChangeArrowheads="1"/>
              </p:cNvSpPr>
              <p:nvPr/>
            </p:nvSpPr>
            <p:spPr bwMode="auto">
              <a:xfrm>
                <a:off x="4198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79" name="Rectangle 63"/>
              <p:cNvSpPr>
                <a:spLocks noChangeArrowheads="1"/>
              </p:cNvSpPr>
              <p:nvPr/>
            </p:nvSpPr>
            <p:spPr bwMode="auto">
              <a:xfrm>
                <a:off x="4337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0" name="Rectangle 64"/>
              <p:cNvSpPr>
                <a:spLocks noChangeArrowheads="1"/>
              </p:cNvSpPr>
              <p:nvPr/>
            </p:nvSpPr>
            <p:spPr bwMode="auto">
              <a:xfrm>
                <a:off x="3053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1" name="Rectangle 65"/>
              <p:cNvSpPr>
                <a:spLocks noChangeArrowheads="1"/>
              </p:cNvSpPr>
              <p:nvPr/>
            </p:nvSpPr>
            <p:spPr bwMode="auto">
              <a:xfrm>
                <a:off x="3197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2" name="Rectangle 66"/>
              <p:cNvSpPr>
                <a:spLocks noChangeArrowheads="1"/>
              </p:cNvSpPr>
              <p:nvPr/>
            </p:nvSpPr>
            <p:spPr bwMode="auto">
              <a:xfrm>
                <a:off x="3341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3" name="Rectangle 67"/>
              <p:cNvSpPr>
                <a:spLocks noChangeArrowheads="1"/>
              </p:cNvSpPr>
              <p:nvPr/>
            </p:nvSpPr>
            <p:spPr bwMode="auto">
              <a:xfrm>
                <a:off x="3485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4" name="Rectangle 68"/>
              <p:cNvSpPr>
                <a:spLocks noChangeArrowheads="1"/>
              </p:cNvSpPr>
              <p:nvPr/>
            </p:nvSpPr>
            <p:spPr bwMode="auto">
              <a:xfrm>
                <a:off x="3627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5" name="Rectangle 69"/>
              <p:cNvSpPr>
                <a:spLocks noChangeArrowheads="1"/>
              </p:cNvSpPr>
              <p:nvPr/>
            </p:nvSpPr>
            <p:spPr bwMode="auto">
              <a:xfrm>
                <a:off x="3766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6" name="Rectangle 70"/>
              <p:cNvSpPr>
                <a:spLocks noChangeArrowheads="1"/>
              </p:cNvSpPr>
              <p:nvPr/>
            </p:nvSpPr>
            <p:spPr bwMode="auto">
              <a:xfrm>
                <a:off x="3910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7" name="Rectangle 71"/>
              <p:cNvSpPr>
                <a:spLocks noChangeArrowheads="1"/>
              </p:cNvSpPr>
              <p:nvPr/>
            </p:nvSpPr>
            <p:spPr bwMode="auto">
              <a:xfrm>
                <a:off x="4054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8" name="Rectangle 72"/>
              <p:cNvSpPr>
                <a:spLocks noChangeArrowheads="1"/>
              </p:cNvSpPr>
              <p:nvPr/>
            </p:nvSpPr>
            <p:spPr bwMode="auto">
              <a:xfrm>
                <a:off x="4198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89" name="Rectangle 73"/>
              <p:cNvSpPr>
                <a:spLocks noChangeArrowheads="1"/>
              </p:cNvSpPr>
              <p:nvPr/>
            </p:nvSpPr>
            <p:spPr bwMode="auto">
              <a:xfrm>
                <a:off x="4337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0" name="Rectangle 74"/>
              <p:cNvSpPr>
                <a:spLocks noChangeArrowheads="1"/>
              </p:cNvSpPr>
              <p:nvPr/>
            </p:nvSpPr>
            <p:spPr bwMode="auto">
              <a:xfrm>
                <a:off x="3053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1" name="Rectangle 75"/>
              <p:cNvSpPr>
                <a:spLocks noChangeArrowheads="1"/>
              </p:cNvSpPr>
              <p:nvPr/>
            </p:nvSpPr>
            <p:spPr bwMode="auto">
              <a:xfrm>
                <a:off x="3197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2" name="Rectangle 76"/>
              <p:cNvSpPr>
                <a:spLocks noChangeArrowheads="1"/>
              </p:cNvSpPr>
              <p:nvPr/>
            </p:nvSpPr>
            <p:spPr bwMode="auto">
              <a:xfrm>
                <a:off x="3341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3" name="Rectangle 77"/>
              <p:cNvSpPr>
                <a:spLocks noChangeArrowheads="1"/>
              </p:cNvSpPr>
              <p:nvPr/>
            </p:nvSpPr>
            <p:spPr bwMode="auto">
              <a:xfrm>
                <a:off x="3485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4" name="Rectangle 78"/>
              <p:cNvSpPr>
                <a:spLocks noChangeArrowheads="1"/>
              </p:cNvSpPr>
              <p:nvPr/>
            </p:nvSpPr>
            <p:spPr bwMode="auto">
              <a:xfrm>
                <a:off x="3627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5" name="Rectangle 79"/>
              <p:cNvSpPr>
                <a:spLocks noChangeArrowheads="1"/>
              </p:cNvSpPr>
              <p:nvPr/>
            </p:nvSpPr>
            <p:spPr bwMode="auto">
              <a:xfrm>
                <a:off x="3766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6" name="Rectangle 80"/>
              <p:cNvSpPr>
                <a:spLocks noChangeArrowheads="1"/>
              </p:cNvSpPr>
              <p:nvPr/>
            </p:nvSpPr>
            <p:spPr bwMode="auto">
              <a:xfrm>
                <a:off x="3910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7" name="Rectangle 81"/>
              <p:cNvSpPr>
                <a:spLocks noChangeArrowheads="1"/>
              </p:cNvSpPr>
              <p:nvPr/>
            </p:nvSpPr>
            <p:spPr bwMode="auto">
              <a:xfrm>
                <a:off x="4054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8" name="Rectangle 82"/>
              <p:cNvSpPr>
                <a:spLocks noChangeArrowheads="1"/>
              </p:cNvSpPr>
              <p:nvPr/>
            </p:nvSpPr>
            <p:spPr bwMode="auto">
              <a:xfrm>
                <a:off x="4198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99" name="Rectangle 83"/>
              <p:cNvSpPr>
                <a:spLocks noChangeArrowheads="1"/>
              </p:cNvSpPr>
              <p:nvPr/>
            </p:nvSpPr>
            <p:spPr bwMode="auto">
              <a:xfrm>
                <a:off x="4337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0" name="Rectangle 84"/>
              <p:cNvSpPr>
                <a:spLocks noChangeArrowheads="1"/>
              </p:cNvSpPr>
              <p:nvPr/>
            </p:nvSpPr>
            <p:spPr bwMode="auto">
              <a:xfrm>
                <a:off x="3053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1" name="Rectangle 85"/>
              <p:cNvSpPr>
                <a:spLocks noChangeArrowheads="1"/>
              </p:cNvSpPr>
              <p:nvPr/>
            </p:nvSpPr>
            <p:spPr bwMode="auto">
              <a:xfrm>
                <a:off x="3197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2" name="Rectangle 86"/>
              <p:cNvSpPr>
                <a:spLocks noChangeArrowheads="1"/>
              </p:cNvSpPr>
              <p:nvPr/>
            </p:nvSpPr>
            <p:spPr bwMode="auto">
              <a:xfrm>
                <a:off x="3341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3" name="Rectangle 87"/>
              <p:cNvSpPr>
                <a:spLocks noChangeArrowheads="1"/>
              </p:cNvSpPr>
              <p:nvPr/>
            </p:nvSpPr>
            <p:spPr bwMode="auto">
              <a:xfrm>
                <a:off x="3485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4" name="Rectangle 88"/>
              <p:cNvSpPr>
                <a:spLocks noChangeArrowheads="1"/>
              </p:cNvSpPr>
              <p:nvPr/>
            </p:nvSpPr>
            <p:spPr bwMode="auto">
              <a:xfrm>
                <a:off x="3627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5" name="Rectangle 89"/>
              <p:cNvSpPr>
                <a:spLocks noChangeArrowheads="1"/>
              </p:cNvSpPr>
              <p:nvPr/>
            </p:nvSpPr>
            <p:spPr bwMode="auto">
              <a:xfrm>
                <a:off x="3766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6" name="Rectangle 90"/>
              <p:cNvSpPr>
                <a:spLocks noChangeArrowheads="1"/>
              </p:cNvSpPr>
              <p:nvPr/>
            </p:nvSpPr>
            <p:spPr bwMode="auto">
              <a:xfrm>
                <a:off x="3910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7" name="Rectangle 91"/>
              <p:cNvSpPr>
                <a:spLocks noChangeArrowheads="1"/>
              </p:cNvSpPr>
              <p:nvPr/>
            </p:nvSpPr>
            <p:spPr bwMode="auto">
              <a:xfrm>
                <a:off x="4054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8" name="Rectangle 92"/>
              <p:cNvSpPr>
                <a:spLocks noChangeArrowheads="1"/>
              </p:cNvSpPr>
              <p:nvPr/>
            </p:nvSpPr>
            <p:spPr bwMode="auto">
              <a:xfrm>
                <a:off x="4198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09" name="Rectangle 93"/>
              <p:cNvSpPr>
                <a:spLocks noChangeArrowheads="1"/>
              </p:cNvSpPr>
              <p:nvPr/>
            </p:nvSpPr>
            <p:spPr bwMode="auto">
              <a:xfrm>
                <a:off x="4337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0" name="Rectangle 94"/>
              <p:cNvSpPr>
                <a:spLocks noChangeArrowheads="1"/>
              </p:cNvSpPr>
              <p:nvPr/>
            </p:nvSpPr>
            <p:spPr bwMode="auto">
              <a:xfrm>
                <a:off x="3053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1" name="Rectangle 95"/>
              <p:cNvSpPr>
                <a:spLocks noChangeArrowheads="1"/>
              </p:cNvSpPr>
              <p:nvPr/>
            </p:nvSpPr>
            <p:spPr bwMode="auto">
              <a:xfrm>
                <a:off x="3197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2" name="Rectangle 96"/>
              <p:cNvSpPr>
                <a:spLocks noChangeArrowheads="1"/>
              </p:cNvSpPr>
              <p:nvPr/>
            </p:nvSpPr>
            <p:spPr bwMode="auto">
              <a:xfrm>
                <a:off x="3341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3" name="Rectangle 97"/>
              <p:cNvSpPr>
                <a:spLocks noChangeArrowheads="1"/>
              </p:cNvSpPr>
              <p:nvPr/>
            </p:nvSpPr>
            <p:spPr bwMode="auto">
              <a:xfrm>
                <a:off x="3485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4" name="Rectangle 98"/>
              <p:cNvSpPr>
                <a:spLocks noChangeArrowheads="1"/>
              </p:cNvSpPr>
              <p:nvPr/>
            </p:nvSpPr>
            <p:spPr bwMode="auto">
              <a:xfrm>
                <a:off x="3627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5" name="Rectangle 99"/>
              <p:cNvSpPr>
                <a:spLocks noChangeArrowheads="1"/>
              </p:cNvSpPr>
              <p:nvPr/>
            </p:nvSpPr>
            <p:spPr bwMode="auto">
              <a:xfrm>
                <a:off x="3766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6" name="Rectangle 100"/>
              <p:cNvSpPr>
                <a:spLocks noChangeArrowheads="1"/>
              </p:cNvSpPr>
              <p:nvPr/>
            </p:nvSpPr>
            <p:spPr bwMode="auto">
              <a:xfrm>
                <a:off x="3910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7" name="Rectangle 101"/>
              <p:cNvSpPr>
                <a:spLocks noChangeArrowheads="1"/>
              </p:cNvSpPr>
              <p:nvPr/>
            </p:nvSpPr>
            <p:spPr bwMode="auto">
              <a:xfrm>
                <a:off x="4054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8" name="Rectangle 102"/>
              <p:cNvSpPr>
                <a:spLocks noChangeArrowheads="1"/>
              </p:cNvSpPr>
              <p:nvPr/>
            </p:nvSpPr>
            <p:spPr bwMode="auto">
              <a:xfrm>
                <a:off x="4198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19" name="Rectangle 103"/>
              <p:cNvSpPr>
                <a:spLocks noChangeArrowheads="1"/>
              </p:cNvSpPr>
              <p:nvPr/>
            </p:nvSpPr>
            <p:spPr bwMode="auto">
              <a:xfrm>
                <a:off x="4337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0" name="Rectangle 104"/>
              <p:cNvSpPr>
                <a:spLocks noChangeArrowheads="1"/>
              </p:cNvSpPr>
              <p:nvPr/>
            </p:nvSpPr>
            <p:spPr bwMode="auto">
              <a:xfrm>
                <a:off x="4476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1" name="Rectangle 105"/>
              <p:cNvSpPr>
                <a:spLocks noChangeArrowheads="1"/>
              </p:cNvSpPr>
              <p:nvPr/>
            </p:nvSpPr>
            <p:spPr bwMode="auto">
              <a:xfrm>
                <a:off x="4620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2" name="Rectangle 106"/>
              <p:cNvSpPr>
                <a:spLocks noChangeArrowheads="1"/>
              </p:cNvSpPr>
              <p:nvPr/>
            </p:nvSpPr>
            <p:spPr bwMode="auto">
              <a:xfrm>
                <a:off x="4764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3" name="Rectangle 107"/>
              <p:cNvSpPr>
                <a:spLocks noChangeArrowheads="1"/>
              </p:cNvSpPr>
              <p:nvPr/>
            </p:nvSpPr>
            <p:spPr bwMode="auto">
              <a:xfrm>
                <a:off x="4908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4" name="Rectangle 108"/>
              <p:cNvSpPr>
                <a:spLocks noChangeArrowheads="1"/>
              </p:cNvSpPr>
              <p:nvPr/>
            </p:nvSpPr>
            <p:spPr bwMode="auto">
              <a:xfrm>
                <a:off x="5052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5" name="Rectangle 109"/>
              <p:cNvSpPr>
                <a:spLocks noChangeArrowheads="1"/>
              </p:cNvSpPr>
              <p:nvPr/>
            </p:nvSpPr>
            <p:spPr bwMode="auto">
              <a:xfrm>
                <a:off x="5191" y="1698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6" name="Rectangle 110"/>
              <p:cNvSpPr>
                <a:spLocks noChangeArrowheads="1"/>
              </p:cNvSpPr>
              <p:nvPr/>
            </p:nvSpPr>
            <p:spPr bwMode="auto">
              <a:xfrm>
                <a:off x="4476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7" name="Rectangle 111"/>
              <p:cNvSpPr>
                <a:spLocks noChangeArrowheads="1"/>
              </p:cNvSpPr>
              <p:nvPr/>
            </p:nvSpPr>
            <p:spPr bwMode="auto">
              <a:xfrm>
                <a:off x="4620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8" name="Rectangle 112"/>
              <p:cNvSpPr>
                <a:spLocks noChangeArrowheads="1"/>
              </p:cNvSpPr>
              <p:nvPr/>
            </p:nvSpPr>
            <p:spPr bwMode="auto">
              <a:xfrm>
                <a:off x="4764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29" name="Rectangle 113"/>
              <p:cNvSpPr>
                <a:spLocks noChangeArrowheads="1"/>
              </p:cNvSpPr>
              <p:nvPr/>
            </p:nvSpPr>
            <p:spPr bwMode="auto">
              <a:xfrm>
                <a:off x="4908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0" name="Rectangle 114"/>
              <p:cNvSpPr>
                <a:spLocks noChangeArrowheads="1"/>
              </p:cNvSpPr>
              <p:nvPr/>
            </p:nvSpPr>
            <p:spPr bwMode="auto">
              <a:xfrm>
                <a:off x="5052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1" name="Rectangle 115"/>
              <p:cNvSpPr>
                <a:spLocks noChangeArrowheads="1"/>
              </p:cNvSpPr>
              <p:nvPr/>
            </p:nvSpPr>
            <p:spPr bwMode="auto">
              <a:xfrm>
                <a:off x="5191" y="1840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2" name="Rectangle 116"/>
              <p:cNvSpPr>
                <a:spLocks noChangeArrowheads="1"/>
              </p:cNvSpPr>
              <p:nvPr/>
            </p:nvSpPr>
            <p:spPr bwMode="auto">
              <a:xfrm>
                <a:off x="4476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3" name="Rectangle 117"/>
              <p:cNvSpPr>
                <a:spLocks noChangeArrowheads="1"/>
              </p:cNvSpPr>
              <p:nvPr/>
            </p:nvSpPr>
            <p:spPr bwMode="auto">
              <a:xfrm>
                <a:off x="4620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4" name="Rectangle 118"/>
              <p:cNvSpPr>
                <a:spLocks noChangeArrowheads="1"/>
              </p:cNvSpPr>
              <p:nvPr/>
            </p:nvSpPr>
            <p:spPr bwMode="auto">
              <a:xfrm>
                <a:off x="4764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5" name="Rectangle 119"/>
              <p:cNvSpPr>
                <a:spLocks noChangeArrowheads="1"/>
              </p:cNvSpPr>
              <p:nvPr/>
            </p:nvSpPr>
            <p:spPr bwMode="auto">
              <a:xfrm>
                <a:off x="4908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6" name="Rectangle 120"/>
              <p:cNvSpPr>
                <a:spLocks noChangeArrowheads="1"/>
              </p:cNvSpPr>
              <p:nvPr/>
            </p:nvSpPr>
            <p:spPr bwMode="auto">
              <a:xfrm>
                <a:off x="5052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7" name="Rectangle 121"/>
              <p:cNvSpPr>
                <a:spLocks noChangeArrowheads="1"/>
              </p:cNvSpPr>
              <p:nvPr/>
            </p:nvSpPr>
            <p:spPr bwMode="auto">
              <a:xfrm>
                <a:off x="5191" y="1984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8" name="Rectangle 122"/>
              <p:cNvSpPr>
                <a:spLocks noChangeArrowheads="1"/>
              </p:cNvSpPr>
              <p:nvPr/>
            </p:nvSpPr>
            <p:spPr bwMode="auto">
              <a:xfrm>
                <a:off x="4476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39" name="Rectangle 123"/>
              <p:cNvSpPr>
                <a:spLocks noChangeArrowheads="1"/>
              </p:cNvSpPr>
              <p:nvPr/>
            </p:nvSpPr>
            <p:spPr bwMode="auto">
              <a:xfrm>
                <a:off x="4620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0" name="Rectangle 124"/>
              <p:cNvSpPr>
                <a:spLocks noChangeArrowheads="1"/>
              </p:cNvSpPr>
              <p:nvPr/>
            </p:nvSpPr>
            <p:spPr bwMode="auto">
              <a:xfrm>
                <a:off x="4764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1" name="Rectangle 125"/>
              <p:cNvSpPr>
                <a:spLocks noChangeArrowheads="1"/>
              </p:cNvSpPr>
              <p:nvPr/>
            </p:nvSpPr>
            <p:spPr bwMode="auto">
              <a:xfrm>
                <a:off x="4908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2" name="Rectangle 126"/>
              <p:cNvSpPr>
                <a:spLocks noChangeArrowheads="1"/>
              </p:cNvSpPr>
              <p:nvPr/>
            </p:nvSpPr>
            <p:spPr bwMode="auto">
              <a:xfrm>
                <a:off x="5052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3" name="Rectangle 127"/>
              <p:cNvSpPr>
                <a:spLocks noChangeArrowheads="1"/>
              </p:cNvSpPr>
              <p:nvPr/>
            </p:nvSpPr>
            <p:spPr bwMode="auto">
              <a:xfrm>
                <a:off x="5191" y="212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4" name="Rectangle 128"/>
              <p:cNvSpPr>
                <a:spLocks noChangeArrowheads="1"/>
              </p:cNvSpPr>
              <p:nvPr/>
            </p:nvSpPr>
            <p:spPr bwMode="auto">
              <a:xfrm>
                <a:off x="4476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5" name="Rectangle 129"/>
              <p:cNvSpPr>
                <a:spLocks noChangeArrowheads="1"/>
              </p:cNvSpPr>
              <p:nvPr/>
            </p:nvSpPr>
            <p:spPr bwMode="auto">
              <a:xfrm>
                <a:off x="4620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6" name="Rectangle 130"/>
              <p:cNvSpPr>
                <a:spLocks noChangeArrowheads="1"/>
              </p:cNvSpPr>
              <p:nvPr/>
            </p:nvSpPr>
            <p:spPr bwMode="auto">
              <a:xfrm>
                <a:off x="4764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7" name="Rectangle 131"/>
              <p:cNvSpPr>
                <a:spLocks noChangeArrowheads="1"/>
              </p:cNvSpPr>
              <p:nvPr/>
            </p:nvSpPr>
            <p:spPr bwMode="auto">
              <a:xfrm>
                <a:off x="4908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8" name="Rectangle 132"/>
              <p:cNvSpPr>
                <a:spLocks noChangeArrowheads="1"/>
              </p:cNvSpPr>
              <p:nvPr/>
            </p:nvSpPr>
            <p:spPr bwMode="auto">
              <a:xfrm>
                <a:off x="5052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49" name="Rectangle 133"/>
              <p:cNvSpPr>
                <a:spLocks noChangeArrowheads="1"/>
              </p:cNvSpPr>
              <p:nvPr/>
            </p:nvSpPr>
            <p:spPr bwMode="auto">
              <a:xfrm>
                <a:off x="5191" y="2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0" name="Rectangle 134"/>
              <p:cNvSpPr>
                <a:spLocks noChangeArrowheads="1"/>
              </p:cNvSpPr>
              <p:nvPr/>
            </p:nvSpPr>
            <p:spPr bwMode="auto">
              <a:xfrm>
                <a:off x="4476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1" name="Rectangle 135"/>
              <p:cNvSpPr>
                <a:spLocks noChangeArrowheads="1"/>
              </p:cNvSpPr>
              <p:nvPr/>
            </p:nvSpPr>
            <p:spPr bwMode="auto">
              <a:xfrm>
                <a:off x="4620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2" name="Rectangle 136"/>
              <p:cNvSpPr>
                <a:spLocks noChangeArrowheads="1"/>
              </p:cNvSpPr>
              <p:nvPr/>
            </p:nvSpPr>
            <p:spPr bwMode="auto">
              <a:xfrm>
                <a:off x="4764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3" name="Rectangle 137"/>
              <p:cNvSpPr>
                <a:spLocks noChangeArrowheads="1"/>
              </p:cNvSpPr>
              <p:nvPr/>
            </p:nvSpPr>
            <p:spPr bwMode="auto">
              <a:xfrm>
                <a:off x="4908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4" name="Rectangle 138"/>
              <p:cNvSpPr>
                <a:spLocks noChangeArrowheads="1"/>
              </p:cNvSpPr>
              <p:nvPr/>
            </p:nvSpPr>
            <p:spPr bwMode="auto">
              <a:xfrm>
                <a:off x="5052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5" name="Rectangle 139"/>
              <p:cNvSpPr>
                <a:spLocks noChangeArrowheads="1"/>
              </p:cNvSpPr>
              <p:nvPr/>
            </p:nvSpPr>
            <p:spPr bwMode="auto">
              <a:xfrm>
                <a:off x="5191" y="2405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6" name="Rectangle 140"/>
              <p:cNvSpPr>
                <a:spLocks noChangeArrowheads="1"/>
              </p:cNvSpPr>
              <p:nvPr/>
            </p:nvSpPr>
            <p:spPr bwMode="auto">
              <a:xfrm>
                <a:off x="4476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7" name="Rectangle 141"/>
              <p:cNvSpPr>
                <a:spLocks noChangeArrowheads="1"/>
              </p:cNvSpPr>
              <p:nvPr/>
            </p:nvSpPr>
            <p:spPr bwMode="auto">
              <a:xfrm>
                <a:off x="4620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8" name="Rectangle 142"/>
              <p:cNvSpPr>
                <a:spLocks noChangeArrowheads="1"/>
              </p:cNvSpPr>
              <p:nvPr/>
            </p:nvSpPr>
            <p:spPr bwMode="auto">
              <a:xfrm>
                <a:off x="4764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59" name="Rectangle 143"/>
              <p:cNvSpPr>
                <a:spLocks noChangeArrowheads="1"/>
              </p:cNvSpPr>
              <p:nvPr/>
            </p:nvSpPr>
            <p:spPr bwMode="auto">
              <a:xfrm>
                <a:off x="4908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0" name="Rectangle 144"/>
              <p:cNvSpPr>
                <a:spLocks noChangeArrowheads="1"/>
              </p:cNvSpPr>
              <p:nvPr/>
            </p:nvSpPr>
            <p:spPr bwMode="auto">
              <a:xfrm>
                <a:off x="5052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1" name="Rectangle 145"/>
              <p:cNvSpPr>
                <a:spLocks noChangeArrowheads="1"/>
              </p:cNvSpPr>
              <p:nvPr/>
            </p:nvSpPr>
            <p:spPr bwMode="auto">
              <a:xfrm>
                <a:off x="5191" y="2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2" name="Rectangle 146"/>
              <p:cNvSpPr>
                <a:spLocks noChangeArrowheads="1"/>
              </p:cNvSpPr>
              <p:nvPr/>
            </p:nvSpPr>
            <p:spPr bwMode="auto">
              <a:xfrm>
                <a:off x="4476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3" name="Rectangle 147"/>
              <p:cNvSpPr>
                <a:spLocks noChangeArrowheads="1"/>
              </p:cNvSpPr>
              <p:nvPr/>
            </p:nvSpPr>
            <p:spPr bwMode="auto">
              <a:xfrm>
                <a:off x="4620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4" name="Rectangle 148"/>
              <p:cNvSpPr>
                <a:spLocks noChangeArrowheads="1"/>
              </p:cNvSpPr>
              <p:nvPr/>
            </p:nvSpPr>
            <p:spPr bwMode="auto">
              <a:xfrm>
                <a:off x="4764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5" name="Rectangle 149"/>
              <p:cNvSpPr>
                <a:spLocks noChangeArrowheads="1"/>
              </p:cNvSpPr>
              <p:nvPr/>
            </p:nvSpPr>
            <p:spPr bwMode="auto">
              <a:xfrm>
                <a:off x="4908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6" name="Rectangle 150"/>
              <p:cNvSpPr>
                <a:spLocks noChangeArrowheads="1"/>
              </p:cNvSpPr>
              <p:nvPr/>
            </p:nvSpPr>
            <p:spPr bwMode="auto">
              <a:xfrm>
                <a:off x="5052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7" name="Rectangle 151"/>
              <p:cNvSpPr>
                <a:spLocks noChangeArrowheads="1"/>
              </p:cNvSpPr>
              <p:nvPr/>
            </p:nvSpPr>
            <p:spPr bwMode="auto">
              <a:xfrm>
                <a:off x="5191" y="269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8" name="Rectangle 152"/>
              <p:cNvSpPr>
                <a:spLocks noChangeArrowheads="1"/>
              </p:cNvSpPr>
              <p:nvPr/>
            </p:nvSpPr>
            <p:spPr bwMode="auto">
              <a:xfrm>
                <a:off x="4476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69" name="Rectangle 153"/>
              <p:cNvSpPr>
                <a:spLocks noChangeArrowheads="1"/>
              </p:cNvSpPr>
              <p:nvPr/>
            </p:nvSpPr>
            <p:spPr bwMode="auto">
              <a:xfrm>
                <a:off x="4620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0" name="Rectangle 154"/>
              <p:cNvSpPr>
                <a:spLocks noChangeArrowheads="1"/>
              </p:cNvSpPr>
              <p:nvPr/>
            </p:nvSpPr>
            <p:spPr bwMode="auto">
              <a:xfrm>
                <a:off x="4764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1" name="Rectangle 155"/>
              <p:cNvSpPr>
                <a:spLocks noChangeArrowheads="1"/>
              </p:cNvSpPr>
              <p:nvPr/>
            </p:nvSpPr>
            <p:spPr bwMode="auto">
              <a:xfrm>
                <a:off x="4908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2" name="Rectangle 156"/>
              <p:cNvSpPr>
                <a:spLocks noChangeArrowheads="1"/>
              </p:cNvSpPr>
              <p:nvPr/>
            </p:nvSpPr>
            <p:spPr bwMode="auto">
              <a:xfrm>
                <a:off x="5052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3" name="Rectangle 157"/>
              <p:cNvSpPr>
                <a:spLocks noChangeArrowheads="1"/>
              </p:cNvSpPr>
              <p:nvPr/>
            </p:nvSpPr>
            <p:spPr bwMode="auto">
              <a:xfrm>
                <a:off x="5191" y="283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4" name="Rectangle 158"/>
              <p:cNvSpPr>
                <a:spLocks noChangeArrowheads="1"/>
              </p:cNvSpPr>
              <p:nvPr/>
            </p:nvSpPr>
            <p:spPr bwMode="auto">
              <a:xfrm>
                <a:off x="4476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5" name="Rectangle 159"/>
              <p:cNvSpPr>
                <a:spLocks noChangeArrowheads="1"/>
              </p:cNvSpPr>
              <p:nvPr/>
            </p:nvSpPr>
            <p:spPr bwMode="auto">
              <a:xfrm>
                <a:off x="4620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6" name="Rectangle 160"/>
              <p:cNvSpPr>
                <a:spLocks noChangeArrowheads="1"/>
              </p:cNvSpPr>
              <p:nvPr/>
            </p:nvSpPr>
            <p:spPr bwMode="auto">
              <a:xfrm>
                <a:off x="4764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7" name="Rectangle 161"/>
              <p:cNvSpPr>
                <a:spLocks noChangeArrowheads="1"/>
              </p:cNvSpPr>
              <p:nvPr/>
            </p:nvSpPr>
            <p:spPr bwMode="auto">
              <a:xfrm>
                <a:off x="4908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8" name="Rectangle 162"/>
              <p:cNvSpPr>
                <a:spLocks noChangeArrowheads="1"/>
              </p:cNvSpPr>
              <p:nvPr/>
            </p:nvSpPr>
            <p:spPr bwMode="auto">
              <a:xfrm>
                <a:off x="5052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79" name="Rectangle 163"/>
              <p:cNvSpPr>
                <a:spLocks noChangeArrowheads="1"/>
              </p:cNvSpPr>
              <p:nvPr/>
            </p:nvSpPr>
            <p:spPr bwMode="auto">
              <a:xfrm>
                <a:off x="5191" y="297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0" name="Rectangle 164"/>
              <p:cNvSpPr>
                <a:spLocks noChangeArrowheads="1"/>
              </p:cNvSpPr>
              <p:nvPr/>
            </p:nvSpPr>
            <p:spPr bwMode="auto">
              <a:xfrm>
                <a:off x="3053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1" name="Rectangle 165"/>
              <p:cNvSpPr>
                <a:spLocks noChangeArrowheads="1"/>
              </p:cNvSpPr>
              <p:nvPr/>
            </p:nvSpPr>
            <p:spPr bwMode="auto">
              <a:xfrm>
                <a:off x="3197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2" name="Rectangle 166"/>
              <p:cNvSpPr>
                <a:spLocks noChangeArrowheads="1"/>
              </p:cNvSpPr>
              <p:nvPr/>
            </p:nvSpPr>
            <p:spPr bwMode="auto">
              <a:xfrm>
                <a:off x="3341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3" name="Rectangle 167"/>
              <p:cNvSpPr>
                <a:spLocks noChangeArrowheads="1"/>
              </p:cNvSpPr>
              <p:nvPr/>
            </p:nvSpPr>
            <p:spPr bwMode="auto">
              <a:xfrm>
                <a:off x="3485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4" name="Rectangle 168"/>
              <p:cNvSpPr>
                <a:spLocks noChangeArrowheads="1"/>
              </p:cNvSpPr>
              <p:nvPr/>
            </p:nvSpPr>
            <p:spPr bwMode="auto">
              <a:xfrm>
                <a:off x="3627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5" name="Rectangle 169"/>
              <p:cNvSpPr>
                <a:spLocks noChangeArrowheads="1"/>
              </p:cNvSpPr>
              <p:nvPr/>
            </p:nvSpPr>
            <p:spPr bwMode="auto">
              <a:xfrm>
                <a:off x="3766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6" name="Rectangle 170"/>
              <p:cNvSpPr>
                <a:spLocks noChangeArrowheads="1"/>
              </p:cNvSpPr>
              <p:nvPr/>
            </p:nvSpPr>
            <p:spPr bwMode="auto">
              <a:xfrm>
                <a:off x="3910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7" name="Rectangle 171"/>
              <p:cNvSpPr>
                <a:spLocks noChangeArrowheads="1"/>
              </p:cNvSpPr>
              <p:nvPr/>
            </p:nvSpPr>
            <p:spPr bwMode="auto">
              <a:xfrm>
                <a:off x="4054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8" name="Rectangle 172"/>
              <p:cNvSpPr>
                <a:spLocks noChangeArrowheads="1"/>
              </p:cNvSpPr>
              <p:nvPr/>
            </p:nvSpPr>
            <p:spPr bwMode="auto">
              <a:xfrm>
                <a:off x="4198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89" name="Rectangle 173"/>
              <p:cNvSpPr>
                <a:spLocks noChangeArrowheads="1"/>
              </p:cNvSpPr>
              <p:nvPr/>
            </p:nvSpPr>
            <p:spPr bwMode="auto">
              <a:xfrm>
                <a:off x="4337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0" name="Rectangle 174"/>
              <p:cNvSpPr>
                <a:spLocks noChangeArrowheads="1"/>
              </p:cNvSpPr>
              <p:nvPr/>
            </p:nvSpPr>
            <p:spPr bwMode="auto">
              <a:xfrm>
                <a:off x="3053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1" name="Rectangle 175"/>
              <p:cNvSpPr>
                <a:spLocks noChangeArrowheads="1"/>
              </p:cNvSpPr>
              <p:nvPr/>
            </p:nvSpPr>
            <p:spPr bwMode="auto">
              <a:xfrm>
                <a:off x="3197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2" name="Rectangle 176"/>
              <p:cNvSpPr>
                <a:spLocks noChangeArrowheads="1"/>
              </p:cNvSpPr>
              <p:nvPr/>
            </p:nvSpPr>
            <p:spPr bwMode="auto">
              <a:xfrm>
                <a:off x="3341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3" name="Rectangle 177"/>
              <p:cNvSpPr>
                <a:spLocks noChangeArrowheads="1"/>
              </p:cNvSpPr>
              <p:nvPr/>
            </p:nvSpPr>
            <p:spPr bwMode="auto">
              <a:xfrm>
                <a:off x="3485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4" name="Rectangle 178"/>
              <p:cNvSpPr>
                <a:spLocks noChangeArrowheads="1"/>
              </p:cNvSpPr>
              <p:nvPr/>
            </p:nvSpPr>
            <p:spPr bwMode="auto">
              <a:xfrm>
                <a:off x="3627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5" name="Rectangle 179"/>
              <p:cNvSpPr>
                <a:spLocks noChangeArrowheads="1"/>
              </p:cNvSpPr>
              <p:nvPr/>
            </p:nvSpPr>
            <p:spPr bwMode="auto">
              <a:xfrm>
                <a:off x="3766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6" name="Rectangle 180"/>
              <p:cNvSpPr>
                <a:spLocks noChangeArrowheads="1"/>
              </p:cNvSpPr>
              <p:nvPr/>
            </p:nvSpPr>
            <p:spPr bwMode="auto">
              <a:xfrm>
                <a:off x="3910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7" name="Rectangle 181"/>
              <p:cNvSpPr>
                <a:spLocks noChangeArrowheads="1"/>
              </p:cNvSpPr>
              <p:nvPr/>
            </p:nvSpPr>
            <p:spPr bwMode="auto">
              <a:xfrm>
                <a:off x="4054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8" name="Rectangle 182"/>
              <p:cNvSpPr>
                <a:spLocks noChangeArrowheads="1"/>
              </p:cNvSpPr>
              <p:nvPr/>
            </p:nvSpPr>
            <p:spPr bwMode="auto">
              <a:xfrm>
                <a:off x="4198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699" name="Rectangle 183"/>
              <p:cNvSpPr>
                <a:spLocks noChangeArrowheads="1"/>
              </p:cNvSpPr>
              <p:nvPr/>
            </p:nvSpPr>
            <p:spPr bwMode="auto">
              <a:xfrm>
                <a:off x="4337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0" name="Rectangle 184"/>
              <p:cNvSpPr>
                <a:spLocks noChangeArrowheads="1"/>
              </p:cNvSpPr>
              <p:nvPr/>
            </p:nvSpPr>
            <p:spPr bwMode="auto">
              <a:xfrm>
                <a:off x="3053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1" name="Rectangle 185"/>
              <p:cNvSpPr>
                <a:spLocks noChangeArrowheads="1"/>
              </p:cNvSpPr>
              <p:nvPr/>
            </p:nvSpPr>
            <p:spPr bwMode="auto">
              <a:xfrm>
                <a:off x="3197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2" name="Rectangle 186"/>
              <p:cNvSpPr>
                <a:spLocks noChangeArrowheads="1"/>
              </p:cNvSpPr>
              <p:nvPr/>
            </p:nvSpPr>
            <p:spPr bwMode="auto">
              <a:xfrm>
                <a:off x="3341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3" name="Rectangle 187"/>
              <p:cNvSpPr>
                <a:spLocks noChangeArrowheads="1"/>
              </p:cNvSpPr>
              <p:nvPr/>
            </p:nvSpPr>
            <p:spPr bwMode="auto">
              <a:xfrm>
                <a:off x="3485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4" name="Rectangle 188"/>
              <p:cNvSpPr>
                <a:spLocks noChangeArrowheads="1"/>
              </p:cNvSpPr>
              <p:nvPr/>
            </p:nvSpPr>
            <p:spPr bwMode="auto">
              <a:xfrm>
                <a:off x="3627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5" name="Rectangle 189"/>
              <p:cNvSpPr>
                <a:spLocks noChangeArrowheads="1"/>
              </p:cNvSpPr>
              <p:nvPr/>
            </p:nvSpPr>
            <p:spPr bwMode="auto">
              <a:xfrm>
                <a:off x="3766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6" name="Rectangle 190"/>
              <p:cNvSpPr>
                <a:spLocks noChangeArrowheads="1"/>
              </p:cNvSpPr>
              <p:nvPr/>
            </p:nvSpPr>
            <p:spPr bwMode="auto">
              <a:xfrm>
                <a:off x="3910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7" name="Rectangle 191"/>
              <p:cNvSpPr>
                <a:spLocks noChangeArrowheads="1"/>
              </p:cNvSpPr>
              <p:nvPr/>
            </p:nvSpPr>
            <p:spPr bwMode="auto">
              <a:xfrm>
                <a:off x="4054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8" name="Rectangle 192"/>
              <p:cNvSpPr>
                <a:spLocks noChangeArrowheads="1"/>
              </p:cNvSpPr>
              <p:nvPr/>
            </p:nvSpPr>
            <p:spPr bwMode="auto">
              <a:xfrm>
                <a:off x="4198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09" name="Rectangle 193"/>
              <p:cNvSpPr>
                <a:spLocks noChangeArrowheads="1"/>
              </p:cNvSpPr>
              <p:nvPr/>
            </p:nvSpPr>
            <p:spPr bwMode="auto">
              <a:xfrm>
                <a:off x="4337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0" name="Rectangle 194"/>
              <p:cNvSpPr>
                <a:spLocks noChangeArrowheads="1"/>
              </p:cNvSpPr>
              <p:nvPr/>
            </p:nvSpPr>
            <p:spPr bwMode="auto">
              <a:xfrm>
                <a:off x="3053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1" name="Rectangle 195"/>
              <p:cNvSpPr>
                <a:spLocks noChangeArrowheads="1"/>
              </p:cNvSpPr>
              <p:nvPr/>
            </p:nvSpPr>
            <p:spPr bwMode="auto">
              <a:xfrm>
                <a:off x="3197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2" name="Rectangle 196"/>
              <p:cNvSpPr>
                <a:spLocks noChangeArrowheads="1"/>
              </p:cNvSpPr>
              <p:nvPr/>
            </p:nvSpPr>
            <p:spPr bwMode="auto">
              <a:xfrm>
                <a:off x="3341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3" name="Rectangle 197"/>
              <p:cNvSpPr>
                <a:spLocks noChangeArrowheads="1"/>
              </p:cNvSpPr>
              <p:nvPr/>
            </p:nvSpPr>
            <p:spPr bwMode="auto">
              <a:xfrm>
                <a:off x="3485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4" name="Rectangle 198"/>
              <p:cNvSpPr>
                <a:spLocks noChangeArrowheads="1"/>
              </p:cNvSpPr>
              <p:nvPr/>
            </p:nvSpPr>
            <p:spPr bwMode="auto">
              <a:xfrm>
                <a:off x="3627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5" name="Rectangle 199"/>
              <p:cNvSpPr>
                <a:spLocks noChangeArrowheads="1"/>
              </p:cNvSpPr>
              <p:nvPr/>
            </p:nvSpPr>
            <p:spPr bwMode="auto">
              <a:xfrm>
                <a:off x="3766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6" name="Rectangle 200"/>
              <p:cNvSpPr>
                <a:spLocks noChangeArrowheads="1"/>
              </p:cNvSpPr>
              <p:nvPr/>
            </p:nvSpPr>
            <p:spPr bwMode="auto">
              <a:xfrm>
                <a:off x="3910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7" name="Rectangle 201"/>
              <p:cNvSpPr>
                <a:spLocks noChangeArrowheads="1"/>
              </p:cNvSpPr>
              <p:nvPr/>
            </p:nvSpPr>
            <p:spPr bwMode="auto">
              <a:xfrm>
                <a:off x="4054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8" name="Rectangle 202"/>
              <p:cNvSpPr>
                <a:spLocks noChangeArrowheads="1"/>
              </p:cNvSpPr>
              <p:nvPr/>
            </p:nvSpPr>
            <p:spPr bwMode="auto">
              <a:xfrm>
                <a:off x="4198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19" name="Rectangle 203"/>
              <p:cNvSpPr>
                <a:spLocks noChangeArrowheads="1"/>
              </p:cNvSpPr>
              <p:nvPr/>
            </p:nvSpPr>
            <p:spPr bwMode="auto">
              <a:xfrm>
                <a:off x="4337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0" name="Rectangle 204"/>
              <p:cNvSpPr>
                <a:spLocks noChangeArrowheads="1"/>
              </p:cNvSpPr>
              <p:nvPr/>
            </p:nvSpPr>
            <p:spPr bwMode="auto">
              <a:xfrm>
                <a:off x="3053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1" name="Rectangle 205"/>
              <p:cNvSpPr>
                <a:spLocks noChangeArrowheads="1"/>
              </p:cNvSpPr>
              <p:nvPr/>
            </p:nvSpPr>
            <p:spPr bwMode="auto">
              <a:xfrm>
                <a:off x="3197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2" name="Rectangle 206"/>
              <p:cNvSpPr>
                <a:spLocks noChangeArrowheads="1"/>
              </p:cNvSpPr>
              <p:nvPr/>
            </p:nvSpPr>
            <p:spPr bwMode="auto">
              <a:xfrm>
                <a:off x="3341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3" name="Rectangle 207"/>
              <p:cNvSpPr>
                <a:spLocks noChangeArrowheads="1"/>
              </p:cNvSpPr>
              <p:nvPr/>
            </p:nvSpPr>
            <p:spPr bwMode="auto">
              <a:xfrm>
                <a:off x="3485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4" name="Rectangle 208"/>
              <p:cNvSpPr>
                <a:spLocks noChangeArrowheads="1"/>
              </p:cNvSpPr>
              <p:nvPr/>
            </p:nvSpPr>
            <p:spPr bwMode="auto">
              <a:xfrm>
                <a:off x="3627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5" name="Rectangle 209"/>
              <p:cNvSpPr>
                <a:spLocks noChangeArrowheads="1"/>
              </p:cNvSpPr>
              <p:nvPr/>
            </p:nvSpPr>
            <p:spPr bwMode="auto">
              <a:xfrm>
                <a:off x="3766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6" name="Rectangle 210"/>
              <p:cNvSpPr>
                <a:spLocks noChangeArrowheads="1"/>
              </p:cNvSpPr>
              <p:nvPr/>
            </p:nvSpPr>
            <p:spPr bwMode="auto">
              <a:xfrm>
                <a:off x="3910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7" name="Rectangle 211"/>
              <p:cNvSpPr>
                <a:spLocks noChangeArrowheads="1"/>
              </p:cNvSpPr>
              <p:nvPr/>
            </p:nvSpPr>
            <p:spPr bwMode="auto">
              <a:xfrm>
                <a:off x="4054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8" name="Rectangle 212"/>
              <p:cNvSpPr>
                <a:spLocks noChangeArrowheads="1"/>
              </p:cNvSpPr>
              <p:nvPr/>
            </p:nvSpPr>
            <p:spPr bwMode="auto">
              <a:xfrm>
                <a:off x="4198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29" name="Rectangle 213"/>
              <p:cNvSpPr>
                <a:spLocks noChangeArrowheads="1"/>
              </p:cNvSpPr>
              <p:nvPr/>
            </p:nvSpPr>
            <p:spPr bwMode="auto">
              <a:xfrm>
                <a:off x="4337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0" name="Rectangle 214"/>
              <p:cNvSpPr>
                <a:spLocks noChangeArrowheads="1"/>
              </p:cNvSpPr>
              <p:nvPr/>
            </p:nvSpPr>
            <p:spPr bwMode="auto">
              <a:xfrm>
                <a:off x="4476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1" name="Rectangle 215"/>
              <p:cNvSpPr>
                <a:spLocks noChangeArrowheads="1"/>
              </p:cNvSpPr>
              <p:nvPr/>
            </p:nvSpPr>
            <p:spPr bwMode="auto">
              <a:xfrm>
                <a:off x="4620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2" name="Rectangle 216"/>
              <p:cNvSpPr>
                <a:spLocks noChangeArrowheads="1"/>
              </p:cNvSpPr>
              <p:nvPr/>
            </p:nvSpPr>
            <p:spPr bwMode="auto">
              <a:xfrm>
                <a:off x="4764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3" name="Rectangle 217"/>
              <p:cNvSpPr>
                <a:spLocks noChangeArrowheads="1"/>
              </p:cNvSpPr>
              <p:nvPr/>
            </p:nvSpPr>
            <p:spPr bwMode="auto">
              <a:xfrm>
                <a:off x="4908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4" name="Rectangle 218"/>
              <p:cNvSpPr>
                <a:spLocks noChangeArrowheads="1"/>
              </p:cNvSpPr>
              <p:nvPr/>
            </p:nvSpPr>
            <p:spPr bwMode="auto">
              <a:xfrm>
                <a:off x="5052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5" name="Rectangle 219"/>
              <p:cNvSpPr>
                <a:spLocks noChangeArrowheads="1"/>
              </p:cNvSpPr>
              <p:nvPr/>
            </p:nvSpPr>
            <p:spPr bwMode="auto">
              <a:xfrm>
                <a:off x="5191" y="3121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6" name="Rectangle 220"/>
              <p:cNvSpPr>
                <a:spLocks noChangeArrowheads="1"/>
              </p:cNvSpPr>
              <p:nvPr/>
            </p:nvSpPr>
            <p:spPr bwMode="auto">
              <a:xfrm>
                <a:off x="4476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7" name="Rectangle 221"/>
              <p:cNvSpPr>
                <a:spLocks noChangeArrowheads="1"/>
              </p:cNvSpPr>
              <p:nvPr/>
            </p:nvSpPr>
            <p:spPr bwMode="auto">
              <a:xfrm>
                <a:off x="4620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8" name="Rectangle 222"/>
              <p:cNvSpPr>
                <a:spLocks noChangeArrowheads="1"/>
              </p:cNvSpPr>
              <p:nvPr/>
            </p:nvSpPr>
            <p:spPr bwMode="auto">
              <a:xfrm>
                <a:off x="4764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39" name="Rectangle 223"/>
              <p:cNvSpPr>
                <a:spLocks noChangeArrowheads="1"/>
              </p:cNvSpPr>
              <p:nvPr/>
            </p:nvSpPr>
            <p:spPr bwMode="auto">
              <a:xfrm>
                <a:off x="4908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0" name="Rectangle 224"/>
              <p:cNvSpPr>
                <a:spLocks noChangeArrowheads="1"/>
              </p:cNvSpPr>
              <p:nvPr/>
            </p:nvSpPr>
            <p:spPr bwMode="auto">
              <a:xfrm>
                <a:off x="5052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1" name="Rectangle 225"/>
              <p:cNvSpPr>
                <a:spLocks noChangeArrowheads="1"/>
              </p:cNvSpPr>
              <p:nvPr/>
            </p:nvSpPr>
            <p:spPr bwMode="auto">
              <a:xfrm>
                <a:off x="5191" y="3263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2" name="Rectangle 226"/>
              <p:cNvSpPr>
                <a:spLocks noChangeArrowheads="1"/>
              </p:cNvSpPr>
              <p:nvPr/>
            </p:nvSpPr>
            <p:spPr bwMode="auto">
              <a:xfrm>
                <a:off x="4476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3" name="Rectangle 227"/>
              <p:cNvSpPr>
                <a:spLocks noChangeArrowheads="1"/>
              </p:cNvSpPr>
              <p:nvPr/>
            </p:nvSpPr>
            <p:spPr bwMode="auto">
              <a:xfrm>
                <a:off x="4620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4" name="Rectangle 228"/>
              <p:cNvSpPr>
                <a:spLocks noChangeArrowheads="1"/>
              </p:cNvSpPr>
              <p:nvPr/>
            </p:nvSpPr>
            <p:spPr bwMode="auto">
              <a:xfrm>
                <a:off x="4764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5" name="Rectangle 229"/>
              <p:cNvSpPr>
                <a:spLocks noChangeArrowheads="1"/>
              </p:cNvSpPr>
              <p:nvPr/>
            </p:nvSpPr>
            <p:spPr bwMode="auto">
              <a:xfrm>
                <a:off x="4908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6" name="Rectangle 230"/>
              <p:cNvSpPr>
                <a:spLocks noChangeArrowheads="1"/>
              </p:cNvSpPr>
              <p:nvPr/>
            </p:nvSpPr>
            <p:spPr bwMode="auto">
              <a:xfrm>
                <a:off x="5052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7" name="Rectangle 231"/>
              <p:cNvSpPr>
                <a:spLocks noChangeArrowheads="1"/>
              </p:cNvSpPr>
              <p:nvPr/>
            </p:nvSpPr>
            <p:spPr bwMode="auto">
              <a:xfrm>
                <a:off x="5191" y="3407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8" name="Rectangle 232"/>
              <p:cNvSpPr>
                <a:spLocks noChangeArrowheads="1"/>
              </p:cNvSpPr>
              <p:nvPr/>
            </p:nvSpPr>
            <p:spPr bwMode="auto">
              <a:xfrm>
                <a:off x="4476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49" name="Rectangle 233"/>
              <p:cNvSpPr>
                <a:spLocks noChangeArrowheads="1"/>
              </p:cNvSpPr>
              <p:nvPr/>
            </p:nvSpPr>
            <p:spPr bwMode="auto">
              <a:xfrm>
                <a:off x="4620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0" name="Rectangle 234"/>
              <p:cNvSpPr>
                <a:spLocks noChangeArrowheads="1"/>
              </p:cNvSpPr>
              <p:nvPr/>
            </p:nvSpPr>
            <p:spPr bwMode="auto">
              <a:xfrm>
                <a:off x="4764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1" name="Rectangle 235"/>
              <p:cNvSpPr>
                <a:spLocks noChangeArrowheads="1"/>
              </p:cNvSpPr>
              <p:nvPr/>
            </p:nvSpPr>
            <p:spPr bwMode="auto">
              <a:xfrm>
                <a:off x="4908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2" name="Rectangle 236"/>
              <p:cNvSpPr>
                <a:spLocks noChangeArrowheads="1"/>
              </p:cNvSpPr>
              <p:nvPr/>
            </p:nvSpPr>
            <p:spPr bwMode="auto">
              <a:xfrm>
                <a:off x="5052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3" name="Rectangle 237"/>
              <p:cNvSpPr>
                <a:spLocks noChangeArrowheads="1"/>
              </p:cNvSpPr>
              <p:nvPr/>
            </p:nvSpPr>
            <p:spPr bwMode="auto">
              <a:xfrm>
                <a:off x="5191" y="3549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4" name="Rectangle 238"/>
              <p:cNvSpPr>
                <a:spLocks noChangeArrowheads="1"/>
              </p:cNvSpPr>
              <p:nvPr/>
            </p:nvSpPr>
            <p:spPr bwMode="auto">
              <a:xfrm>
                <a:off x="4476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5" name="Rectangle 239"/>
              <p:cNvSpPr>
                <a:spLocks noChangeArrowheads="1"/>
              </p:cNvSpPr>
              <p:nvPr/>
            </p:nvSpPr>
            <p:spPr bwMode="auto">
              <a:xfrm>
                <a:off x="4620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6" name="Rectangle 240"/>
              <p:cNvSpPr>
                <a:spLocks noChangeArrowheads="1"/>
              </p:cNvSpPr>
              <p:nvPr/>
            </p:nvSpPr>
            <p:spPr bwMode="auto">
              <a:xfrm>
                <a:off x="4764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7" name="Rectangle 241"/>
              <p:cNvSpPr>
                <a:spLocks noChangeArrowheads="1"/>
              </p:cNvSpPr>
              <p:nvPr/>
            </p:nvSpPr>
            <p:spPr bwMode="auto">
              <a:xfrm>
                <a:off x="4908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8" name="Rectangle 242"/>
              <p:cNvSpPr>
                <a:spLocks noChangeArrowheads="1"/>
              </p:cNvSpPr>
              <p:nvPr/>
            </p:nvSpPr>
            <p:spPr bwMode="auto">
              <a:xfrm>
                <a:off x="5052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759" name="Rectangle 243"/>
              <p:cNvSpPr>
                <a:spLocks noChangeArrowheads="1"/>
              </p:cNvSpPr>
              <p:nvPr/>
            </p:nvSpPr>
            <p:spPr bwMode="auto">
              <a:xfrm>
                <a:off x="5191" y="3686"/>
                <a:ext cx="139" cy="139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sp>
          <p:nvSpPr>
            <p:cNvPr id="106502" name="Line 244"/>
            <p:cNvSpPr>
              <a:spLocks noChangeShapeType="1"/>
            </p:cNvSpPr>
            <p:nvPr/>
          </p:nvSpPr>
          <p:spPr bwMode="auto">
            <a:xfrm>
              <a:off x="3053" y="1698"/>
              <a:ext cx="2411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6503" name="Line 245"/>
            <p:cNvSpPr>
              <a:spLocks noChangeShapeType="1"/>
            </p:cNvSpPr>
            <p:nvPr/>
          </p:nvSpPr>
          <p:spPr bwMode="auto">
            <a:xfrm>
              <a:off x="3053" y="1698"/>
              <a:ext cx="0" cy="2238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6504" name="Text Box 246"/>
            <p:cNvSpPr txBox="1">
              <a:spLocks noChangeArrowheads="1"/>
            </p:cNvSpPr>
            <p:nvPr/>
          </p:nvSpPr>
          <p:spPr bwMode="auto">
            <a:xfrm>
              <a:off x="2720" y="1466"/>
              <a:ext cx="686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Origin</a:t>
              </a:r>
            </a:p>
          </p:txBody>
        </p:sp>
        <p:sp>
          <p:nvSpPr>
            <p:cNvPr id="106505" name="Text Box 247"/>
            <p:cNvSpPr txBox="1">
              <a:spLocks noChangeArrowheads="1"/>
            </p:cNvSpPr>
            <p:nvPr/>
          </p:nvSpPr>
          <p:spPr bwMode="auto">
            <a:xfrm>
              <a:off x="5328" y="1467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06506" name="Text Box 248"/>
            <p:cNvSpPr txBox="1">
              <a:spLocks noChangeArrowheads="1"/>
            </p:cNvSpPr>
            <p:nvPr/>
          </p:nvSpPr>
          <p:spPr bwMode="auto">
            <a:xfrm>
              <a:off x="2872" y="3806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06507" name="Text Box 249"/>
            <p:cNvSpPr txBox="1">
              <a:spLocks noChangeArrowheads="1"/>
            </p:cNvSpPr>
            <p:nvPr/>
          </p:nvSpPr>
          <p:spPr bwMode="auto">
            <a:xfrm>
              <a:off x="4481" y="3823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  <p:grpSp>
          <p:nvGrpSpPr>
            <p:cNvPr id="106508" name="Group 250"/>
            <p:cNvGrpSpPr>
              <a:grpSpLocks/>
            </p:cNvGrpSpPr>
            <p:nvPr/>
          </p:nvGrpSpPr>
          <p:grpSpPr bwMode="auto">
            <a:xfrm>
              <a:off x="4330" y="2687"/>
              <a:ext cx="426" cy="425"/>
              <a:chOff x="4330" y="2687"/>
              <a:chExt cx="426" cy="425"/>
            </a:xfrm>
          </p:grpSpPr>
          <p:sp>
            <p:nvSpPr>
              <p:cNvPr id="106511" name="Rectangle 251"/>
              <p:cNvSpPr>
                <a:spLocks noChangeArrowheads="1"/>
              </p:cNvSpPr>
              <p:nvPr/>
            </p:nvSpPr>
            <p:spPr bwMode="auto">
              <a:xfrm>
                <a:off x="4330" y="2687"/>
                <a:ext cx="139" cy="139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12" name="Rectangle 252"/>
              <p:cNvSpPr>
                <a:spLocks noChangeArrowheads="1"/>
              </p:cNvSpPr>
              <p:nvPr/>
            </p:nvSpPr>
            <p:spPr bwMode="auto">
              <a:xfrm>
                <a:off x="4474" y="2687"/>
                <a:ext cx="139" cy="139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13" name="Rectangle 253"/>
              <p:cNvSpPr>
                <a:spLocks noChangeArrowheads="1"/>
              </p:cNvSpPr>
              <p:nvPr/>
            </p:nvSpPr>
            <p:spPr bwMode="auto">
              <a:xfrm>
                <a:off x="4618" y="2687"/>
                <a:ext cx="139" cy="139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14" name="Rectangle 254"/>
              <p:cNvSpPr>
                <a:spLocks noChangeArrowheads="1"/>
              </p:cNvSpPr>
              <p:nvPr/>
            </p:nvSpPr>
            <p:spPr bwMode="auto">
              <a:xfrm>
                <a:off x="4330" y="2829"/>
                <a:ext cx="139" cy="139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15" name="Rectangle 255"/>
              <p:cNvSpPr>
                <a:spLocks noChangeArrowheads="1"/>
              </p:cNvSpPr>
              <p:nvPr/>
            </p:nvSpPr>
            <p:spPr bwMode="auto">
              <a:xfrm>
                <a:off x="4474" y="2829"/>
                <a:ext cx="139" cy="139"/>
              </a:xfrm>
              <a:prstGeom prst="rect">
                <a:avLst/>
              </a:prstGeom>
              <a:solidFill>
                <a:srgbClr val="000080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16" name="Rectangle 256"/>
              <p:cNvSpPr>
                <a:spLocks noChangeArrowheads="1"/>
              </p:cNvSpPr>
              <p:nvPr/>
            </p:nvSpPr>
            <p:spPr bwMode="auto">
              <a:xfrm>
                <a:off x="4618" y="2829"/>
                <a:ext cx="139" cy="139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17" name="Rectangle 257"/>
              <p:cNvSpPr>
                <a:spLocks noChangeArrowheads="1"/>
              </p:cNvSpPr>
              <p:nvPr/>
            </p:nvSpPr>
            <p:spPr bwMode="auto">
              <a:xfrm>
                <a:off x="4330" y="2973"/>
                <a:ext cx="139" cy="139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18" name="Rectangle 258"/>
              <p:cNvSpPr>
                <a:spLocks noChangeArrowheads="1"/>
              </p:cNvSpPr>
              <p:nvPr/>
            </p:nvSpPr>
            <p:spPr bwMode="auto">
              <a:xfrm>
                <a:off x="4474" y="2973"/>
                <a:ext cx="139" cy="139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06519" name="Rectangle 259"/>
              <p:cNvSpPr>
                <a:spLocks noChangeArrowheads="1"/>
              </p:cNvSpPr>
              <p:nvPr/>
            </p:nvSpPr>
            <p:spPr bwMode="auto">
              <a:xfrm>
                <a:off x="4618" y="2973"/>
                <a:ext cx="139" cy="139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sp>
          <p:nvSpPr>
            <p:cNvPr id="106509" name="Text Box 260"/>
            <p:cNvSpPr txBox="1">
              <a:spLocks noChangeArrowheads="1"/>
            </p:cNvSpPr>
            <p:nvPr/>
          </p:nvSpPr>
          <p:spPr bwMode="auto">
            <a:xfrm>
              <a:off x="5404" y="2677"/>
              <a:ext cx="49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(x, y)</a:t>
              </a:r>
            </a:p>
          </p:txBody>
        </p:sp>
        <p:cxnSp>
          <p:nvCxnSpPr>
            <p:cNvPr id="106510" name="AutoShape 261"/>
            <p:cNvCxnSpPr>
              <a:cxnSpLocks noChangeShapeType="1"/>
              <a:stCxn id="106509" idx="1"/>
            </p:cNvCxnSpPr>
            <p:nvPr/>
          </p:nvCxnSpPr>
          <p:spPr bwMode="auto">
            <a:xfrm flipH="1">
              <a:off x="3636" y="2626"/>
              <a:ext cx="879" cy="136"/>
            </a:xfrm>
            <a:prstGeom prst="curvedConnector3">
              <a:avLst>
                <a:gd name="adj1" fmla="val 50000"/>
              </a:avLst>
            </a:prstGeom>
            <a:noFill/>
            <a:ln w="22320">
              <a:solidFill>
                <a:srgbClr val="00008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6500" name="Text Box 262"/>
          <p:cNvSpPr txBox="1">
            <a:spLocks noChangeArrowheads="1"/>
          </p:cNvSpPr>
          <p:nvPr/>
        </p:nvSpPr>
        <p:spPr bwMode="auto">
          <a:xfrm>
            <a:off x="1981201" y="1333500"/>
            <a:ext cx="8474075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Most spatial domain enhancement operations can be reduced to the form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g (x, y) = T[ f (x, y)]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where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f (x, y)</a:t>
            </a:r>
            <a:r>
              <a:rPr lang="en-IE" altLang="en-US" sz="3200">
                <a:solidFill>
                  <a:srgbClr val="000000"/>
                </a:solidFill>
              </a:rPr>
              <a:t> is the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input image,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g (x, y)</a:t>
            </a:r>
            <a:r>
              <a:rPr lang="en-IE" altLang="en-US" sz="3200">
                <a:solidFill>
                  <a:srgbClr val="000000"/>
                </a:solidFill>
              </a:rPr>
              <a:t> is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the processed image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and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IE" altLang="en-US" sz="3200">
                <a:solidFill>
                  <a:srgbClr val="000000"/>
                </a:solidFill>
              </a:rPr>
              <a:t> is some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operator defined over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some neighbourhood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of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(x, y)</a:t>
            </a:r>
          </a:p>
        </p:txBody>
      </p:sp>
    </p:spTree>
    <p:extLst>
      <p:ext uri="{BB962C8B-B14F-4D97-AF65-F5344CB8AC3E}">
        <p14:creationId xmlns:p14="http://schemas.microsoft.com/office/powerpoint/2010/main" val="3457448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Point Processing</a:t>
            </a:r>
          </a:p>
        </p:txBody>
      </p:sp>
      <p:sp>
        <p:nvSpPr>
          <p:cNvPr id="10854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simplest spatial domain operations occur when the neighbourhood is simply the pixel itself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In this case </a:t>
            </a:r>
            <a:r>
              <a:rPr lang="en-IE" altLang="en-US" sz="36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IE" altLang="en-US" sz="3200">
                <a:solidFill>
                  <a:srgbClr val="000000"/>
                </a:solidFill>
              </a:rPr>
              <a:t> is referred to as a </a:t>
            </a:r>
            <a:r>
              <a:rPr lang="en-IE" altLang="en-US" sz="3200" i="1">
                <a:solidFill>
                  <a:srgbClr val="000000"/>
                </a:solidFill>
              </a:rPr>
              <a:t>grey level transformation function </a:t>
            </a:r>
            <a:r>
              <a:rPr lang="en-IE" altLang="en-US" sz="3200">
                <a:solidFill>
                  <a:srgbClr val="000000"/>
                </a:solidFill>
              </a:rPr>
              <a:t>or a </a:t>
            </a:r>
            <a:r>
              <a:rPr lang="en-IE" altLang="en-US" sz="3200" i="1">
                <a:solidFill>
                  <a:srgbClr val="000000"/>
                </a:solidFill>
              </a:rPr>
              <a:t>point processing operation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Point processing operations take the form</a:t>
            </a:r>
          </a:p>
          <a:p>
            <a:pPr algn="ctr"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s = T ( r )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where </a:t>
            </a:r>
            <a:r>
              <a:rPr lang="en-IE" altLang="en-US" sz="36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E" altLang="en-US" sz="3200">
                <a:solidFill>
                  <a:srgbClr val="000000"/>
                </a:solidFill>
              </a:rPr>
              <a:t> refers to the processed image pixel value and </a:t>
            </a:r>
            <a:r>
              <a:rPr lang="en-IE" altLang="en-US" sz="36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E" altLang="en-US" sz="3200">
                <a:solidFill>
                  <a:srgbClr val="000000"/>
                </a:solidFill>
              </a:rPr>
              <a:t> refers to the original image pixel value</a:t>
            </a:r>
          </a:p>
        </p:txBody>
      </p:sp>
    </p:spTree>
    <p:extLst>
      <p:ext uri="{BB962C8B-B14F-4D97-AF65-F5344CB8AC3E}">
        <p14:creationId xmlns:p14="http://schemas.microsoft.com/office/powerpoint/2010/main" val="11882453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Point Processing Example: 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Negative Images</a:t>
            </a:r>
          </a:p>
        </p:txBody>
      </p:sp>
      <p:sp>
        <p:nvSpPr>
          <p:cNvPr id="110595" name="Text Box 2"/>
          <p:cNvSpPr txBox="1">
            <a:spLocks noChangeArrowheads="1"/>
          </p:cNvSpPr>
          <p:nvPr/>
        </p:nvSpPr>
        <p:spPr bwMode="auto">
          <a:xfrm>
            <a:off x="1981200" y="1333501"/>
            <a:ext cx="8229600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Negative images are useful for enhancing white or grey detail embedded in dark regions of an image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Note how much clearer the tissue is in the negative image of the mammogram below</a:t>
            </a:r>
          </a:p>
        </p:txBody>
      </p:sp>
      <p:pic>
        <p:nvPicPr>
          <p:cNvPr id="1105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521"/>
          <a:stretch>
            <a:fillRect/>
          </a:stretch>
        </p:blipFill>
        <p:spPr bwMode="auto">
          <a:xfrm>
            <a:off x="2835276" y="3848101"/>
            <a:ext cx="249396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3" r="20433"/>
          <a:stretch>
            <a:fillRect/>
          </a:stretch>
        </p:blipFill>
        <p:spPr bwMode="auto">
          <a:xfrm>
            <a:off x="6921500" y="3848101"/>
            <a:ext cx="2495550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8" name="AutoShape 5"/>
          <p:cNvSpPr>
            <a:spLocks noChangeArrowheads="1"/>
          </p:cNvSpPr>
          <p:nvPr/>
        </p:nvSpPr>
        <p:spPr bwMode="auto">
          <a:xfrm>
            <a:off x="5357813" y="4921251"/>
            <a:ext cx="1566862" cy="849313"/>
          </a:xfrm>
          <a:prstGeom prst="rightArrow">
            <a:avLst>
              <a:gd name="adj1" fmla="val 50000"/>
              <a:gd name="adj2" fmla="val 46121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FFFFFF"/>
                </a:solidFill>
                <a:latin typeface="Times New Roman" panose="02020603050405020304" pitchFamily="18" charset="0"/>
              </a:rPr>
              <a:t>s = 1.0 - r</a:t>
            </a:r>
          </a:p>
        </p:txBody>
      </p:sp>
      <p:sp>
        <p:nvSpPr>
          <p:cNvPr id="110599" name="Text Box 6"/>
          <p:cNvSpPr txBox="1">
            <a:spLocks noChangeArrowheads="1"/>
          </p:cNvSpPr>
          <p:nvPr/>
        </p:nvSpPr>
        <p:spPr bwMode="auto">
          <a:xfrm>
            <a:off x="1736725" y="5024439"/>
            <a:ext cx="1100138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Original Image</a:t>
            </a:r>
          </a:p>
        </p:txBody>
      </p:sp>
      <p:sp>
        <p:nvSpPr>
          <p:cNvPr id="110600" name="Text Box 7"/>
          <p:cNvSpPr txBox="1">
            <a:spLocks noChangeArrowheads="1"/>
          </p:cNvSpPr>
          <p:nvPr/>
        </p:nvSpPr>
        <p:spPr bwMode="auto">
          <a:xfrm>
            <a:off x="9413876" y="5024439"/>
            <a:ext cx="12541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Negative Image</a:t>
            </a:r>
          </a:p>
        </p:txBody>
      </p:sp>
      <p:grpSp>
        <p:nvGrpSpPr>
          <p:cNvPr id="110601" name="Group 8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10602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603" name="Rectangle 10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4594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Point Processing Example: 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Negative Images (cont…)</a:t>
            </a:r>
          </a:p>
        </p:txBody>
      </p:sp>
      <p:grpSp>
        <p:nvGrpSpPr>
          <p:cNvPr id="112643" name="Group 2"/>
          <p:cNvGrpSpPr>
            <a:grpSpLocks/>
          </p:cNvGrpSpPr>
          <p:nvPr/>
        </p:nvGrpSpPr>
        <p:grpSpPr bwMode="auto">
          <a:xfrm>
            <a:off x="2438400" y="1446214"/>
            <a:ext cx="3141664" cy="2894013"/>
            <a:chOff x="576" y="911"/>
            <a:chExt cx="1979" cy="1823"/>
          </a:xfrm>
        </p:grpSpPr>
        <p:sp>
          <p:nvSpPr>
            <p:cNvPr id="112701" name="Rectangle 3"/>
            <p:cNvSpPr>
              <a:spLocks noChangeArrowheads="1"/>
            </p:cNvSpPr>
            <p:nvPr/>
          </p:nvSpPr>
          <p:spPr bwMode="auto">
            <a:xfrm>
              <a:off x="789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02" name="Rectangle 4"/>
            <p:cNvSpPr>
              <a:spLocks noChangeArrowheads="1"/>
            </p:cNvSpPr>
            <p:nvPr/>
          </p:nvSpPr>
          <p:spPr bwMode="auto">
            <a:xfrm>
              <a:off x="978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03" name="Rectangle 5"/>
            <p:cNvSpPr>
              <a:spLocks noChangeArrowheads="1"/>
            </p:cNvSpPr>
            <p:nvPr/>
          </p:nvSpPr>
          <p:spPr bwMode="auto">
            <a:xfrm>
              <a:off x="1166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04" name="Rectangle 6"/>
            <p:cNvSpPr>
              <a:spLocks noChangeArrowheads="1"/>
            </p:cNvSpPr>
            <p:nvPr/>
          </p:nvSpPr>
          <p:spPr bwMode="auto">
            <a:xfrm>
              <a:off x="1352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05" name="Rectangle 7"/>
            <p:cNvSpPr>
              <a:spLocks noChangeArrowheads="1"/>
            </p:cNvSpPr>
            <p:nvPr/>
          </p:nvSpPr>
          <p:spPr bwMode="auto">
            <a:xfrm>
              <a:off x="1541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06" name="Rectangle 8"/>
            <p:cNvSpPr>
              <a:spLocks noChangeArrowheads="1"/>
            </p:cNvSpPr>
            <p:nvPr/>
          </p:nvSpPr>
          <p:spPr bwMode="auto">
            <a:xfrm>
              <a:off x="1722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07" name="Rectangle 9"/>
            <p:cNvSpPr>
              <a:spLocks noChangeArrowheads="1"/>
            </p:cNvSpPr>
            <p:nvPr/>
          </p:nvSpPr>
          <p:spPr bwMode="auto">
            <a:xfrm>
              <a:off x="1911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08" name="Rectangle 10"/>
            <p:cNvSpPr>
              <a:spLocks noChangeArrowheads="1"/>
            </p:cNvSpPr>
            <p:nvPr/>
          </p:nvSpPr>
          <p:spPr bwMode="auto">
            <a:xfrm>
              <a:off x="789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09" name="Rectangle 11"/>
            <p:cNvSpPr>
              <a:spLocks noChangeArrowheads="1"/>
            </p:cNvSpPr>
            <p:nvPr/>
          </p:nvSpPr>
          <p:spPr bwMode="auto">
            <a:xfrm>
              <a:off x="978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0" name="Rectangle 12"/>
            <p:cNvSpPr>
              <a:spLocks noChangeArrowheads="1"/>
            </p:cNvSpPr>
            <p:nvPr/>
          </p:nvSpPr>
          <p:spPr bwMode="auto">
            <a:xfrm>
              <a:off x="1166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1" name="Rectangle 13"/>
            <p:cNvSpPr>
              <a:spLocks noChangeArrowheads="1"/>
            </p:cNvSpPr>
            <p:nvPr/>
          </p:nvSpPr>
          <p:spPr bwMode="auto">
            <a:xfrm>
              <a:off x="1352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2" name="Rectangle 14"/>
            <p:cNvSpPr>
              <a:spLocks noChangeArrowheads="1"/>
            </p:cNvSpPr>
            <p:nvPr/>
          </p:nvSpPr>
          <p:spPr bwMode="auto">
            <a:xfrm>
              <a:off x="1541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3" name="Rectangle 15"/>
            <p:cNvSpPr>
              <a:spLocks noChangeArrowheads="1"/>
            </p:cNvSpPr>
            <p:nvPr/>
          </p:nvSpPr>
          <p:spPr bwMode="auto">
            <a:xfrm>
              <a:off x="1722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4" name="Rectangle 16"/>
            <p:cNvSpPr>
              <a:spLocks noChangeArrowheads="1"/>
            </p:cNvSpPr>
            <p:nvPr/>
          </p:nvSpPr>
          <p:spPr bwMode="auto">
            <a:xfrm>
              <a:off x="1911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5" name="Rectangle 17"/>
            <p:cNvSpPr>
              <a:spLocks noChangeArrowheads="1"/>
            </p:cNvSpPr>
            <p:nvPr/>
          </p:nvSpPr>
          <p:spPr bwMode="auto">
            <a:xfrm>
              <a:off x="789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6" name="Rectangle 18"/>
            <p:cNvSpPr>
              <a:spLocks noChangeArrowheads="1"/>
            </p:cNvSpPr>
            <p:nvPr/>
          </p:nvSpPr>
          <p:spPr bwMode="auto">
            <a:xfrm>
              <a:off x="978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7" name="Rectangle 19"/>
            <p:cNvSpPr>
              <a:spLocks noChangeArrowheads="1"/>
            </p:cNvSpPr>
            <p:nvPr/>
          </p:nvSpPr>
          <p:spPr bwMode="auto">
            <a:xfrm>
              <a:off x="1166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8" name="Rectangle 20"/>
            <p:cNvSpPr>
              <a:spLocks noChangeArrowheads="1"/>
            </p:cNvSpPr>
            <p:nvPr/>
          </p:nvSpPr>
          <p:spPr bwMode="auto">
            <a:xfrm>
              <a:off x="1352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19" name="Rectangle 21"/>
            <p:cNvSpPr>
              <a:spLocks noChangeArrowheads="1"/>
            </p:cNvSpPr>
            <p:nvPr/>
          </p:nvSpPr>
          <p:spPr bwMode="auto">
            <a:xfrm>
              <a:off x="1541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0" name="Rectangle 22"/>
            <p:cNvSpPr>
              <a:spLocks noChangeArrowheads="1"/>
            </p:cNvSpPr>
            <p:nvPr/>
          </p:nvSpPr>
          <p:spPr bwMode="auto">
            <a:xfrm>
              <a:off x="1722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1" name="Rectangle 23"/>
            <p:cNvSpPr>
              <a:spLocks noChangeArrowheads="1"/>
            </p:cNvSpPr>
            <p:nvPr/>
          </p:nvSpPr>
          <p:spPr bwMode="auto">
            <a:xfrm>
              <a:off x="1911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2" name="Rectangle 24"/>
            <p:cNvSpPr>
              <a:spLocks noChangeArrowheads="1"/>
            </p:cNvSpPr>
            <p:nvPr/>
          </p:nvSpPr>
          <p:spPr bwMode="auto">
            <a:xfrm>
              <a:off x="789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3" name="Rectangle 25"/>
            <p:cNvSpPr>
              <a:spLocks noChangeArrowheads="1"/>
            </p:cNvSpPr>
            <p:nvPr/>
          </p:nvSpPr>
          <p:spPr bwMode="auto">
            <a:xfrm>
              <a:off x="978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4" name="Rectangle 26"/>
            <p:cNvSpPr>
              <a:spLocks noChangeArrowheads="1"/>
            </p:cNvSpPr>
            <p:nvPr/>
          </p:nvSpPr>
          <p:spPr bwMode="auto">
            <a:xfrm>
              <a:off x="1166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5" name="Rectangle 27"/>
            <p:cNvSpPr>
              <a:spLocks noChangeArrowheads="1"/>
            </p:cNvSpPr>
            <p:nvPr/>
          </p:nvSpPr>
          <p:spPr bwMode="auto">
            <a:xfrm>
              <a:off x="1352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6" name="Rectangle 28"/>
            <p:cNvSpPr>
              <a:spLocks noChangeArrowheads="1"/>
            </p:cNvSpPr>
            <p:nvPr/>
          </p:nvSpPr>
          <p:spPr bwMode="auto">
            <a:xfrm>
              <a:off x="1541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7" name="Rectangle 29"/>
            <p:cNvSpPr>
              <a:spLocks noChangeArrowheads="1"/>
            </p:cNvSpPr>
            <p:nvPr/>
          </p:nvSpPr>
          <p:spPr bwMode="auto">
            <a:xfrm>
              <a:off x="1722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8" name="Rectangle 30"/>
            <p:cNvSpPr>
              <a:spLocks noChangeArrowheads="1"/>
            </p:cNvSpPr>
            <p:nvPr/>
          </p:nvSpPr>
          <p:spPr bwMode="auto">
            <a:xfrm>
              <a:off x="1911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29" name="Rectangle 31"/>
            <p:cNvSpPr>
              <a:spLocks noChangeArrowheads="1"/>
            </p:cNvSpPr>
            <p:nvPr/>
          </p:nvSpPr>
          <p:spPr bwMode="auto">
            <a:xfrm>
              <a:off x="789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0" name="Rectangle 32"/>
            <p:cNvSpPr>
              <a:spLocks noChangeArrowheads="1"/>
            </p:cNvSpPr>
            <p:nvPr/>
          </p:nvSpPr>
          <p:spPr bwMode="auto">
            <a:xfrm>
              <a:off x="978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1" name="Rectangle 33"/>
            <p:cNvSpPr>
              <a:spLocks noChangeArrowheads="1"/>
            </p:cNvSpPr>
            <p:nvPr/>
          </p:nvSpPr>
          <p:spPr bwMode="auto">
            <a:xfrm>
              <a:off x="1166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2" name="Rectangle 34"/>
            <p:cNvSpPr>
              <a:spLocks noChangeArrowheads="1"/>
            </p:cNvSpPr>
            <p:nvPr/>
          </p:nvSpPr>
          <p:spPr bwMode="auto">
            <a:xfrm>
              <a:off x="1352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3" name="Rectangle 35"/>
            <p:cNvSpPr>
              <a:spLocks noChangeArrowheads="1"/>
            </p:cNvSpPr>
            <p:nvPr/>
          </p:nvSpPr>
          <p:spPr bwMode="auto">
            <a:xfrm>
              <a:off x="1541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4" name="Rectangle 36"/>
            <p:cNvSpPr>
              <a:spLocks noChangeArrowheads="1"/>
            </p:cNvSpPr>
            <p:nvPr/>
          </p:nvSpPr>
          <p:spPr bwMode="auto">
            <a:xfrm>
              <a:off x="1722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5" name="Rectangle 37"/>
            <p:cNvSpPr>
              <a:spLocks noChangeArrowheads="1"/>
            </p:cNvSpPr>
            <p:nvPr/>
          </p:nvSpPr>
          <p:spPr bwMode="auto">
            <a:xfrm>
              <a:off x="1911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6" name="Rectangle 38"/>
            <p:cNvSpPr>
              <a:spLocks noChangeArrowheads="1"/>
            </p:cNvSpPr>
            <p:nvPr/>
          </p:nvSpPr>
          <p:spPr bwMode="auto">
            <a:xfrm>
              <a:off x="789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7" name="Rectangle 39"/>
            <p:cNvSpPr>
              <a:spLocks noChangeArrowheads="1"/>
            </p:cNvSpPr>
            <p:nvPr/>
          </p:nvSpPr>
          <p:spPr bwMode="auto">
            <a:xfrm>
              <a:off x="978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8" name="Rectangle 40"/>
            <p:cNvSpPr>
              <a:spLocks noChangeArrowheads="1"/>
            </p:cNvSpPr>
            <p:nvPr/>
          </p:nvSpPr>
          <p:spPr bwMode="auto">
            <a:xfrm>
              <a:off x="1166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39" name="Rectangle 41"/>
            <p:cNvSpPr>
              <a:spLocks noChangeArrowheads="1"/>
            </p:cNvSpPr>
            <p:nvPr/>
          </p:nvSpPr>
          <p:spPr bwMode="auto">
            <a:xfrm>
              <a:off x="1352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0" name="Rectangle 42"/>
            <p:cNvSpPr>
              <a:spLocks noChangeArrowheads="1"/>
            </p:cNvSpPr>
            <p:nvPr/>
          </p:nvSpPr>
          <p:spPr bwMode="auto">
            <a:xfrm>
              <a:off x="1541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1" name="Rectangle 43"/>
            <p:cNvSpPr>
              <a:spLocks noChangeArrowheads="1"/>
            </p:cNvSpPr>
            <p:nvPr/>
          </p:nvSpPr>
          <p:spPr bwMode="auto">
            <a:xfrm>
              <a:off x="1722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2" name="Rectangle 44"/>
            <p:cNvSpPr>
              <a:spLocks noChangeArrowheads="1"/>
            </p:cNvSpPr>
            <p:nvPr/>
          </p:nvSpPr>
          <p:spPr bwMode="auto">
            <a:xfrm>
              <a:off x="1911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3" name="Rectangle 45"/>
            <p:cNvSpPr>
              <a:spLocks noChangeArrowheads="1"/>
            </p:cNvSpPr>
            <p:nvPr/>
          </p:nvSpPr>
          <p:spPr bwMode="auto">
            <a:xfrm>
              <a:off x="789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4" name="Rectangle 46"/>
            <p:cNvSpPr>
              <a:spLocks noChangeArrowheads="1"/>
            </p:cNvSpPr>
            <p:nvPr/>
          </p:nvSpPr>
          <p:spPr bwMode="auto">
            <a:xfrm>
              <a:off x="978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5" name="Rectangle 47"/>
            <p:cNvSpPr>
              <a:spLocks noChangeArrowheads="1"/>
            </p:cNvSpPr>
            <p:nvPr/>
          </p:nvSpPr>
          <p:spPr bwMode="auto">
            <a:xfrm>
              <a:off x="1166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6" name="Rectangle 48"/>
            <p:cNvSpPr>
              <a:spLocks noChangeArrowheads="1"/>
            </p:cNvSpPr>
            <p:nvPr/>
          </p:nvSpPr>
          <p:spPr bwMode="auto">
            <a:xfrm>
              <a:off x="1352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7" name="Rectangle 49"/>
            <p:cNvSpPr>
              <a:spLocks noChangeArrowheads="1"/>
            </p:cNvSpPr>
            <p:nvPr/>
          </p:nvSpPr>
          <p:spPr bwMode="auto">
            <a:xfrm>
              <a:off x="1541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8" name="Rectangle 50"/>
            <p:cNvSpPr>
              <a:spLocks noChangeArrowheads="1"/>
            </p:cNvSpPr>
            <p:nvPr/>
          </p:nvSpPr>
          <p:spPr bwMode="auto">
            <a:xfrm>
              <a:off x="1722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49" name="Rectangle 51"/>
            <p:cNvSpPr>
              <a:spLocks noChangeArrowheads="1"/>
            </p:cNvSpPr>
            <p:nvPr/>
          </p:nvSpPr>
          <p:spPr bwMode="auto">
            <a:xfrm>
              <a:off x="1911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750" name="Line 52"/>
            <p:cNvSpPr>
              <a:spLocks noChangeShapeType="1"/>
            </p:cNvSpPr>
            <p:nvPr/>
          </p:nvSpPr>
          <p:spPr bwMode="auto">
            <a:xfrm>
              <a:off x="789" y="1198"/>
              <a:ext cx="1461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751" name="Line 53"/>
            <p:cNvSpPr>
              <a:spLocks noChangeShapeType="1"/>
            </p:cNvSpPr>
            <p:nvPr/>
          </p:nvSpPr>
          <p:spPr bwMode="auto">
            <a:xfrm>
              <a:off x="789" y="1198"/>
              <a:ext cx="0" cy="1488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752" name="Text Box 54"/>
            <p:cNvSpPr txBox="1">
              <a:spLocks noChangeArrowheads="1"/>
            </p:cNvSpPr>
            <p:nvPr/>
          </p:nvSpPr>
          <p:spPr bwMode="auto">
            <a:xfrm>
              <a:off x="727" y="911"/>
              <a:ext cx="138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Original Image</a:t>
              </a:r>
            </a:p>
          </p:txBody>
        </p:sp>
        <p:sp>
          <p:nvSpPr>
            <p:cNvPr id="112753" name="Text Box 55"/>
            <p:cNvSpPr txBox="1">
              <a:spLocks noChangeArrowheads="1"/>
            </p:cNvSpPr>
            <p:nvPr/>
          </p:nvSpPr>
          <p:spPr bwMode="auto">
            <a:xfrm>
              <a:off x="2179" y="969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12754" name="Text Box 56"/>
            <p:cNvSpPr txBox="1">
              <a:spLocks noChangeArrowheads="1"/>
            </p:cNvSpPr>
            <p:nvPr/>
          </p:nvSpPr>
          <p:spPr bwMode="auto">
            <a:xfrm>
              <a:off x="576" y="2498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12755" name="Text Box 57"/>
            <p:cNvSpPr txBox="1">
              <a:spLocks noChangeArrowheads="1"/>
            </p:cNvSpPr>
            <p:nvPr/>
          </p:nvSpPr>
          <p:spPr bwMode="auto">
            <a:xfrm>
              <a:off x="1276" y="2500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</p:grpSp>
      <p:grpSp>
        <p:nvGrpSpPr>
          <p:cNvPr id="112644" name="Group 58"/>
          <p:cNvGrpSpPr>
            <a:grpSpLocks/>
          </p:cNvGrpSpPr>
          <p:nvPr/>
        </p:nvGrpSpPr>
        <p:grpSpPr bwMode="auto">
          <a:xfrm>
            <a:off x="6821487" y="1417639"/>
            <a:ext cx="3243261" cy="2919413"/>
            <a:chOff x="3337" y="893"/>
            <a:chExt cx="2043" cy="1839"/>
          </a:xfrm>
        </p:grpSpPr>
        <p:sp>
          <p:nvSpPr>
            <p:cNvPr id="112646" name="Rectangle 59"/>
            <p:cNvSpPr>
              <a:spLocks noChangeArrowheads="1"/>
            </p:cNvSpPr>
            <p:nvPr/>
          </p:nvSpPr>
          <p:spPr bwMode="auto">
            <a:xfrm>
              <a:off x="3550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47" name="Rectangle 60"/>
            <p:cNvSpPr>
              <a:spLocks noChangeArrowheads="1"/>
            </p:cNvSpPr>
            <p:nvPr/>
          </p:nvSpPr>
          <p:spPr bwMode="auto">
            <a:xfrm>
              <a:off x="3739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48" name="Rectangle 61"/>
            <p:cNvSpPr>
              <a:spLocks noChangeArrowheads="1"/>
            </p:cNvSpPr>
            <p:nvPr/>
          </p:nvSpPr>
          <p:spPr bwMode="auto">
            <a:xfrm>
              <a:off x="3927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49" name="Rectangle 62"/>
            <p:cNvSpPr>
              <a:spLocks noChangeArrowheads="1"/>
            </p:cNvSpPr>
            <p:nvPr/>
          </p:nvSpPr>
          <p:spPr bwMode="auto">
            <a:xfrm>
              <a:off x="4114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0" name="Rectangle 63"/>
            <p:cNvSpPr>
              <a:spLocks noChangeArrowheads="1"/>
            </p:cNvSpPr>
            <p:nvPr/>
          </p:nvSpPr>
          <p:spPr bwMode="auto">
            <a:xfrm>
              <a:off x="4303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1" name="Rectangle 64"/>
            <p:cNvSpPr>
              <a:spLocks noChangeArrowheads="1"/>
            </p:cNvSpPr>
            <p:nvPr/>
          </p:nvSpPr>
          <p:spPr bwMode="auto">
            <a:xfrm>
              <a:off x="4484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2" name="Rectangle 65"/>
            <p:cNvSpPr>
              <a:spLocks noChangeArrowheads="1"/>
            </p:cNvSpPr>
            <p:nvPr/>
          </p:nvSpPr>
          <p:spPr bwMode="auto">
            <a:xfrm>
              <a:off x="4673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3" name="Rectangle 66"/>
            <p:cNvSpPr>
              <a:spLocks noChangeArrowheads="1"/>
            </p:cNvSpPr>
            <p:nvPr/>
          </p:nvSpPr>
          <p:spPr bwMode="auto">
            <a:xfrm>
              <a:off x="3550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4" name="Rectangle 67"/>
            <p:cNvSpPr>
              <a:spLocks noChangeArrowheads="1"/>
            </p:cNvSpPr>
            <p:nvPr/>
          </p:nvSpPr>
          <p:spPr bwMode="auto">
            <a:xfrm>
              <a:off x="3739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5" name="Rectangle 68"/>
            <p:cNvSpPr>
              <a:spLocks noChangeArrowheads="1"/>
            </p:cNvSpPr>
            <p:nvPr/>
          </p:nvSpPr>
          <p:spPr bwMode="auto">
            <a:xfrm>
              <a:off x="3927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6" name="Rectangle 69"/>
            <p:cNvSpPr>
              <a:spLocks noChangeArrowheads="1"/>
            </p:cNvSpPr>
            <p:nvPr/>
          </p:nvSpPr>
          <p:spPr bwMode="auto">
            <a:xfrm>
              <a:off x="4114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7" name="Rectangle 70"/>
            <p:cNvSpPr>
              <a:spLocks noChangeArrowheads="1"/>
            </p:cNvSpPr>
            <p:nvPr/>
          </p:nvSpPr>
          <p:spPr bwMode="auto">
            <a:xfrm>
              <a:off x="4303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8" name="Rectangle 71"/>
            <p:cNvSpPr>
              <a:spLocks noChangeArrowheads="1"/>
            </p:cNvSpPr>
            <p:nvPr/>
          </p:nvSpPr>
          <p:spPr bwMode="auto">
            <a:xfrm>
              <a:off x="4484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59" name="Rectangle 72"/>
            <p:cNvSpPr>
              <a:spLocks noChangeArrowheads="1"/>
            </p:cNvSpPr>
            <p:nvPr/>
          </p:nvSpPr>
          <p:spPr bwMode="auto">
            <a:xfrm>
              <a:off x="4673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0" name="Rectangle 73"/>
            <p:cNvSpPr>
              <a:spLocks noChangeArrowheads="1"/>
            </p:cNvSpPr>
            <p:nvPr/>
          </p:nvSpPr>
          <p:spPr bwMode="auto">
            <a:xfrm>
              <a:off x="3550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1" name="Rectangle 74"/>
            <p:cNvSpPr>
              <a:spLocks noChangeArrowheads="1"/>
            </p:cNvSpPr>
            <p:nvPr/>
          </p:nvSpPr>
          <p:spPr bwMode="auto">
            <a:xfrm>
              <a:off x="3739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2" name="Rectangle 75"/>
            <p:cNvSpPr>
              <a:spLocks noChangeArrowheads="1"/>
            </p:cNvSpPr>
            <p:nvPr/>
          </p:nvSpPr>
          <p:spPr bwMode="auto">
            <a:xfrm>
              <a:off x="3927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3" name="Rectangle 76"/>
            <p:cNvSpPr>
              <a:spLocks noChangeArrowheads="1"/>
            </p:cNvSpPr>
            <p:nvPr/>
          </p:nvSpPr>
          <p:spPr bwMode="auto">
            <a:xfrm>
              <a:off x="4114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4" name="Rectangle 77"/>
            <p:cNvSpPr>
              <a:spLocks noChangeArrowheads="1"/>
            </p:cNvSpPr>
            <p:nvPr/>
          </p:nvSpPr>
          <p:spPr bwMode="auto">
            <a:xfrm>
              <a:off x="4303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5" name="Rectangle 78"/>
            <p:cNvSpPr>
              <a:spLocks noChangeArrowheads="1"/>
            </p:cNvSpPr>
            <p:nvPr/>
          </p:nvSpPr>
          <p:spPr bwMode="auto">
            <a:xfrm>
              <a:off x="4484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6" name="Rectangle 79"/>
            <p:cNvSpPr>
              <a:spLocks noChangeArrowheads="1"/>
            </p:cNvSpPr>
            <p:nvPr/>
          </p:nvSpPr>
          <p:spPr bwMode="auto">
            <a:xfrm>
              <a:off x="4673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7" name="Rectangle 80"/>
            <p:cNvSpPr>
              <a:spLocks noChangeArrowheads="1"/>
            </p:cNvSpPr>
            <p:nvPr/>
          </p:nvSpPr>
          <p:spPr bwMode="auto">
            <a:xfrm>
              <a:off x="3550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8" name="Rectangle 81"/>
            <p:cNvSpPr>
              <a:spLocks noChangeArrowheads="1"/>
            </p:cNvSpPr>
            <p:nvPr/>
          </p:nvSpPr>
          <p:spPr bwMode="auto">
            <a:xfrm>
              <a:off x="3739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69" name="Rectangle 82"/>
            <p:cNvSpPr>
              <a:spLocks noChangeArrowheads="1"/>
            </p:cNvSpPr>
            <p:nvPr/>
          </p:nvSpPr>
          <p:spPr bwMode="auto">
            <a:xfrm>
              <a:off x="3927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0" name="Rectangle 83"/>
            <p:cNvSpPr>
              <a:spLocks noChangeArrowheads="1"/>
            </p:cNvSpPr>
            <p:nvPr/>
          </p:nvSpPr>
          <p:spPr bwMode="auto">
            <a:xfrm>
              <a:off x="4114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1" name="Rectangle 84"/>
            <p:cNvSpPr>
              <a:spLocks noChangeArrowheads="1"/>
            </p:cNvSpPr>
            <p:nvPr/>
          </p:nvSpPr>
          <p:spPr bwMode="auto">
            <a:xfrm>
              <a:off x="4303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2" name="Rectangle 85"/>
            <p:cNvSpPr>
              <a:spLocks noChangeArrowheads="1"/>
            </p:cNvSpPr>
            <p:nvPr/>
          </p:nvSpPr>
          <p:spPr bwMode="auto">
            <a:xfrm>
              <a:off x="4484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3" name="Rectangle 86"/>
            <p:cNvSpPr>
              <a:spLocks noChangeArrowheads="1"/>
            </p:cNvSpPr>
            <p:nvPr/>
          </p:nvSpPr>
          <p:spPr bwMode="auto">
            <a:xfrm>
              <a:off x="4673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4" name="Rectangle 87"/>
            <p:cNvSpPr>
              <a:spLocks noChangeArrowheads="1"/>
            </p:cNvSpPr>
            <p:nvPr/>
          </p:nvSpPr>
          <p:spPr bwMode="auto">
            <a:xfrm>
              <a:off x="3550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5" name="Rectangle 88"/>
            <p:cNvSpPr>
              <a:spLocks noChangeArrowheads="1"/>
            </p:cNvSpPr>
            <p:nvPr/>
          </p:nvSpPr>
          <p:spPr bwMode="auto">
            <a:xfrm>
              <a:off x="3739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6" name="Rectangle 89"/>
            <p:cNvSpPr>
              <a:spLocks noChangeArrowheads="1"/>
            </p:cNvSpPr>
            <p:nvPr/>
          </p:nvSpPr>
          <p:spPr bwMode="auto">
            <a:xfrm>
              <a:off x="3927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7" name="Rectangle 90"/>
            <p:cNvSpPr>
              <a:spLocks noChangeArrowheads="1"/>
            </p:cNvSpPr>
            <p:nvPr/>
          </p:nvSpPr>
          <p:spPr bwMode="auto">
            <a:xfrm>
              <a:off x="4114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8" name="Rectangle 91"/>
            <p:cNvSpPr>
              <a:spLocks noChangeArrowheads="1"/>
            </p:cNvSpPr>
            <p:nvPr/>
          </p:nvSpPr>
          <p:spPr bwMode="auto">
            <a:xfrm>
              <a:off x="4303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79" name="Rectangle 92"/>
            <p:cNvSpPr>
              <a:spLocks noChangeArrowheads="1"/>
            </p:cNvSpPr>
            <p:nvPr/>
          </p:nvSpPr>
          <p:spPr bwMode="auto">
            <a:xfrm>
              <a:off x="4484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0" name="Rectangle 93"/>
            <p:cNvSpPr>
              <a:spLocks noChangeArrowheads="1"/>
            </p:cNvSpPr>
            <p:nvPr/>
          </p:nvSpPr>
          <p:spPr bwMode="auto">
            <a:xfrm>
              <a:off x="4673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1" name="Rectangle 94"/>
            <p:cNvSpPr>
              <a:spLocks noChangeArrowheads="1"/>
            </p:cNvSpPr>
            <p:nvPr/>
          </p:nvSpPr>
          <p:spPr bwMode="auto">
            <a:xfrm>
              <a:off x="3550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2" name="Rectangle 95"/>
            <p:cNvSpPr>
              <a:spLocks noChangeArrowheads="1"/>
            </p:cNvSpPr>
            <p:nvPr/>
          </p:nvSpPr>
          <p:spPr bwMode="auto">
            <a:xfrm>
              <a:off x="3739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3" name="Rectangle 96"/>
            <p:cNvSpPr>
              <a:spLocks noChangeArrowheads="1"/>
            </p:cNvSpPr>
            <p:nvPr/>
          </p:nvSpPr>
          <p:spPr bwMode="auto">
            <a:xfrm>
              <a:off x="3927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4" name="Rectangle 97"/>
            <p:cNvSpPr>
              <a:spLocks noChangeArrowheads="1"/>
            </p:cNvSpPr>
            <p:nvPr/>
          </p:nvSpPr>
          <p:spPr bwMode="auto">
            <a:xfrm>
              <a:off x="4114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5" name="Rectangle 98"/>
            <p:cNvSpPr>
              <a:spLocks noChangeArrowheads="1"/>
            </p:cNvSpPr>
            <p:nvPr/>
          </p:nvSpPr>
          <p:spPr bwMode="auto">
            <a:xfrm>
              <a:off x="4303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6" name="Rectangle 99"/>
            <p:cNvSpPr>
              <a:spLocks noChangeArrowheads="1"/>
            </p:cNvSpPr>
            <p:nvPr/>
          </p:nvSpPr>
          <p:spPr bwMode="auto">
            <a:xfrm>
              <a:off x="4484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7" name="Rectangle 100"/>
            <p:cNvSpPr>
              <a:spLocks noChangeArrowheads="1"/>
            </p:cNvSpPr>
            <p:nvPr/>
          </p:nvSpPr>
          <p:spPr bwMode="auto">
            <a:xfrm>
              <a:off x="4673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8" name="Rectangle 101"/>
            <p:cNvSpPr>
              <a:spLocks noChangeArrowheads="1"/>
            </p:cNvSpPr>
            <p:nvPr/>
          </p:nvSpPr>
          <p:spPr bwMode="auto">
            <a:xfrm>
              <a:off x="3550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89" name="Rectangle 102"/>
            <p:cNvSpPr>
              <a:spLocks noChangeArrowheads="1"/>
            </p:cNvSpPr>
            <p:nvPr/>
          </p:nvSpPr>
          <p:spPr bwMode="auto">
            <a:xfrm>
              <a:off x="3739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90" name="Rectangle 103"/>
            <p:cNvSpPr>
              <a:spLocks noChangeArrowheads="1"/>
            </p:cNvSpPr>
            <p:nvPr/>
          </p:nvSpPr>
          <p:spPr bwMode="auto">
            <a:xfrm>
              <a:off x="3927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91" name="Rectangle 104"/>
            <p:cNvSpPr>
              <a:spLocks noChangeArrowheads="1"/>
            </p:cNvSpPr>
            <p:nvPr/>
          </p:nvSpPr>
          <p:spPr bwMode="auto">
            <a:xfrm>
              <a:off x="4114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92" name="Rectangle 105"/>
            <p:cNvSpPr>
              <a:spLocks noChangeArrowheads="1"/>
            </p:cNvSpPr>
            <p:nvPr/>
          </p:nvSpPr>
          <p:spPr bwMode="auto">
            <a:xfrm>
              <a:off x="4303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93" name="Rectangle 106"/>
            <p:cNvSpPr>
              <a:spLocks noChangeArrowheads="1"/>
            </p:cNvSpPr>
            <p:nvPr/>
          </p:nvSpPr>
          <p:spPr bwMode="auto">
            <a:xfrm>
              <a:off x="4484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94" name="Rectangle 107"/>
            <p:cNvSpPr>
              <a:spLocks noChangeArrowheads="1"/>
            </p:cNvSpPr>
            <p:nvPr/>
          </p:nvSpPr>
          <p:spPr bwMode="auto">
            <a:xfrm>
              <a:off x="4673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2695" name="Line 108"/>
            <p:cNvSpPr>
              <a:spLocks noChangeShapeType="1"/>
            </p:cNvSpPr>
            <p:nvPr/>
          </p:nvSpPr>
          <p:spPr bwMode="auto">
            <a:xfrm>
              <a:off x="3550" y="1197"/>
              <a:ext cx="1462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696" name="Line 109"/>
            <p:cNvSpPr>
              <a:spLocks noChangeShapeType="1"/>
            </p:cNvSpPr>
            <p:nvPr/>
          </p:nvSpPr>
          <p:spPr bwMode="auto">
            <a:xfrm>
              <a:off x="3550" y="1197"/>
              <a:ext cx="0" cy="1489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697" name="Text Box 110"/>
            <p:cNvSpPr txBox="1">
              <a:spLocks noChangeArrowheads="1"/>
            </p:cNvSpPr>
            <p:nvPr/>
          </p:nvSpPr>
          <p:spPr bwMode="auto">
            <a:xfrm>
              <a:off x="3466" y="893"/>
              <a:ext cx="14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Enhanced Image</a:t>
              </a:r>
            </a:p>
          </p:txBody>
        </p:sp>
        <p:sp>
          <p:nvSpPr>
            <p:cNvPr id="112698" name="Text Box 111"/>
            <p:cNvSpPr txBox="1">
              <a:spLocks noChangeArrowheads="1"/>
            </p:cNvSpPr>
            <p:nvPr/>
          </p:nvSpPr>
          <p:spPr bwMode="auto">
            <a:xfrm>
              <a:off x="4940" y="957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12699" name="Text Box 112"/>
            <p:cNvSpPr txBox="1">
              <a:spLocks noChangeArrowheads="1"/>
            </p:cNvSpPr>
            <p:nvPr/>
          </p:nvSpPr>
          <p:spPr bwMode="auto">
            <a:xfrm>
              <a:off x="3337" y="2497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12700" name="Text Box 113"/>
            <p:cNvSpPr txBox="1">
              <a:spLocks noChangeArrowheads="1"/>
            </p:cNvSpPr>
            <p:nvPr/>
          </p:nvSpPr>
          <p:spPr bwMode="auto">
            <a:xfrm>
              <a:off x="4101" y="2498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</p:grpSp>
      <p:sp>
        <p:nvSpPr>
          <p:cNvPr id="112645" name="Text Box 114"/>
          <p:cNvSpPr txBox="1">
            <a:spLocks noChangeArrowheads="1"/>
          </p:cNvSpPr>
          <p:nvPr/>
        </p:nvSpPr>
        <p:spPr bwMode="auto">
          <a:xfrm>
            <a:off x="4354513" y="4899025"/>
            <a:ext cx="3544858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36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= intensity</a:t>
            </a:r>
            <a:r>
              <a:rPr lang="en-IE" altLang="en-US" sz="36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E" altLang="en-US" sz="36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r</a:t>
            </a:r>
          </a:p>
        </p:txBody>
      </p:sp>
    </p:spTree>
    <p:extLst>
      <p:ext uri="{BB962C8B-B14F-4D97-AF65-F5344CB8AC3E}">
        <p14:creationId xmlns:p14="http://schemas.microsoft.com/office/powerpoint/2010/main" val="4211675463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Point Processing Example: 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Thresholding</a:t>
            </a:r>
          </a:p>
        </p:txBody>
      </p:sp>
      <p:sp>
        <p:nvSpPr>
          <p:cNvPr id="1146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Thresholding transformations are particularly useful for segmentation in which we want to isolate an object of interest from a background</a:t>
            </a:r>
          </a:p>
        </p:txBody>
      </p:sp>
      <p:pic>
        <p:nvPicPr>
          <p:cNvPr id="1146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3443289"/>
            <a:ext cx="2655888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69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488" y="3444875"/>
            <a:ext cx="266700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4694" name="Group 5"/>
          <p:cNvGrpSpPr>
            <a:grpSpLocks/>
          </p:cNvGrpSpPr>
          <p:nvPr/>
        </p:nvGrpSpPr>
        <p:grpSpPr bwMode="auto">
          <a:xfrm>
            <a:off x="4762500" y="3948114"/>
            <a:ext cx="2909888" cy="2065337"/>
            <a:chOff x="2040" y="2487"/>
            <a:chExt cx="1833" cy="1301"/>
          </a:xfrm>
        </p:grpSpPr>
        <p:sp>
          <p:nvSpPr>
            <p:cNvPr id="114698" name="AutoShape 6"/>
            <p:cNvSpPr>
              <a:spLocks noChangeArrowheads="1"/>
            </p:cNvSpPr>
            <p:nvPr/>
          </p:nvSpPr>
          <p:spPr bwMode="auto">
            <a:xfrm>
              <a:off x="2057" y="2487"/>
              <a:ext cx="1816" cy="1301"/>
            </a:xfrm>
            <a:prstGeom prst="rightArrow">
              <a:avLst>
                <a:gd name="adj1" fmla="val 50000"/>
                <a:gd name="adj2" fmla="val 34896"/>
              </a:avLst>
            </a:prstGeom>
            <a:solidFill>
              <a:srgbClr val="000080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4699" name="Text Box 7"/>
            <p:cNvSpPr txBox="1">
              <a:spLocks noChangeArrowheads="1"/>
            </p:cNvSpPr>
            <p:nvPr/>
          </p:nvSpPr>
          <p:spPr bwMode="auto">
            <a:xfrm>
              <a:off x="2040" y="3021"/>
              <a:ext cx="353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FFFFFF"/>
                  </a:solidFill>
                </a:rPr>
                <a:t>s = </a:t>
              </a:r>
            </a:p>
          </p:txBody>
        </p:sp>
        <p:sp>
          <p:nvSpPr>
            <p:cNvPr id="114700" name="AutoShape 8"/>
            <p:cNvSpPr>
              <a:spLocks/>
            </p:cNvSpPr>
            <p:nvPr/>
          </p:nvSpPr>
          <p:spPr bwMode="auto">
            <a:xfrm>
              <a:off x="2315" y="2849"/>
              <a:ext cx="170" cy="571"/>
            </a:xfrm>
            <a:prstGeom prst="leftBrace">
              <a:avLst>
                <a:gd name="adj1" fmla="val 27990"/>
                <a:gd name="adj2" fmla="val 50000"/>
              </a:avLst>
            </a:prstGeom>
            <a:noFill/>
            <a:ln w="1260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grpSp>
          <p:nvGrpSpPr>
            <p:cNvPr id="114701" name="Group 9"/>
            <p:cNvGrpSpPr>
              <a:grpSpLocks/>
            </p:cNvGrpSpPr>
            <p:nvPr/>
          </p:nvGrpSpPr>
          <p:grpSpPr bwMode="auto">
            <a:xfrm>
              <a:off x="2395" y="2892"/>
              <a:ext cx="1345" cy="493"/>
              <a:chOff x="2395" y="2892"/>
              <a:chExt cx="1345" cy="493"/>
            </a:xfrm>
          </p:grpSpPr>
          <p:sp>
            <p:nvSpPr>
              <p:cNvPr id="114702" name="Text Box 10"/>
              <p:cNvSpPr txBox="1">
                <a:spLocks noChangeArrowheads="1"/>
              </p:cNvSpPr>
              <p:nvPr/>
            </p:nvSpPr>
            <p:spPr bwMode="auto">
              <a:xfrm>
                <a:off x="2395" y="2893"/>
                <a:ext cx="316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IE" altLang="en-US" sz="1800">
                    <a:solidFill>
                      <a:srgbClr val="FFFFFF"/>
                    </a:solidFill>
                  </a:rPr>
                  <a:t>1.0</a:t>
                </a:r>
              </a:p>
            </p:txBody>
          </p:sp>
          <p:sp>
            <p:nvSpPr>
              <p:cNvPr id="114703" name="Text Box 11"/>
              <p:cNvSpPr txBox="1">
                <a:spLocks noChangeArrowheads="1"/>
              </p:cNvSpPr>
              <p:nvPr/>
            </p:nvSpPr>
            <p:spPr bwMode="auto">
              <a:xfrm>
                <a:off x="2395" y="3150"/>
                <a:ext cx="316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IE" altLang="en-US" sz="1800">
                    <a:solidFill>
                      <a:srgbClr val="FFFFFF"/>
                    </a:solidFill>
                  </a:rPr>
                  <a:t>0.0</a:t>
                </a:r>
              </a:p>
            </p:txBody>
          </p:sp>
          <p:sp>
            <p:nvSpPr>
              <p:cNvPr id="114704" name="Text Box 12"/>
              <p:cNvSpPr txBox="1">
                <a:spLocks noChangeArrowheads="1"/>
              </p:cNvSpPr>
              <p:nvPr/>
            </p:nvSpPr>
            <p:spPr bwMode="auto">
              <a:xfrm>
                <a:off x="2729" y="3151"/>
                <a:ext cx="1011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IE" altLang="en-US" sz="1800">
                    <a:solidFill>
                      <a:srgbClr val="FFFFFF"/>
                    </a:solidFill>
                  </a:rPr>
                  <a:t>r &lt;= threshold</a:t>
                </a:r>
              </a:p>
            </p:txBody>
          </p:sp>
          <p:sp>
            <p:nvSpPr>
              <p:cNvPr id="114705" name="Text Box 13"/>
              <p:cNvSpPr txBox="1">
                <a:spLocks noChangeArrowheads="1"/>
              </p:cNvSpPr>
              <p:nvPr/>
            </p:nvSpPr>
            <p:spPr bwMode="auto">
              <a:xfrm>
                <a:off x="2730" y="2892"/>
                <a:ext cx="100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IE" altLang="en-US" sz="1800">
                    <a:solidFill>
                      <a:srgbClr val="FFFFFF"/>
                    </a:solidFill>
                  </a:rPr>
                  <a:t>r  &gt;  threshold</a:t>
                </a:r>
              </a:p>
            </p:txBody>
          </p:sp>
        </p:grpSp>
      </p:grpSp>
      <p:grpSp>
        <p:nvGrpSpPr>
          <p:cNvPr id="114695" name="Group 14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14696" name="Picture 1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4697" name="Rectangle 16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24575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Point Processing Example: 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 Thresholding (cont…)</a:t>
            </a:r>
          </a:p>
        </p:txBody>
      </p:sp>
      <p:grpSp>
        <p:nvGrpSpPr>
          <p:cNvPr id="116739" name="Group 2"/>
          <p:cNvGrpSpPr>
            <a:grpSpLocks/>
          </p:cNvGrpSpPr>
          <p:nvPr/>
        </p:nvGrpSpPr>
        <p:grpSpPr bwMode="auto">
          <a:xfrm>
            <a:off x="2438400" y="1446214"/>
            <a:ext cx="3141664" cy="2894013"/>
            <a:chOff x="576" y="911"/>
            <a:chExt cx="1979" cy="1823"/>
          </a:xfrm>
        </p:grpSpPr>
        <p:sp>
          <p:nvSpPr>
            <p:cNvPr id="116802" name="Rectangle 3"/>
            <p:cNvSpPr>
              <a:spLocks noChangeArrowheads="1"/>
            </p:cNvSpPr>
            <p:nvPr/>
          </p:nvSpPr>
          <p:spPr bwMode="auto">
            <a:xfrm>
              <a:off x="789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03" name="Rectangle 4"/>
            <p:cNvSpPr>
              <a:spLocks noChangeArrowheads="1"/>
            </p:cNvSpPr>
            <p:nvPr/>
          </p:nvSpPr>
          <p:spPr bwMode="auto">
            <a:xfrm>
              <a:off x="978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04" name="Rectangle 5"/>
            <p:cNvSpPr>
              <a:spLocks noChangeArrowheads="1"/>
            </p:cNvSpPr>
            <p:nvPr/>
          </p:nvSpPr>
          <p:spPr bwMode="auto">
            <a:xfrm>
              <a:off x="1166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05" name="Rectangle 6"/>
            <p:cNvSpPr>
              <a:spLocks noChangeArrowheads="1"/>
            </p:cNvSpPr>
            <p:nvPr/>
          </p:nvSpPr>
          <p:spPr bwMode="auto">
            <a:xfrm>
              <a:off x="1352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06" name="Rectangle 7"/>
            <p:cNvSpPr>
              <a:spLocks noChangeArrowheads="1"/>
            </p:cNvSpPr>
            <p:nvPr/>
          </p:nvSpPr>
          <p:spPr bwMode="auto">
            <a:xfrm>
              <a:off x="1541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07" name="Rectangle 8"/>
            <p:cNvSpPr>
              <a:spLocks noChangeArrowheads="1"/>
            </p:cNvSpPr>
            <p:nvPr/>
          </p:nvSpPr>
          <p:spPr bwMode="auto">
            <a:xfrm>
              <a:off x="1722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08" name="Rectangle 9"/>
            <p:cNvSpPr>
              <a:spLocks noChangeArrowheads="1"/>
            </p:cNvSpPr>
            <p:nvPr/>
          </p:nvSpPr>
          <p:spPr bwMode="auto">
            <a:xfrm>
              <a:off x="1911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09" name="Rectangle 10"/>
            <p:cNvSpPr>
              <a:spLocks noChangeArrowheads="1"/>
            </p:cNvSpPr>
            <p:nvPr/>
          </p:nvSpPr>
          <p:spPr bwMode="auto">
            <a:xfrm>
              <a:off x="789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0" name="Rectangle 11"/>
            <p:cNvSpPr>
              <a:spLocks noChangeArrowheads="1"/>
            </p:cNvSpPr>
            <p:nvPr/>
          </p:nvSpPr>
          <p:spPr bwMode="auto">
            <a:xfrm>
              <a:off x="978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1" name="Rectangle 12"/>
            <p:cNvSpPr>
              <a:spLocks noChangeArrowheads="1"/>
            </p:cNvSpPr>
            <p:nvPr/>
          </p:nvSpPr>
          <p:spPr bwMode="auto">
            <a:xfrm>
              <a:off x="1166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2" name="Rectangle 13"/>
            <p:cNvSpPr>
              <a:spLocks noChangeArrowheads="1"/>
            </p:cNvSpPr>
            <p:nvPr/>
          </p:nvSpPr>
          <p:spPr bwMode="auto">
            <a:xfrm>
              <a:off x="1352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3" name="Rectangle 14"/>
            <p:cNvSpPr>
              <a:spLocks noChangeArrowheads="1"/>
            </p:cNvSpPr>
            <p:nvPr/>
          </p:nvSpPr>
          <p:spPr bwMode="auto">
            <a:xfrm>
              <a:off x="1541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4" name="Rectangle 15"/>
            <p:cNvSpPr>
              <a:spLocks noChangeArrowheads="1"/>
            </p:cNvSpPr>
            <p:nvPr/>
          </p:nvSpPr>
          <p:spPr bwMode="auto">
            <a:xfrm>
              <a:off x="1722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5" name="Rectangle 16"/>
            <p:cNvSpPr>
              <a:spLocks noChangeArrowheads="1"/>
            </p:cNvSpPr>
            <p:nvPr/>
          </p:nvSpPr>
          <p:spPr bwMode="auto">
            <a:xfrm>
              <a:off x="1911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6" name="Rectangle 17"/>
            <p:cNvSpPr>
              <a:spLocks noChangeArrowheads="1"/>
            </p:cNvSpPr>
            <p:nvPr/>
          </p:nvSpPr>
          <p:spPr bwMode="auto">
            <a:xfrm>
              <a:off x="789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7" name="Rectangle 18"/>
            <p:cNvSpPr>
              <a:spLocks noChangeArrowheads="1"/>
            </p:cNvSpPr>
            <p:nvPr/>
          </p:nvSpPr>
          <p:spPr bwMode="auto">
            <a:xfrm>
              <a:off x="978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8" name="Rectangle 19"/>
            <p:cNvSpPr>
              <a:spLocks noChangeArrowheads="1"/>
            </p:cNvSpPr>
            <p:nvPr/>
          </p:nvSpPr>
          <p:spPr bwMode="auto">
            <a:xfrm>
              <a:off x="1166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19" name="Rectangle 20"/>
            <p:cNvSpPr>
              <a:spLocks noChangeArrowheads="1"/>
            </p:cNvSpPr>
            <p:nvPr/>
          </p:nvSpPr>
          <p:spPr bwMode="auto">
            <a:xfrm>
              <a:off x="1352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0" name="Rectangle 21"/>
            <p:cNvSpPr>
              <a:spLocks noChangeArrowheads="1"/>
            </p:cNvSpPr>
            <p:nvPr/>
          </p:nvSpPr>
          <p:spPr bwMode="auto">
            <a:xfrm>
              <a:off x="1541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1" name="Rectangle 22"/>
            <p:cNvSpPr>
              <a:spLocks noChangeArrowheads="1"/>
            </p:cNvSpPr>
            <p:nvPr/>
          </p:nvSpPr>
          <p:spPr bwMode="auto">
            <a:xfrm>
              <a:off x="1722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2" name="Rectangle 23"/>
            <p:cNvSpPr>
              <a:spLocks noChangeArrowheads="1"/>
            </p:cNvSpPr>
            <p:nvPr/>
          </p:nvSpPr>
          <p:spPr bwMode="auto">
            <a:xfrm>
              <a:off x="1911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3" name="Rectangle 24"/>
            <p:cNvSpPr>
              <a:spLocks noChangeArrowheads="1"/>
            </p:cNvSpPr>
            <p:nvPr/>
          </p:nvSpPr>
          <p:spPr bwMode="auto">
            <a:xfrm>
              <a:off x="789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4" name="Rectangle 25"/>
            <p:cNvSpPr>
              <a:spLocks noChangeArrowheads="1"/>
            </p:cNvSpPr>
            <p:nvPr/>
          </p:nvSpPr>
          <p:spPr bwMode="auto">
            <a:xfrm>
              <a:off x="978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5" name="Rectangle 26"/>
            <p:cNvSpPr>
              <a:spLocks noChangeArrowheads="1"/>
            </p:cNvSpPr>
            <p:nvPr/>
          </p:nvSpPr>
          <p:spPr bwMode="auto">
            <a:xfrm>
              <a:off x="1166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6" name="Rectangle 27"/>
            <p:cNvSpPr>
              <a:spLocks noChangeArrowheads="1"/>
            </p:cNvSpPr>
            <p:nvPr/>
          </p:nvSpPr>
          <p:spPr bwMode="auto">
            <a:xfrm>
              <a:off x="1352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7" name="Rectangle 28"/>
            <p:cNvSpPr>
              <a:spLocks noChangeArrowheads="1"/>
            </p:cNvSpPr>
            <p:nvPr/>
          </p:nvSpPr>
          <p:spPr bwMode="auto">
            <a:xfrm>
              <a:off x="1541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8" name="Rectangle 29"/>
            <p:cNvSpPr>
              <a:spLocks noChangeArrowheads="1"/>
            </p:cNvSpPr>
            <p:nvPr/>
          </p:nvSpPr>
          <p:spPr bwMode="auto">
            <a:xfrm>
              <a:off x="1722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29" name="Rectangle 30"/>
            <p:cNvSpPr>
              <a:spLocks noChangeArrowheads="1"/>
            </p:cNvSpPr>
            <p:nvPr/>
          </p:nvSpPr>
          <p:spPr bwMode="auto">
            <a:xfrm>
              <a:off x="1911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0" name="Rectangle 31"/>
            <p:cNvSpPr>
              <a:spLocks noChangeArrowheads="1"/>
            </p:cNvSpPr>
            <p:nvPr/>
          </p:nvSpPr>
          <p:spPr bwMode="auto">
            <a:xfrm>
              <a:off x="789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1" name="Rectangle 32"/>
            <p:cNvSpPr>
              <a:spLocks noChangeArrowheads="1"/>
            </p:cNvSpPr>
            <p:nvPr/>
          </p:nvSpPr>
          <p:spPr bwMode="auto">
            <a:xfrm>
              <a:off x="978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2" name="Rectangle 33"/>
            <p:cNvSpPr>
              <a:spLocks noChangeArrowheads="1"/>
            </p:cNvSpPr>
            <p:nvPr/>
          </p:nvSpPr>
          <p:spPr bwMode="auto">
            <a:xfrm>
              <a:off x="1166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3" name="Rectangle 34"/>
            <p:cNvSpPr>
              <a:spLocks noChangeArrowheads="1"/>
            </p:cNvSpPr>
            <p:nvPr/>
          </p:nvSpPr>
          <p:spPr bwMode="auto">
            <a:xfrm>
              <a:off x="1352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4" name="Rectangle 35"/>
            <p:cNvSpPr>
              <a:spLocks noChangeArrowheads="1"/>
            </p:cNvSpPr>
            <p:nvPr/>
          </p:nvSpPr>
          <p:spPr bwMode="auto">
            <a:xfrm>
              <a:off x="1541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5" name="Rectangle 36"/>
            <p:cNvSpPr>
              <a:spLocks noChangeArrowheads="1"/>
            </p:cNvSpPr>
            <p:nvPr/>
          </p:nvSpPr>
          <p:spPr bwMode="auto">
            <a:xfrm>
              <a:off x="1722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6" name="Rectangle 37"/>
            <p:cNvSpPr>
              <a:spLocks noChangeArrowheads="1"/>
            </p:cNvSpPr>
            <p:nvPr/>
          </p:nvSpPr>
          <p:spPr bwMode="auto">
            <a:xfrm>
              <a:off x="1911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7" name="Rectangle 38"/>
            <p:cNvSpPr>
              <a:spLocks noChangeArrowheads="1"/>
            </p:cNvSpPr>
            <p:nvPr/>
          </p:nvSpPr>
          <p:spPr bwMode="auto">
            <a:xfrm>
              <a:off x="789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8" name="Rectangle 39"/>
            <p:cNvSpPr>
              <a:spLocks noChangeArrowheads="1"/>
            </p:cNvSpPr>
            <p:nvPr/>
          </p:nvSpPr>
          <p:spPr bwMode="auto">
            <a:xfrm>
              <a:off x="978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39" name="Rectangle 40"/>
            <p:cNvSpPr>
              <a:spLocks noChangeArrowheads="1"/>
            </p:cNvSpPr>
            <p:nvPr/>
          </p:nvSpPr>
          <p:spPr bwMode="auto">
            <a:xfrm>
              <a:off x="1166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0" name="Rectangle 41"/>
            <p:cNvSpPr>
              <a:spLocks noChangeArrowheads="1"/>
            </p:cNvSpPr>
            <p:nvPr/>
          </p:nvSpPr>
          <p:spPr bwMode="auto">
            <a:xfrm>
              <a:off x="1352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1" name="Rectangle 42"/>
            <p:cNvSpPr>
              <a:spLocks noChangeArrowheads="1"/>
            </p:cNvSpPr>
            <p:nvPr/>
          </p:nvSpPr>
          <p:spPr bwMode="auto">
            <a:xfrm>
              <a:off x="1541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2" name="Rectangle 43"/>
            <p:cNvSpPr>
              <a:spLocks noChangeArrowheads="1"/>
            </p:cNvSpPr>
            <p:nvPr/>
          </p:nvSpPr>
          <p:spPr bwMode="auto">
            <a:xfrm>
              <a:off x="1722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3" name="Rectangle 44"/>
            <p:cNvSpPr>
              <a:spLocks noChangeArrowheads="1"/>
            </p:cNvSpPr>
            <p:nvPr/>
          </p:nvSpPr>
          <p:spPr bwMode="auto">
            <a:xfrm>
              <a:off x="1911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4" name="Rectangle 45"/>
            <p:cNvSpPr>
              <a:spLocks noChangeArrowheads="1"/>
            </p:cNvSpPr>
            <p:nvPr/>
          </p:nvSpPr>
          <p:spPr bwMode="auto">
            <a:xfrm>
              <a:off x="789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5" name="Rectangle 46"/>
            <p:cNvSpPr>
              <a:spLocks noChangeArrowheads="1"/>
            </p:cNvSpPr>
            <p:nvPr/>
          </p:nvSpPr>
          <p:spPr bwMode="auto">
            <a:xfrm>
              <a:off x="978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6" name="Rectangle 47"/>
            <p:cNvSpPr>
              <a:spLocks noChangeArrowheads="1"/>
            </p:cNvSpPr>
            <p:nvPr/>
          </p:nvSpPr>
          <p:spPr bwMode="auto">
            <a:xfrm>
              <a:off x="1166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7" name="Rectangle 48"/>
            <p:cNvSpPr>
              <a:spLocks noChangeArrowheads="1"/>
            </p:cNvSpPr>
            <p:nvPr/>
          </p:nvSpPr>
          <p:spPr bwMode="auto">
            <a:xfrm>
              <a:off x="1352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8" name="Rectangle 49"/>
            <p:cNvSpPr>
              <a:spLocks noChangeArrowheads="1"/>
            </p:cNvSpPr>
            <p:nvPr/>
          </p:nvSpPr>
          <p:spPr bwMode="auto">
            <a:xfrm>
              <a:off x="1541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49" name="Rectangle 50"/>
            <p:cNvSpPr>
              <a:spLocks noChangeArrowheads="1"/>
            </p:cNvSpPr>
            <p:nvPr/>
          </p:nvSpPr>
          <p:spPr bwMode="auto">
            <a:xfrm>
              <a:off x="1722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50" name="Rectangle 51"/>
            <p:cNvSpPr>
              <a:spLocks noChangeArrowheads="1"/>
            </p:cNvSpPr>
            <p:nvPr/>
          </p:nvSpPr>
          <p:spPr bwMode="auto">
            <a:xfrm>
              <a:off x="1911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851" name="Line 52"/>
            <p:cNvSpPr>
              <a:spLocks noChangeShapeType="1"/>
            </p:cNvSpPr>
            <p:nvPr/>
          </p:nvSpPr>
          <p:spPr bwMode="auto">
            <a:xfrm>
              <a:off x="789" y="1198"/>
              <a:ext cx="1461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6852" name="Line 53"/>
            <p:cNvSpPr>
              <a:spLocks noChangeShapeType="1"/>
            </p:cNvSpPr>
            <p:nvPr/>
          </p:nvSpPr>
          <p:spPr bwMode="auto">
            <a:xfrm>
              <a:off x="789" y="1198"/>
              <a:ext cx="0" cy="1488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6853" name="Text Box 54"/>
            <p:cNvSpPr txBox="1">
              <a:spLocks noChangeArrowheads="1"/>
            </p:cNvSpPr>
            <p:nvPr/>
          </p:nvSpPr>
          <p:spPr bwMode="auto">
            <a:xfrm>
              <a:off x="727" y="911"/>
              <a:ext cx="138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Original Image</a:t>
              </a:r>
            </a:p>
          </p:txBody>
        </p:sp>
        <p:sp>
          <p:nvSpPr>
            <p:cNvPr id="116854" name="Text Box 55"/>
            <p:cNvSpPr txBox="1">
              <a:spLocks noChangeArrowheads="1"/>
            </p:cNvSpPr>
            <p:nvPr/>
          </p:nvSpPr>
          <p:spPr bwMode="auto">
            <a:xfrm>
              <a:off x="2179" y="969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16855" name="Text Box 56"/>
            <p:cNvSpPr txBox="1">
              <a:spLocks noChangeArrowheads="1"/>
            </p:cNvSpPr>
            <p:nvPr/>
          </p:nvSpPr>
          <p:spPr bwMode="auto">
            <a:xfrm>
              <a:off x="576" y="2498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16856" name="Text Box 57"/>
            <p:cNvSpPr txBox="1">
              <a:spLocks noChangeArrowheads="1"/>
            </p:cNvSpPr>
            <p:nvPr/>
          </p:nvSpPr>
          <p:spPr bwMode="auto">
            <a:xfrm>
              <a:off x="1276" y="2500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</p:grpSp>
      <p:grpSp>
        <p:nvGrpSpPr>
          <p:cNvPr id="116740" name="Group 58"/>
          <p:cNvGrpSpPr>
            <a:grpSpLocks/>
          </p:cNvGrpSpPr>
          <p:nvPr/>
        </p:nvGrpSpPr>
        <p:grpSpPr bwMode="auto">
          <a:xfrm>
            <a:off x="6821487" y="1417639"/>
            <a:ext cx="3243261" cy="2919413"/>
            <a:chOff x="3337" y="893"/>
            <a:chExt cx="2043" cy="1839"/>
          </a:xfrm>
        </p:grpSpPr>
        <p:sp>
          <p:nvSpPr>
            <p:cNvPr id="116747" name="Rectangle 59"/>
            <p:cNvSpPr>
              <a:spLocks noChangeArrowheads="1"/>
            </p:cNvSpPr>
            <p:nvPr/>
          </p:nvSpPr>
          <p:spPr bwMode="auto">
            <a:xfrm>
              <a:off x="3550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48" name="Rectangle 60"/>
            <p:cNvSpPr>
              <a:spLocks noChangeArrowheads="1"/>
            </p:cNvSpPr>
            <p:nvPr/>
          </p:nvSpPr>
          <p:spPr bwMode="auto">
            <a:xfrm>
              <a:off x="3739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49" name="Rectangle 61"/>
            <p:cNvSpPr>
              <a:spLocks noChangeArrowheads="1"/>
            </p:cNvSpPr>
            <p:nvPr/>
          </p:nvSpPr>
          <p:spPr bwMode="auto">
            <a:xfrm>
              <a:off x="3927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0" name="Rectangle 62"/>
            <p:cNvSpPr>
              <a:spLocks noChangeArrowheads="1"/>
            </p:cNvSpPr>
            <p:nvPr/>
          </p:nvSpPr>
          <p:spPr bwMode="auto">
            <a:xfrm>
              <a:off x="4114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1" name="Rectangle 63"/>
            <p:cNvSpPr>
              <a:spLocks noChangeArrowheads="1"/>
            </p:cNvSpPr>
            <p:nvPr/>
          </p:nvSpPr>
          <p:spPr bwMode="auto">
            <a:xfrm>
              <a:off x="4303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2" name="Rectangle 64"/>
            <p:cNvSpPr>
              <a:spLocks noChangeArrowheads="1"/>
            </p:cNvSpPr>
            <p:nvPr/>
          </p:nvSpPr>
          <p:spPr bwMode="auto">
            <a:xfrm>
              <a:off x="4484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3" name="Rectangle 65"/>
            <p:cNvSpPr>
              <a:spLocks noChangeArrowheads="1"/>
            </p:cNvSpPr>
            <p:nvPr/>
          </p:nvSpPr>
          <p:spPr bwMode="auto">
            <a:xfrm>
              <a:off x="4673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4" name="Rectangle 66"/>
            <p:cNvSpPr>
              <a:spLocks noChangeArrowheads="1"/>
            </p:cNvSpPr>
            <p:nvPr/>
          </p:nvSpPr>
          <p:spPr bwMode="auto">
            <a:xfrm>
              <a:off x="3550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5" name="Rectangle 67"/>
            <p:cNvSpPr>
              <a:spLocks noChangeArrowheads="1"/>
            </p:cNvSpPr>
            <p:nvPr/>
          </p:nvSpPr>
          <p:spPr bwMode="auto">
            <a:xfrm>
              <a:off x="3739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6" name="Rectangle 68"/>
            <p:cNvSpPr>
              <a:spLocks noChangeArrowheads="1"/>
            </p:cNvSpPr>
            <p:nvPr/>
          </p:nvSpPr>
          <p:spPr bwMode="auto">
            <a:xfrm>
              <a:off x="3927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7" name="Rectangle 69"/>
            <p:cNvSpPr>
              <a:spLocks noChangeArrowheads="1"/>
            </p:cNvSpPr>
            <p:nvPr/>
          </p:nvSpPr>
          <p:spPr bwMode="auto">
            <a:xfrm>
              <a:off x="4114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8" name="Rectangle 70"/>
            <p:cNvSpPr>
              <a:spLocks noChangeArrowheads="1"/>
            </p:cNvSpPr>
            <p:nvPr/>
          </p:nvSpPr>
          <p:spPr bwMode="auto">
            <a:xfrm>
              <a:off x="4303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59" name="Rectangle 71"/>
            <p:cNvSpPr>
              <a:spLocks noChangeArrowheads="1"/>
            </p:cNvSpPr>
            <p:nvPr/>
          </p:nvSpPr>
          <p:spPr bwMode="auto">
            <a:xfrm>
              <a:off x="4484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0" name="Rectangle 72"/>
            <p:cNvSpPr>
              <a:spLocks noChangeArrowheads="1"/>
            </p:cNvSpPr>
            <p:nvPr/>
          </p:nvSpPr>
          <p:spPr bwMode="auto">
            <a:xfrm>
              <a:off x="4673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1" name="Rectangle 73"/>
            <p:cNvSpPr>
              <a:spLocks noChangeArrowheads="1"/>
            </p:cNvSpPr>
            <p:nvPr/>
          </p:nvSpPr>
          <p:spPr bwMode="auto">
            <a:xfrm>
              <a:off x="3550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2" name="Rectangle 74"/>
            <p:cNvSpPr>
              <a:spLocks noChangeArrowheads="1"/>
            </p:cNvSpPr>
            <p:nvPr/>
          </p:nvSpPr>
          <p:spPr bwMode="auto">
            <a:xfrm>
              <a:off x="3739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3" name="Rectangle 75"/>
            <p:cNvSpPr>
              <a:spLocks noChangeArrowheads="1"/>
            </p:cNvSpPr>
            <p:nvPr/>
          </p:nvSpPr>
          <p:spPr bwMode="auto">
            <a:xfrm>
              <a:off x="3927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4" name="Rectangle 76"/>
            <p:cNvSpPr>
              <a:spLocks noChangeArrowheads="1"/>
            </p:cNvSpPr>
            <p:nvPr/>
          </p:nvSpPr>
          <p:spPr bwMode="auto">
            <a:xfrm>
              <a:off x="4114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5" name="Rectangle 77"/>
            <p:cNvSpPr>
              <a:spLocks noChangeArrowheads="1"/>
            </p:cNvSpPr>
            <p:nvPr/>
          </p:nvSpPr>
          <p:spPr bwMode="auto">
            <a:xfrm>
              <a:off x="4303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6" name="Rectangle 78"/>
            <p:cNvSpPr>
              <a:spLocks noChangeArrowheads="1"/>
            </p:cNvSpPr>
            <p:nvPr/>
          </p:nvSpPr>
          <p:spPr bwMode="auto">
            <a:xfrm>
              <a:off x="4484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7" name="Rectangle 79"/>
            <p:cNvSpPr>
              <a:spLocks noChangeArrowheads="1"/>
            </p:cNvSpPr>
            <p:nvPr/>
          </p:nvSpPr>
          <p:spPr bwMode="auto">
            <a:xfrm>
              <a:off x="4673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8" name="Rectangle 80"/>
            <p:cNvSpPr>
              <a:spLocks noChangeArrowheads="1"/>
            </p:cNvSpPr>
            <p:nvPr/>
          </p:nvSpPr>
          <p:spPr bwMode="auto">
            <a:xfrm>
              <a:off x="3550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69" name="Rectangle 81"/>
            <p:cNvSpPr>
              <a:spLocks noChangeArrowheads="1"/>
            </p:cNvSpPr>
            <p:nvPr/>
          </p:nvSpPr>
          <p:spPr bwMode="auto">
            <a:xfrm>
              <a:off x="3739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0" name="Rectangle 82"/>
            <p:cNvSpPr>
              <a:spLocks noChangeArrowheads="1"/>
            </p:cNvSpPr>
            <p:nvPr/>
          </p:nvSpPr>
          <p:spPr bwMode="auto">
            <a:xfrm>
              <a:off x="3927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1" name="Rectangle 83"/>
            <p:cNvSpPr>
              <a:spLocks noChangeArrowheads="1"/>
            </p:cNvSpPr>
            <p:nvPr/>
          </p:nvSpPr>
          <p:spPr bwMode="auto">
            <a:xfrm>
              <a:off x="4114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2" name="Rectangle 84"/>
            <p:cNvSpPr>
              <a:spLocks noChangeArrowheads="1"/>
            </p:cNvSpPr>
            <p:nvPr/>
          </p:nvSpPr>
          <p:spPr bwMode="auto">
            <a:xfrm>
              <a:off x="4303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3" name="Rectangle 85"/>
            <p:cNvSpPr>
              <a:spLocks noChangeArrowheads="1"/>
            </p:cNvSpPr>
            <p:nvPr/>
          </p:nvSpPr>
          <p:spPr bwMode="auto">
            <a:xfrm>
              <a:off x="4484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4" name="Rectangle 86"/>
            <p:cNvSpPr>
              <a:spLocks noChangeArrowheads="1"/>
            </p:cNvSpPr>
            <p:nvPr/>
          </p:nvSpPr>
          <p:spPr bwMode="auto">
            <a:xfrm>
              <a:off x="4673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5" name="Rectangle 87"/>
            <p:cNvSpPr>
              <a:spLocks noChangeArrowheads="1"/>
            </p:cNvSpPr>
            <p:nvPr/>
          </p:nvSpPr>
          <p:spPr bwMode="auto">
            <a:xfrm>
              <a:off x="3550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6" name="Rectangle 88"/>
            <p:cNvSpPr>
              <a:spLocks noChangeArrowheads="1"/>
            </p:cNvSpPr>
            <p:nvPr/>
          </p:nvSpPr>
          <p:spPr bwMode="auto">
            <a:xfrm>
              <a:off x="3739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7" name="Rectangle 89"/>
            <p:cNvSpPr>
              <a:spLocks noChangeArrowheads="1"/>
            </p:cNvSpPr>
            <p:nvPr/>
          </p:nvSpPr>
          <p:spPr bwMode="auto">
            <a:xfrm>
              <a:off x="3927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8" name="Rectangle 90"/>
            <p:cNvSpPr>
              <a:spLocks noChangeArrowheads="1"/>
            </p:cNvSpPr>
            <p:nvPr/>
          </p:nvSpPr>
          <p:spPr bwMode="auto">
            <a:xfrm>
              <a:off x="4114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79" name="Rectangle 91"/>
            <p:cNvSpPr>
              <a:spLocks noChangeArrowheads="1"/>
            </p:cNvSpPr>
            <p:nvPr/>
          </p:nvSpPr>
          <p:spPr bwMode="auto">
            <a:xfrm>
              <a:off x="4303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0" name="Rectangle 92"/>
            <p:cNvSpPr>
              <a:spLocks noChangeArrowheads="1"/>
            </p:cNvSpPr>
            <p:nvPr/>
          </p:nvSpPr>
          <p:spPr bwMode="auto">
            <a:xfrm>
              <a:off x="4484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1" name="Rectangle 93"/>
            <p:cNvSpPr>
              <a:spLocks noChangeArrowheads="1"/>
            </p:cNvSpPr>
            <p:nvPr/>
          </p:nvSpPr>
          <p:spPr bwMode="auto">
            <a:xfrm>
              <a:off x="4673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2" name="Rectangle 94"/>
            <p:cNvSpPr>
              <a:spLocks noChangeArrowheads="1"/>
            </p:cNvSpPr>
            <p:nvPr/>
          </p:nvSpPr>
          <p:spPr bwMode="auto">
            <a:xfrm>
              <a:off x="3550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3" name="Rectangle 95"/>
            <p:cNvSpPr>
              <a:spLocks noChangeArrowheads="1"/>
            </p:cNvSpPr>
            <p:nvPr/>
          </p:nvSpPr>
          <p:spPr bwMode="auto">
            <a:xfrm>
              <a:off x="3739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4" name="Rectangle 96"/>
            <p:cNvSpPr>
              <a:spLocks noChangeArrowheads="1"/>
            </p:cNvSpPr>
            <p:nvPr/>
          </p:nvSpPr>
          <p:spPr bwMode="auto">
            <a:xfrm>
              <a:off x="3927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5" name="Rectangle 97"/>
            <p:cNvSpPr>
              <a:spLocks noChangeArrowheads="1"/>
            </p:cNvSpPr>
            <p:nvPr/>
          </p:nvSpPr>
          <p:spPr bwMode="auto">
            <a:xfrm>
              <a:off x="4114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6" name="Rectangle 98"/>
            <p:cNvSpPr>
              <a:spLocks noChangeArrowheads="1"/>
            </p:cNvSpPr>
            <p:nvPr/>
          </p:nvSpPr>
          <p:spPr bwMode="auto">
            <a:xfrm>
              <a:off x="4303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7" name="Rectangle 99"/>
            <p:cNvSpPr>
              <a:spLocks noChangeArrowheads="1"/>
            </p:cNvSpPr>
            <p:nvPr/>
          </p:nvSpPr>
          <p:spPr bwMode="auto">
            <a:xfrm>
              <a:off x="4484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8" name="Rectangle 100"/>
            <p:cNvSpPr>
              <a:spLocks noChangeArrowheads="1"/>
            </p:cNvSpPr>
            <p:nvPr/>
          </p:nvSpPr>
          <p:spPr bwMode="auto">
            <a:xfrm>
              <a:off x="4673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89" name="Rectangle 101"/>
            <p:cNvSpPr>
              <a:spLocks noChangeArrowheads="1"/>
            </p:cNvSpPr>
            <p:nvPr/>
          </p:nvSpPr>
          <p:spPr bwMode="auto">
            <a:xfrm>
              <a:off x="3550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90" name="Rectangle 102"/>
            <p:cNvSpPr>
              <a:spLocks noChangeArrowheads="1"/>
            </p:cNvSpPr>
            <p:nvPr/>
          </p:nvSpPr>
          <p:spPr bwMode="auto">
            <a:xfrm>
              <a:off x="3739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91" name="Rectangle 103"/>
            <p:cNvSpPr>
              <a:spLocks noChangeArrowheads="1"/>
            </p:cNvSpPr>
            <p:nvPr/>
          </p:nvSpPr>
          <p:spPr bwMode="auto">
            <a:xfrm>
              <a:off x="3927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92" name="Rectangle 104"/>
            <p:cNvSpPr>
              <a:spLocks noChangeArrowheads="1"/>
            </p:cNvSpPr>
            <p:nvPr/>
          </p:nvSpPr>
          <p:spPr bwMode="auto">
            <a:xfrm>
              <a:off x="4114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93" name="Rectangle 105"/>
            <p:cNvSpPr>
              <a:spLocks noChangeArrowheads="1"/>
            </p:cNvSpPr>
            <p:nvPr/>
          </p:nvSpPr>
          <p:spPr bwMode="auto">
            <a:xfrm>
              <a:off x="4303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94" name="Rectangle 106"/>
            <p:cNvSpPr>
              <a:spLocks noChangeArrowheads="1"/>
            </p:cNvSpPr>
            <p:nvPr/>
          </p:nvSpPr>
          <p:spPr bwMode="auto">
            <a:xfrm>
              <a:off x="4484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95" name="Rectangle 107"/>
            <p:cNvSpPr>
              <a:spLocks noChangeArrowheads="1"/>
            </p:cNvSpPr>
            <p:nvPr/>
          </p:nvSpPr>
          <p:spPr bwMode="auto">
            <a:xfrm>
              <a:off x="4673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16796" name="Line 108"/>
            <p:cNvSpPr>
              <a:spLocks noChangeShapeType="1"/>
            </p:cNvSpPr>
            <p:nvPr/>
          </p:nvSpPr>
          <p:spPr bwMode="auto">
            <a:xfrm>
              <a:off x="3550" y="1197"/>
              <a:ext cx="1462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6797" name="Line 109"/>
            <p:cNvSpPr>
              <a:spLocks noChangeShapeType="1"/>
            </p:cNvSpPr>
            <p:nvPr/>
          </p:nvSpPr>
          <p:spPr bwMode="auto">
            <a:xfrm>
              <a:off x="3550" y="1197"/>
              <a:ext cx="0" cy="1489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6798" name="Text Box 110"/>
            <p:cNvSpPr txBox="1">
              <a:spLocks noChangeArrowheads="1"/>
            </p:cNvSpPr>
            <p:nvPr/>
          </p:nvSpPr>
          <p:spPr bwMode="auto">
            <a:xfrm>
              <a:off x="3466" y="893"/>
              <a:ext cx="14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Enhanced Image</a:t>
              </a:r>
            </a:p>
          </p:txBody>
        </p:sp>
        <p:sp>
          <p:nvSpPr>
            <p:cNvPr id="116799" name="Text Box 111"/>
            <p:cNvSpPr txBox="1">
              <a:spLocks noChangeArrowheads="1"/>
            </p:cNvSpPr>
            <p:nvPr/>
          </p:nvSpPr>
          <p:spPr bwMode="auto">
            <a:xfrm>
              <a:off x="4940" y="957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16800" name="Text Box 112"/>
            <p:cNvSpPr txBox="1">
              <a:spLocks noChangeArrowheads="1"/>
            </p:cNvSpPr>
            <p:nvPr/>
          </p:nvSpPr>
          <p:spPr bwMode="auto">
            <a:xfrm>
              <a:off x="3337" y="2497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16801" name="Text Box 113"/>
            <p:cNvSpPr txBox="1">
              <a:spLocks noChangeArrowheads="1"/>
            </p:cNvSpPr>
            <p:nvPr/>
          </p:nvSpPr>
          <p:spPr bwMode="auto">
            <a:xfrm>
              <a:off x="4101" y="2498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</p:grpSp>
      <p:grpSp>
        <p:nvGrpSpPr>
          <p:cNvPr id="116741" name="Group 114"/>
          <p:cNvGrpSpPr>
            <a:grpSpLocks/>
          </p:cNvGrpSpPr>
          <p:nvPr/>
        </p:nvGrpSpPr>
        <p:grpSpPr bwMode="auto">
          <a:xfrm>
            <a:off x="3614738" y="4857752"/>
            <a:ext cx="4919662" cy="1146176"/>
            <a:chOff x="1317" y="3060"/>
            <a:chExt cx="3099" cy="722"/>
          </a:xfrm>
        </p:grpSpPr>
        <p:sp>
          <p:nvSpPr>
            <p:cNvPr id="116742" name="Text Box 115"/>
            <p:cNvSpPr txBox="1">
              <a:spLocks noChangeArrowheads="1"/>
            </p:cNvSpPr>
            <p:nvPr/>
          </p:nvSpPr>
          <p:spPr bwMode="auto">
            <a:xfrm>
              <a:off x="1317" y="3236"/>
              <a:ext cx="519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32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 = </a:t>
              </a:r>
            </a:p>
          </p:txBody>
        </p:sp>
        <p:sp>
          <p:nvSpPr>
            <p:cNvPr id="116743" name="AutoShape 116"/>
            <p:cNvSpPr>
              <a:spLocks/>
            </p:cNvSpPr>
            <p:nvPr/>
          </p:nvSpPr>
          <p:spPr bwMode="auto">
            <a:xfrm>
              <a:off x="1879" y="3099"/>
              <a:ext cx="170" cy="633"/>
            </a:xfrm>
            <a:prstGeom prst="leftBrace">
              <a:avLst>
                <a:gd name="adj1" fmla="val 31029"/>
                <a:gd name="adj2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grpSp>
          <p:nvGrpSpPr>
            <p:cNvPr id="116744" name="Group 117"/>
            <p:cNvGrpSpPr>
              <a:grpSpLocks/>
            </p:cNvGrpSpPr>
            <p:nvPr/>
          </p:nvGrpSpPr>
          <p:grpSpPr bwMode="auto">
            <a:xfrm>
              <a:off x="2008" y="3060"/>
              <a:ext cx="2408" cy="722"/>
              <a:chOff x="2008" y="3060"/>
              <a:chExt cx="2408" cy="722"/>
            </a:xfrm>
          </p:grpSpPr>
          <p:sp>
            <p:nvSpPr>
              <p:cNvPr id="116745" name="Text Box 118"/>
              <p:cNvSpPr txBox="1">
                <a:spLocks noChangeArrowheads="1"/>
              </p:cNvSpPr>
              <p:nvPr/>
            </p:nvSpPr>
            <p:spPr bwMode="auto">
              <a:xfrm>
                <a:off x="2008" y="3412"/>
                <a:ext cx="2373" cy="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IE" altLang="en-US" sz="32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    r &lt;= threshold</a:t>
                </a:r>
              </a:p>
            </p:txBody>
          </p:sp>
          <p:sp>
            <p:nvSpPr>
              <p:cNvPr id="116746" name="Text Box 119"/>
              <p:cNvSpPr txBox="1">
                <a:spLocks noChangeArrowheads="1"/>
              </p:cNvSpPr>
              <p:nvPr/>
            </p:nvSpPr>
            <p:spPr bwMode="auto">
              <a:xfrm>
                <a:off x="2008" y="3060"/>
                <a:ext cx="2408" cy="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IE" altLang="en-US" sz="32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    r  &gt;  threshold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3792234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GB" altLang="en-US" sz="4000">
                <a:solidFill>
                  <a:srgbClr val="FFFFFF"/>
                </a:solidFill>
              </a:rPr>
              <a:t>Intensity Transformations</a:t>
            </a:r>
          </a:p>
        </p:txBody>
      </p:sp>
      <p:pic>
        <p:nvPicPr>
          <p:cNvPr id="11878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6" y="1731963"/>
            <a:ext cx="8143875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8788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18789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790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5955025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Basic Grey Level Transformations</a:t>
            </a:r>
          </a:p>
        </p:txBody>
      </p:sp>
      <p:sp>
        <p:nvSpPr>
          <p:cNvPr id="12083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27138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There are many different kinds of grey level transformations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Three of the most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common are shown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here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Linear 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Negative/Identity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Logarithmic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Log/Inverse log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Power law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n</a:t>
            </a:r>
            <a:r>
              <a:rPr lang="en-IE" altLang="en-US" baseline="30000">
                <a:solidFill>
                  <a:srgbClr val="000000"/>
                </a:solidFill>
              </a:rPr>
              <a:t>th</a:t>
            </a:r>
            <a:r>
              <a:rPr lang="en-IE" altLang="en-US">
                <a:solidFill>
                  <a:srgbClr val="000000"/>
                </a:solidFill>
              </a:rPr>
              <a:t> power/n</a:t>
            </a:r>
            <a:r>
              <a:rPr lang="en-IE" altLang="en-US" baseline="30000">
                <a:solidFill>
                  <a:srgbClr val="000000"/>
                </a:solidFill>
              </a:rPr>
              <a:t>th</a:t>
            </a:r>
            <a:r>
              <a:rPr lang="en-IE" altLang="en-US">
                <a:solidFill>
                  <a:srgbClr val="000000"/>
                </a:solidFill>
              </a:rPr>
              <a:t> root</a:t>
            </a:r>
          </a:p>
        </p:txBody>
      </p:sp>
      <p:pic>
        <p:nvPicPr>
          <p:cNvPr id="120836" name="Picture 3"/>
          <p:cNvPicPr>
            <a:picLocks noChangeAspect="1" noChangeArrowheads="1"/>
          </p:cNvPicPr>
          <p:nvPr/>
        </p:nvPicPr>
        <p:blipFill>
          <a:blip r:embed="rId3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4"/>
          <a:stretch>
            <a:fillRect/>
          </a:stretch>
        </p:blipFill>
        <p:spPr bwMode="auto">
          <a:xfrm>
            <a:off x="5773739" y="2147888"/>
            <a:ext cx="4587875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0837" name="Group 4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20838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839" name="Rectangle 6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12357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Logarithmic Transformations</a:t>
            </a:r>
          </a:p>
        </p:txBody>
      </p:sp>
      <p:sp>
        <p:nvSpPr>
          <p:cNvPr id="12288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general form of the log transformation is </a:t>
            </a:r>
          </a:p>
          <a:p>
            <a:pPr algn="ctr"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s = c * log(1 + r)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log transformation maps a narrow range of low input grey level values into a wider range of output values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inverse log transformation performs the opposite transformation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Compresses the dynamic range of images with large variations in pixel values</a:t>
            </a:r>
          </a:p>
        </p:txBody>
      </p:sp>
    </p:spTree>
    <p:extLst>
      <p:ext uri="{BB962C8B-B14F-4D97-AF65-F5344CB8AC3E}">
        <p14:creationId xmlns:p14="http://schemas.microsoft.com/office/powerpoint/2010/main" val="3072352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Logarithmic Transformations (cont…)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296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Log functions are particularly useful when the input grey level values may have an extremely large range of values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In the following example the Fourier transform of an image is put through a log transform to reveal more detail</a:t>
            </a:r>
          </a:p>
        </p:txBody>
      </p:sp>
      <p:pic>
        <p:nvPicPr>
          <p:cNvPr id="1249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28" r="40614"/>
          <a:stretch>
            <a:fillRect/>
          </a:stretch>
        </p:blipFill>
        <p:spPr bwMode="auto">
          <a:xfrm>
            <a:off x="2654300" y="4198939"/>
            <a:ext cx="24892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93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89"/>
          <a:stretch>
            <a:fillRect/>
          </a:stretch>
        </p:blipFill>
        <p:spPr bwMode="auto">
          <a:xfrm>
            <a:off x="6992939" y="4198939"/>
            <a:ext cx="253682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4" name="AutoShape 5"/>
          <p:cNvSpPr>
            <a:spLocks noChangeArrowheads="1"/>
          </p:cNvSpPr>
          <p:nvPr/>
        </p:nvSpPr>
        <p:spPr bwMode="auto">
          <a:xfrm>
            <a:off x="5195889" y="5043488"/>
            <a:ext cx="1779587" cy="849312"/>
          </a:xfrm>
          <a:prstGeom prst="rightArrow">
            <a:avLst>
              <a:gd name="adj1" fmla="val 50000"/>
              <a:gd name="adj2" fmla="val 52383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FFFFFF"/>
                </a:solidFill>
                <a:latin typeface="Times New Roman" panose="02020603050405020304" pitchFamily="18" charset="0"/>
              </a:rPr>
              <a:t>s = log(1 + r)</a:t>
            </a:r>
          </a:p>
        </p:txBody>
      </p:sp>
      <p:grpSp>
        <p:nvGrpSpPr>
          <p:cNvPr id="124935" name="Group 6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24936" name="Picture 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4937" name="Rectangle 8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53576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Logarithmic Transformations (cont…)</a:t>
            </a:r>
          </a:p>
        </p:txBody>
      </p:sp>
      <p:grpSp>
        <p:nvGrpSpPr>
          <p:cNvPr id="126979" name="Group 2"/>
          <p:cNvGrpSpPr>
            <a:grpSpLocks/>
          </p:cNvGrpSpPr>
          <p:nvPr/>
        </p:nvGrpSpPr>
        <p:grpSpPr bwMode="auto">
          <a:xfrm>
            <a:off x="2438400" y="1446214"/>
            <a:ext cx="3141664" cy="2894013"/>
            <a:chOff x="576" y="911"/>
            <a:chExt cx="1979" cy="1823"/>
          </a:xfrm>
        </p:grpSpPr>
        <p:sp>
          <p:nvSpPr>
            <p:cNvPr id="127038" name="Rectangle 3"/>
            <p:cNvSpPr>
              <a:spLocks noChangeArrowheads="1"/>
            </p:cNvSpPr>
            <p:nvPr/>
          </p:nvSpPr>
          <p:spPr bwMode="auto">
            <a:xfrm>
              <a:off x="789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39" name="Rectangle 4"/>
            <p:cNvSpPr>
              <a:spLocks noChangeArrowheads="1"/>
            </p:cNvSpPr>
            <p:nvPr/>
          </p:nvSpPr>
          <p:spPr bwMode="auto">
            <a:xfrm>
              <a:off x="978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0" name="Rectangle 5"/>
            <p:cNvSpPr>
              <a:spLocks noChangeArrowheads="1"/>
            </p:cNvSpPr>
            <p:nvPr/>
          </p:nvSpPr>
          <p:spPr bwMode="auto">
            <a:xfrm>
              <a:off x="1166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1" name="Rectangle 6"/>
            <p:cNvSpPr>
              <a:spLocks noChangeArrowheads="1"/>
            </p:cNvSpPr>
            <p:nvPr/>
          </p:nvSpPr>
          <p:spPr bwMode="auto">
            <a:xfrm>
              <a:off x="1352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2" name="Rectangle 7"/>
            <p:cNvSpPr>
              <a:spLocks noChangeArrowheads="1"/>
            </p:cNvSpPr>
            <p:nvPr/>
          </p:nvSpPr>
          <p:spPr bwMode="auto">
            <a:xfrm>
              <a:off x="1541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3" name="Rectangle 8"/>
            <p:cNvSpPr>
              <a:spLocks noChangeArrowheads="1"/>
            </p:cNvSpPr>
            <p:nvPr/>
          </p:nvSpPr>
          <p:spPr bwMode="auto">
            <a:xfrm>
              <a:off x="1722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4" name="Rectangle 9"/>
            <p:cNvSpPr>
              <a:spLocks noChangeArrowheads="1"/>
            </p:cNvSpPr>
            <p:nvPr/>
          </p:nvSpPr>
          <p:spPr bwMode="auto">
            <a:xfrm>
              <a:off x="1911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5" name="Rectangle 10"/>
            <p:cNvSpPr>
              <a:spLocks noChangeArrowheads="1"/>
            </p:cNvSpPr>
            <p:nvPr/>
          </p:nvSpPr>
          <p:spPr bwMode="auto">
            <a:xfrm>
              <a:off x="789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6" name="Rectangle 11"/>
            <p:cNvSpPr>
              <a:spLocks noChangeArrowheads="1"/>
            </p:cNvSpPr>
            <p:nvPr/>
          </p:nvSpPr>
          <p:spPr bwMode="auto">
            <a:xfrm>
              <a:off x="978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7" name="Rectangle 12"/>
            <p:cNvSpPr>
              <a:spLocks noChangeArrowheads="1"/>
            </p:cNvSpPr>
            <p:nvPr/>
          </p:nvSpPr>
          <p:spPr bwMode="auto">
            <a:xfrm>
              <a:off x="1166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8" name="Rectangle 13"/>
            <p:cNvSpPr>
              <a:spLocks noChangeArrowheads="1"/>
            </p:cNvSpPr>
            <p:nvPr/>
          </p:nvSpPr>
          <p:spPr bwMode="auto">
            <a:xfrm>
              <a:off x="1352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49" name="Rectangle 14"/>
            <p:cNvSpPr>
              <a:spLocks noChangeArrowheads="1"/>
            </p:cNvSpPr>
            <p:nvPr/>
          </p:nvSpPr>
          <p:spPr bwMode="auto">
            <a:xfrm>
              <a:off x="1541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0" name="Rectangle 15"/>
            <p:cNvSpPr>
              <a:spLocks noChangeArrowheads="1"/>
            </p:cNvSpPr>
            <p:nvPr/>
          </p:nvSpPr>
          <p:spPr bwMode="auto">
            <a:xfrm>
              <a:off x="1722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1" name="Rectangle 16"/>
            <p:cNvSpPr>
              <a:spLocks noChangeArrowheads="1"/>
            </p:cNvSpPr>
            <p:nvPr/>
          </p:nvSpPr>
          <p:spPr bwMode="auto">
            <a:xfrm>
              <a:off x="1911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2" name="Rectangle 17"/>
            <p:cNvSpPr>
              <a:spLocks noChangeArrowheads="1"/>
            </p:cNvSpPr>
            <p:nvPr/>
          </p:nvSpPr>
          <p:spPr bwMode="auto">
            <a:xfrm>
              <a:off x="789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3" name="Rectangle 18"/>
            <p:cNvSpPr>
              <a:spLocks noChangeArrowheads="1"/>
            </p:cNvSpPr>
            <p:nvPr/>
          </p:nvSpPr>
          <p:spPr bwMode="auto">
            <a:xfrm>
              <a:off x="978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4" name="Rectangle 19"/>
            <p:cNvSpPr>
              <a:spLocks noChangeArrowheads="1"/>
            </p:cNvSpPr>
            <p:nvPr/>
          </p:nvSpPr>
          <p:spPr bwMode="auto">
            <a:xfrm>
              <a:off x="1166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5" name="Rectangle 20"/>
            <p:cNvSpPr>
              <a:spLocks noChangeArrowheads="1"/>
            </p:cNvSpPr>
            <p:nvPr/>
          </p:nvSpPr>
          <p:spPr bwMode="auto">
            <a:xfrm>
              <a:off x="1352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6" name="Rectangle 21"/>
            <p:cNvSpPr>
              <a:spLocks noChangeArrowheads="1"/>
            </p:cNvSpPr>
            <p:nvPr/>
          </p:nvSpPr>
          <p:spPr bwMode="auto">
            <a:xfrm>
              <a:off x="1541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7" name="Rectangle 22"/>
            <p:cNvSpPr>
              <a:spLocks noChangeArrowheads="1"/>
            </p:cNvSpPr>
            <p:nvPr/>
          </p:nvSpPr>
          <p:spPr bwMode="auto">
            <a:xfrm>
              <a:off x="1722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8" name="Rectangle 23"/>
            <p:cNvSpPr>
              <a:spLocks noChangeArrowheads="1"/>
            </p:cNvSpPr>
            <p:nvPr/>
          </p:nvSpPr>
          <p:spPr bwMode="auto">
            <a:xfrm>
              <a:off x="1911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59" name="Rectangle 24"/>
            <p:cNvSpPr>
              <a:spLocks noChangeArrowheads="1"/>
            </p:cNvSpPr>
            <p:nvPr/>
          </p:nvSpPr>
          <p:spPr bwMode="auto">
            <a:xfrm>
              <a:off x="789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0" name="Rectangle 25"/>
            <p:cNvSpPr>
              <a:spLocks noChangeArrowheads="1"/>
            </p:cNvSpPr>
            <p:nvPr/>
          </p:nvSpPr>
          <p:spPr bwMode="auto">
            <a:xfrm>
              <a:off x="978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1" name="Rectangle 26"/>
            <p:cNvSpPr>
              <a:spLocks noChangeArrowheads="1"/>
            </p:cNvSpPr>
            <p:nvPr/>
          </p:nvSpPr>
          <p:spPr bwMode="auto">
            <a:xfrm>
              <a:off x="1166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2" name="Rectangle 27"/>
            <p:cNvSpPr>
              <a:spLocks noChangeArrowheads="1"/>
            </p:cNvSpPr>
            <p:nvPr/>
          </p:nvSpPr>
          <p:spPr bwMode="auto">
            <a:xfrm>
              <a:off x="1352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3" name="Rectangle 28"/>
            <p:cNvSpPr>
              <a:spLocks noChangeArrowheads="1"/>
            </p:cNvSpPr>
            <p:nvPr/>
          </p:nvSpPr>
          <p:spPr bwMode="auto">
            <a:xfrm>
              <a:off x="1541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4" name="Rectangle 29"/>
            <p:cNvSpPr>
              <a:spLocks noChangeArrowheads="1"/>
            </p:cNvSpPr>
            <p:nvPr/>
          </p:nvSpPr>
          <p:spPr bwMode="auto">
            <a:xfrm>
              <a:off x="1722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5" name="Rectangle 30"/>
            <p:cNvSpPr>
              <a:spLocks noChangeArrowheads="1"/>
            </p:cNvSpPr>
            <p:nvPr/>
          </p:nvSpPr>
          <p:spPr bwMode="auto">
            <a:xfrm>
              <a:off x="1911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6" name="Rectangle 31"/>
            <p:cNvSpPr>
              <a:spLocks noChangeArrowheads="1"/>
            </p:cNvSpPr>
            <p:nvPr/>
          </p:nvSpPr>
          <p:spPr bwMode="auto">
            <a:xfrm>
              <a:off x="789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7" name="Rectangle 32"/>
            <p:cNvSpPr>
              <a:spLocks noChangeArrowheads="1"/>
            </p:cNvSpPr>
            <p:nvPr/>
          </p:nvSpPr>
          <p:spPr bwMode="auto">
            <a:xfrm>
              <a:off x="978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8" name="Rectangle 33"/>
            <p:cNvSpPr>
              <a:spLocks noChangeArrowheads="1"/>
            </p:cNvSpPr>
            <p:nvPr/>
          </p:nvSpPr>
          <p:spPr bwMode="auto">
            <a:xfrm>
              <a:off x="1166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69" name="Rectangle 34"/>
            <p:cNvSpPr>
              <a:spLocks noChangeArrowheads="1"/>
            </p:cNvSpPr>
            <p:nvPr/>
          </p:nvSpPr>
          <p:spPr bwMode="auto">
            <a:xfrm>
              <a:off x="1352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0" name="Rectangle 35"/>
            <p:cNvSpPr>
              <a:spLocks noChangeArrowheads="1"/>
            </p:cNvSpPr>
            <p:nvPr/>
          </p:nvSpPr>
          <p:spPr bwMode="auto">
            <a:xfrm>
              <a:off x="1541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1" name="Rectangle 36"/>
            <p:cNvSpPr>
              <a:spLocks noChangeArrowheads="1"/>
            </p:cNvSpPr>
            <p:nvPr/>
          </p:nvSpPr>
          <p:spPr bwMode="auto">
            <a:xfrm>
              <a:off x="1722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2" name="Rectangle 37"/>
            <p:cNvSpPr>
              <a:spLocks noChangeArrowheads="1"/>
            </p:cNvSpPr>
            <p:nvPr/>
          </p:nvSpPr>
          <p:spPr bwMode="auto">
            <a:xfrm>
              <a:off x="1911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3" name="Rectangle 38"/>
            <p:cNvSpPr>
              <a:spLocks noChangeArrowheads="1"/>
            </p:cNvSpPr>
            <p:nvPr/>
          </p:nvSpPr>
          <p:spPr bwMode="auto">
            <a:xfrm>
              <a:off x="789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4" name="Rectangle 39"/>
            <p:cNvSpPr>
              <a:spLocks noChangeArrowheads="1"/>
            </p:cNvSpPr>
            <p:nvPr/>
          </p:nvSpPr>
          <p:spPr bwMode="auto">
            <a:xfrm>
              <a:off x="978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5" name="Rectangle 40"/>
            <p:cNvSpPr>
              <a:spLocks noChangeArrowheads="1"/>
            </p:cNvSpPr>
            <p:nvPr/>
          </p:nvSpPr>
          <p:spPr bwMode="auto">
            <a:xfrm>
              <a:off x="1166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6" name="Rectangle 41"/>
            <p:cNvSpPr>
              <a:spLocks noChangeArrowheads="1"/>
            </p:cNvSpPr>
            <p:nvPr/>
          </p:nvSpPr>
          <p:spPr bwMode="auto">
            <a:xfrm>
              <a:off x="1352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7" name="Rectangle 42"/>
            <p:cNvSpPr>
              <a:spLocks noChangeArrowheads="1"/>
            </p:cNvSpPr>
            <p:nvPr/>
          </p:nvSpPr>
          <p:spPr bwMode="auto">
            <a:xfrm>
              <a:off x="1541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8" name="Rectangle 43"/>
            <p:cNvSpPr>
              <a:spLocks noChangeArrowheads="1"/>
            </p:cNvSpPr>
            <p:nvPr/>
          </p:nvSpPr>
          <p:spPr bwMode="auto">
            <a:xfrm>
              <a:off x="1722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79" name="Rectangle 44"/>
            <p:cNvSpPr>
              <a:spLocks noChangeArrowheads="1"/>
            </p:cNvSpPr>
            <p:nvPr/>
          </p:nvSpPr>
          <p:spPr bwMode="auto">
            <a:xfrm>
              <a:off x="1911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80" name="Rectangle 45"/>
            <p:cNvSpPr>
              <a:spLocks noChangeArrowheads="1"/>
            </p:cNvSpPr>
            <p:nvPr/>
          </p:nvSpPr>
          <p:spPr bwMode="auto">
            <a:xfrm>
              <a:off x="789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81" name="Rectangle 46"/>
            <p:cNvSpPr>
              <a:spLocks noChangeArrowheads="1"/>
            </p:cNvSpPr>
            <p:nvPr/>
          </p:nvSpPr>
          <p:spPr bwMode="auto">
            <a:xfrm>
              <a:off x="978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82" name="Rectangle 47"/>
            <p:cNvSpPr>
              <a:spLocks noChangeArrowheads="1"/>
            </p:cNvSpPr>
            <p:nvPr/>
          </p:nvSpPr>
          <p:spPr bwMode="auto">
            <a:xfrm>
              <a:off x="1166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83" name="Rectangle 48"/>
            <p:cNvSpPr>
              <a:spLocks noChangeArrowheads="1"/>
            </p:cNvSpPr>
            <p:nvPr/>
          </p:nvSpPr>
          <p:spPr bwMode="auto">
            <a:xfrm>
              <a:off x="1352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84" name="Rectangle 49"/>
            <p:cNvSpPr>
              <a:spLocks noChangeArrowheads="1"/>
            </p:cNvSpPr>
            <p:nvPr/>
          </p:nvSpPr>
          <p:spPr bwMode="auto">
            <a:xfrm>
              <a:off x="1541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85" name="Rectangle 50"/>
            <p:cNvSpPr>
              <a:spLocks noChangeArrowheads="1"/>
            </p:cNvSpPr>
            <p:nvPr/>
          </p:nvSpPr>
          <p:spPr bwMode="auto">
            <a:xfrm>
              <a:off x="1722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86" name="Rectangle 51"/>
            <p:cNvSpPr>
              <a:spLocks noChangeArrowheads="1"/>
            </p:cNvSpPr>
            <p:nvPr/>
          </p:nvSpPr>
          <p:spPr bwMode="auto">
            <a:xfrm>
              <a:off x="1911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87" name="Line 52"/>
            <p:cNvSpPr>
              <a:spLocks noChangeShapeType="1"/>
            </p:cNvSpPr>
            <p:nvPr/>
          </p:nvSpPr>
          <p:spPr bwMode="auto">
            <a:xfrm>
              <a:off x="789" y="1198"/>
              <a:ext cx="1461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7088" name="Line 53"/>
            <p:cNvSpPr>
              <a:spLocks noChangeShapeType="1"/>
            </p:cNvSpPr>
            <p:nvPr/>
          </p:nvSpPr>
          <p:spPr bwMode="auto">
            <a:xfrm>
              <a:off x="789" y="1198"/>
              <a:ext cx="0" cy="1488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7089" name="Text Box 54"/>
            <p:cNvSpPr txBox="1">
              <a:spLocks noChangeArrowheads="1"/>
            </p:cNvSpPr>
            <p:nvPr/>
          </p:nvSpPr>
          <p:spPr bwMode="auto">
            <a:xfrm>
              <a:off x="727" y="911"/>
              <a:ext cx="138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Original Image</a:t>
              </a:r>
            </a:p>
          </p:txBody>
        </p:sp>
        <p:sp>
          <p:nvSpPr>
            <p:cNvPr id="127090" name="Text Box 55"/>
            <p:cNvSpPr txBox="1">
              <a:spLocks noChangeArrowheads="1"/>
            </p:cNvSpPr>
            <p:nvPr/>
          </p:nvSpPr>
          <p:spPr bwMode="auto">
            <a:xfrm>
              <a:off x="2179" y="969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27091" name="Text Box 56"/>
            <p:cNvSpPr txBox="1">
              <a:spLocks noChangeArrowheads="1"/>
            </p:cNvSpPr>
            <p:nvPr/>
          </p:nvSpPr>
          <p:spPr bwMode="auto">
            <a:xfrm>
              <a:off x="576" y="2498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27092" name="Text Box 57"/>
            <p:cNvSpPr txBox="1">
              <a:spLocks noChangeArrowheads="1"/>
            </p:cNvSpPr>
            <p:nvPr/>
          </p:nvSpPr>
          <p:spPr bwMode="auto">
            <a:xfrm>
              <a:off x="1276" y="2500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</p:grpSp>
      <p:grpSp>
        <p:nvGrpSpPr>
          <p:cNvPr id="126980" name="Group 58"/>
          <p:cNvGrpSpPr>
            <a:grpSpLocks/>
          </p:cNvGrpSpPr>
          <p:nvPr/>
        </p:nvGrpSpPr>
        <p:grpSpPr bwMode="auto">
          <a:xfrm>
            <a:off x="6821487" y="1417639"/>
            <a:ext cx="3243261" cy="2919413"/>
            <a:chOff x="3337" y="893"/>
            <a:chExt cx="2043" cy="1839"/>
          </a:xfrm>
        </p:grpSpPr>
        <p:sp>
          <p:nvSpPr>
            <p:cNvPr id="126983" name="Rectangle 59"/>
            <p:cNvSpPr>
              <a:spLocks noChangeArrowheads="1"/>
            </p:cNvSpPr>
            <p:nvPr/>
          </p:nvSpPr>
          <p:spPr bwMode="auto">
            <a:xfrm>
              <a:off x="3550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84" name="Rectangle 60"/>
            <p:cNvSpPr>
              <a:spLocks noChangeArrowheads="1"/>
            </p:cNvSpPr>
            <p:nvPr/>
          </p:nvSpPr>
          <p:spPr bwMode="auto">
            <a:xfrm>
              <a:off x="3739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85" name="Rectangle 61"/>
            <p:cNvSpPr>
              <a:spLocks noChangeArrowheads="1"/>
            </p:cNvSpPr>
            <p:nvPr/>
          </p:nvSpPr>
          <p:spPr bwMode="auto">
            <a:xfrm>
              <a:off x="3927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86" name="Rectangle 62"/>
            <p:cNvSpPr>
              <a:spLocks noChangeArrowheads="1"/>
            </p:cNvSpPr>
            <p:nvPr/>
          </p:nvSpPr>
          <p:spPr bwMode="auto">
            <a:xfrm>
              <a:off x="4114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87" name="Rectangle 63"/>
            <p:cNvSpPr>
              <a:spLocks noChangeArrowheads="1"/>
            </p:cNvSpPr>
            <p:nvPr/>
          </p:nvSpPr>
          <p:spPr bwMode="auto">
            <a:xfrm>
              <a:off x="4303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88" name="Rectangle 64"/>
            <p:cNvSpPr>
              <a:spLocks noChangeArrowheads="1"/>
            </p:cNvSpPr>
            <p:nvPr/>
          </p:nvSpPr>
          <p:spPr bwMode="auto">
            <a:xfrm>
              <a:off x="4484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89" name="Rectangle 65"/>
            <p:cNvSpPr>
              <a:spLocks noChangeArrowheads="1"/>
            </p:cNvSpPr>
            <p:nvPr/>
          </p:nvSpPr>
          <p:spPr bwMode="auto">
            <a:xfrm>
              <a:off x="4673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0" name="Rectangle 66"/>
            <p:cNvSpPr>
              <a:spLocks noChangeArrowheads="1"/>
            </p:cNvSpPr>
            <p:nvPr/>
          </p:nvSpPr>
          <p:spPr bwMode="auto">
            <a:xfrm>
              <a:off x="3550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1" name="Rectangle 67"/>
            <p:cNvSpPr>
              <a:spLocks noChangeArrowheads="1"/>
            </p:cNvSpPr>
            <p:nvPr/>
          </p:nvSpPr>
          <p:spPr bwMode="auto">
            <a:xfrm>
              <a:off x="3739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2" name="Rectangle 68"/>
            <p:cNvSpPr>
              <a:spLocks noChangeArrowheads="1"/>
            </p:cNvSpPr>
            <p:nvPr/>
          </p:nvSpPr>
          <p:spPr bwMode="auto">
            <a:xfrm>
              <a:off x="3927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3" name="Rectangle 69"/>
            <p:cNvSpPr>
              <a:spLocks noChangeArrowheads="1"/>
            </p:cNvSpPr>
            <p:nvPr/>
          </p:nvSpPr>
          <p:spPr bwMode="auto">
            <a:xfrm>
              <a:off x="4114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4" name="Rectangle 70"/>
            <p:cNvSpPr>
              <a:spLocks noChangeArrowheads="1"/>
            </p:cNvSpPr>
            <p:nvPr/>
          </p:nvSpPr>
          <p:spPr bwMode="auto">
            <a:xfrm>
              <a:off x="4303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5" name="Rectangle 71"/>
            <p:cNvSpPr>
              <a:spLocks noChangeArrowheads="1"/>
            </p:cNvSpPr>
            <p:nvPr/>
          </p:nvSpPr>
          <p:spPr bwMode="auto">
            <a:xfrm>
              <a:off x="4484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6" name="Rectangle 72"/>
            <p:cNvSpPr>
              <a:spLocks noChangeArrowheads="1"/>
            </p:cNvSpPr>
            <p:nvPr/>
          </p:nvSpPr>
          <p:spPr bwMode="auto">
            <a:xfrm>
              <a:off x="4673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7" name="Rectangle 73"/>
            <p:cNvSpPr>
              <a:spLocks noChangeArrowheads="1"/>
            </p:cNvSpPr>
            <p:nvPr/>
          </p:nvSpPr>
          <p:spPr bwMode="auto">
            <a:xfrm>
              <a:off x="3550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8" name="Rectangle 74"/>
            <p:cNvSpPr>
              <a:spLocks noChangeArrowheads="1"/>
            </p:cNvSpPr>
            <p:nvPr/>
          </p:nvSpPr>
          <p:spPr bwMode="auto">
            <a:xfrm>
              <a:off x="3739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6999" name="Rectangle 75"/>
            <p:cNvSpPr>
              <a:spLocks noChangeArrowheads="1"/>
            </p:cNvSpPr>
            <p:nvPr/>
          </p:nvSpPr>
          <p:spPr bwMode="auto">
            <a:xfrm>
              <a:off x="3927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0" name="Rectangle 76"/>
            <p:cNvSpPr>
              <a:spLocks noChangeArrowheads="1"/>
            </p:cNvSpPr>
            <p:nvPr/>
          </p:nvSpPr>
          <p:spPr bwMode="auto">
            <a:xfrm>
              <a:off x="4114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1" name="Rectangle 77"/>
            <p:cNvSpPr>
              <a:spLocks noChangeArrowheads="1"/>
            </p:cNvSpPr>
            <p:nvPr/>
          </p:nvSpPr>
          <p:spPr bwMode="auto">
            <a:xfrm>
              <a:off x="4303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2" name="Rectangle 78"/>
            <p:cNvSpPr>
              <a:spLocks noChangeArrowheads="1"/>
            </p:cNvSpPr>
            <p:nvPr/>
          </p:nvSpPr>
          <p:spPr bwMode="auto">
            <a:xfrm>
              <a:off x="4484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3" name="Rectangle 79"/>
            <p:cNvSpPr>
              <a:spLocks noChangeArrowheads="1"/>
            </p:cNvSpPr>
            <p:nvPr/>
          </p:nvSpPr>
          <p:spPr bwMode="auto">
            <a:xfrm>
              <a:off x="4673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4" name="Rectangle 80"/>
            <p:cNvSpPr>
              <a:spLocks noChangeArrowheads="1"/>
            </p:cNvSpPr>
            <p:nvPr/>
          </p:nvSpPr>
          <p:spPr bwMode="auto">
            <a:xfrm>
              <a:off x="3550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5" name="Rectangle 81"/>
            <p:cNvSpPr>
              <a:spLocks noChangeArrowheads="1"/>
            </p:cNvSpPr>
            <p:nvPr/>
          </p:nvSpPr>
          <p:spPr bwMode="auto">
            <a:xfrm>
              <a:off x="3739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6" name="Rectangle 82"/>
            <p:cNvSpPr>
              <a:spLocks noChangeArrowheads="1"/>
            </p:cNvSpPr>
            <p:nvPr/>
          </p:nvSpPr>
          <p:spPr bwMode="auto">
            <a:xfrm>
              <a:off x="3927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7" name="Rectangle 83"/>
            <p:cNvSpPr>
              <a:spLocks noChangeArrowheads="1"/>
            </p:cNvSpPr>
            <p:nvPr/>
          </p:nvSpPr>
          <p:spPr bwMode="auto">
            <a:xfrm>
              <a:off x="4114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8" name="Rectangle 84"/>
            <p:cNvSpPr>
              <a:spLocks noChangeArrowheads="1"/>
            </p:cNvSpPr>
            <p:nvPr/>
          </p:nvSpPr>
          <p:spPr bwMode="auto">
            <a:xfrm>
              <a:off x="4303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09" name="Rectangle 85"/>
            <p:cNvSpPr>
              <a:spLocks noChangeArrowheads="1"/>
            </p:cNvSpPr>
            <p:nvPr/>
          </p:nvSpPr>
          <p:spPr bwMode="auto">
            <a:xfrm>
              <a:off x="4484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0" name="Rectangle 86"/>
            <p:cNvSpPr>
              <a:spLocks noChangeArrowheads="1"/>
            </p:cNvSpPr>
            <p:nvPr/>
          </p:nvSpPr>
          <p:spPr bwMode="auto">
            <a:xfrm>
              <a:off x="4673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1" name="Rectangle 87"/>
            <p:cNvSpPr>
              <a:spLocks noChangeArrowheads="1"/>
            </p:cNvSpPr>
            <p:nvPr/>
          </p:nvSpPr>
          <p:spPr bwMode="auto">
            <a:xfrm>
              <a:off x="3550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2" name="Rectangle 88"/>
            <p:cNvSpPr>
              <a:spLocks noChangeArrowheads="1"/>
            </p:cNvSpPr>
            <p:nvPr/>
          </p:nvSpPr>
          <p:spPr bwMode="auto">
            <a:xfrm>
              <a:off x="3739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3" name="Rectangle 89"/>
            <p:cNvSpPr>
              <a:spLocks noChangeArrowheads="1"/>
            </p:cNvSpPr>
            <p:nvPr/>
          </p:nvSpPr>
          <p:spPr bwMode="auto">
            <a:xfrm>
              <a:off x="3927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4" name="Rectangle 90"/>
            <p:cNvSpPr>
              <a:spLocks noChangeArrowheads="1"/>
            </p:cNvSpPr>
            <p:nvPr/>
          </p:nvSpPr>
          <p:spPr bwMode="auto">
            <a:xfrm>
              <a:off x="4114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5" name="Rectangle 91"/>
            <p:cNvSpPr>
              <a:spLocks noChangeArrowheads="1"/>
            </p:cNvSpPr>
            <p:nvPr/>
          </p:nvSpPr>
          <p:spPr bwMode="auto">
            <a:xfrm>
              <a:off x="4303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6" name="Rectangle 92"/>
            <p:cNvSpPr>
              <a:spLocks noChangeArrowheads="1"/>
            </p:cNvSpPr>
            <p:nvPr/>
          </p:nvSpPr>
          <p:spPr bwMode="auto">
            <a:xfrm>
              <a:off x="4484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7" name="Rectangle 93"/>
            <p:cNvSpPr>
              <a:spLocks noChangeArrowheads="1"/>
            </p:cNvSpPr>
            <p:nvPr/>
          </p:nvSpPr>
          <p:spPr bwMode="auto">
            <a:xfrm>
              <a:off x="4673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8" name="Rectangle 94"/>
            <p:cNvSpPr>
              <a:spLocks noChangeArrowheads="1"/>
            </p:cNvSpPr>
            <p:nvPr/>
          </p:nvSpPr>
          <p:spPr bwMode="auto">
            <a:xfrm>
              <a:off x="3550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19" name="Rectangle 95"/>
            <p:cNvSpPr>
              <a:spLocks noChangeArrowheads="1"/>
            </p:cNvSpPr>
            <p:nvPr/>
          </p:nvSpPr>
          <p:spPr bwMode="auto">
            <a:xfrm>
              <a:off x="3739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0" name="Rectangle 96"/>
            <p:cNvSpPr>
              <a:spLocks noChangeArrowheads="1"/>
            </p:cNvSpPr>
            <p:nvPr/>
          </p:nvSpPr>
          <p:spPr bwMode="auto">
            <a:xfrm>
              <a:off x="3927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1" name="Rectangle 97"/>
            <p:cNvSpPr>
              <a:spLocks noChangeArrowheads="1"/>
            </p:cNvSpPr>
            <p:nvPr/>
          </p:nvSpPr>
          <p:spPr bwMode="auto">
            <a:xfrm>
              <a:off x="4114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2" name="Rectangle 98"/>
            <p:cNvSpPr>
              <a:spLocks noChangeArrowheads="1"/>
            </p:cNvSpPr>
            <p:nvPr/>
          </p:nvSpPr>
          <p:spPr bwMode="auto">
            <a:xfrm>
              <a:off x="4303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3" name="Rectangle 99"/>
            <p:cNvSpPr>
              <a:spLocks noChangeArrowheads="1"/>
            </p:cNvSpPr>
            <p:nvPr/>
          </p:nvSpPr>
          <p:spPr bwMode="auto">
            <a:xfrm>
              <a:off x="4484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4" name="Rectangle 100"/>
            <p:cNvSpPr>
              <a:spLocks noChangeArrowheads="1"/>
            </p:cNvSpPr>
            <p:nvPr/>
          </p:nvSpPr>
          <p:spPr bwMode="auto">
            <a:xfrm>
              <a:off x="4673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5" name="Rectangle 101"/>
            <p:cNvSpPr>
              <a:spLocks noChangeArrowheads="1"/>
            </p:cNvSpPr>
            <p:nvPr/>
          </p:nvSpPr>
          <p:spPr bwMode="auto">
            <a:xfrm>
              <a:off x="3550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6" name="Rectangle 102"/>
            <p:cNvSpPr>
              <a:spLocks noChangeArrowheads="1"/>
            </p:cNvSpPr>
            <p:nvPr/>
          </p:nvSpPr>
          <p:spPr bwMode="auto">
            <a:xfrm>
              <a:off x="3739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7" name="Rectangle 103"/>
            <p:cNvSpPr>
              <a:spLocks noChangeArrowheads="1"/>
            </p:cNvSpPr>
            <p:nvPr/>
          </p:nvSpPr>
          <p:spPr bwMode="auto">
            <a:xfrm>
              <a:off x="3927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8" name="Rectangle 104"/>
            <p:cNvSpPr>
              <a:spLocks noChangeArrowheads="1"/>
            </p:cNvSpPr>
            <p:nvPr/>
          </p:nvSpPr>
          <p:spPr bwMode="auto">
            <a:xfrm>
              <a:off x="4114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29" name="Rectangle 105"/>
            <p:cNvSpPr>
              <a:spLocks noChangeArrowheads="1"/>
            </p:cNvSpPr>
            <p:nvPr/>
          </p:nvSpPr>
          <p:spPr bwMode="auto">
            <a:xfrm>
              <a:off x="4303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30" name="Rectangle 106"/>
            <p:cNvSpPr>
              <a:spLocks noChangeArrowheads="1"/>
            </p:cNvSpPr>
            <p:nvPr/>
          </p:nvSpPr>
          <p:spPr bwMode="auto">
            <a:xfrm>
              <a:off x="4484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31" name="Rectangle 107"/>
            <p:cNvSpPr>
              <a:spLocks noChangeArrowheads="1"/>
            </p:cNvSpPr>
            <p:nvPr/>
          </p:nvSpPr>
          <p:spPr bwMode="auto">
            <a:xfrm>
              <a:off x="4673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27032" name="Line 108"/>
            <p:cNvSpPr>
              <a:spLocks noChangeShapeType="1"/>
            </p:cNvSpPr>
            <p:nvPr/>
          </p:nvSpPr>
          <p:spPr bwMode="auto">
            <a:xfrm>
              <a:off x="3550" y="1197"/>
              <a:ext cx="1462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7033" name="Line 109"/>
            <p:cNvSpPr>
              <a:spLocks noChangeShapeType="1"/>
            </p:cNvSpPr>
            <p:nvPr/>
          </p:nvSpPr>
          <p:spPr bwMode="auto">
            <a:xfrm>
              <a:off x="3550" y="1197"/>
              <a:ext cx="0" cy="1489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7034" name="Text Box 110"/>
            <p:cNvSpPr txBox="1">
              <a:spLocks noChangeArrowheads="1"/>
            </p:cNvSpPr>
            <p:nvPr/>
          </p:nvSpPr>
          <p:spPr bwMode="auto">
            <a:xfrm>
              <a:off x="3466" y="893"/>
              <a:ext cx="14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Enhanced Image</a:t>
              </a:r>
            </a:p>
          </p:txBody>
        </p:sp>
        <p:sp>
          <p:nvSpPr>
            <p:cNvPr id="127035" name="Text Box 111"/>
            <p:cNvSpPr txBox="1">
              <a:spLocks noChangeArrowheads="1"/>
            </p:cNvSpPr>
            <p:nvPr/>
          </p:nvSpPr>
          <p:spPr bwMode="auto">
            <a:xfrm>
              <a:off x="4940" y="957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27036" name="Text Box 112"/>
            <p:cNvSpPr txBox="1">
              <a:spLocks noChangeArrowheads="1"/>
            </p:cNvSpPr>
            <p:nvPr/>
          </p:nvSpPr>
          <p:spPr bwMode="auto">
            <a:xfrm>
              <a:off x="3337" y="2497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27037" name="Text Box 113"/>
            <p:cNvSpPr txBox="1">
              <a:spLocks noChangeArrowheads="1"/>
            </p:cNvSpPr>
            <p:nvPr/>
          </p:nvSpPr>
          <p:spPr bwMode="auto">
            <a:xfrm>
              <a:off x="4101" y="2498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</p:grpSp>
      <p:sp>
        <p:nvSpPr>
          <p:cNvPr id="126981" name="Text Box 114"/>
          <p:cNvSpPr txBox="1">
            <a:spLocks noChangeArrowheads="1"/>
          </p:cNvSpPr>
          <p:nvPr/>
        </p:nvSpPr>
        <p:spPr bwMode="auto">
          <a:xfrm>
            <a:off x="4573588" y="4613275"/>
            <a:ext cx="30099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36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= log(1 + r)</a:t>
            </a:r>
          </a:p>
        </p:txBody>
      </p:sp>
      <p:sp>
        <p:nvSpPr>
          <p:cNvPr id="126982" name="Rectangle 115"/>
          <p:cNvSpPr>
            <a:spLocks noChangeArrowheads="1"/>
          </p:cNvSpPr>
          <p:nvPr/>
        </p:nvSpPr>
        <p:spPr bwMode="auto">
          <a:xfrm>
            <a:off x="1981200" y="5529264"/>
            <a:ext cx="8229600" cy="132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We usually set </a:t>
            </a:r>
            <a:r>
              <a:rPr lang="en-IE" altLang="en-US" sz="36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E" altLang="en-US" sz="3200">
                <a:solidFill>
                  <a:srgbClr val="000000"/>
                </a:solidFill>
              </a:rPr>
              <a:t> to 1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Grey levels must be in the range [0.0, 1.0]</a:t>
            </a:r>
          </a:p>
        </p:txBody>
      </p:sp>
    </p:spTree>
    <p:extLst>
      <p:ext uri="{BB962C8B-B14F-4D97-AF65-F5344CB8AC3E}">
        <p14:creationId xmlns:p14="http://schemas.microsoft.com/office/powerpoint/2010/main" val="1864591890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Transformations</a:t>
            </a:r>
          </a:p>
        </p:txBody>
      </p:sp>
      <p:pic>
        <p:nvPicPr>
          <p:cNvPr id="129027" name="Picture 2"/>
          <p:cNvPicPr>
            <a:picLocks noChangeAspect="1" noChangeArrowheads="1"/>
          </p:cNvPicPr>
          <p:nvPr/>
        </p:nvPicPr>
        <p:blipFill>
          <a:blip r:embed="rId3">
            <a:lum bright="-36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46"/>
          <a:stretch>
            <a:fillRect/>
          </a:stretch>
        </p:blipFill>
        <p:spPr bwMode="auto">
          <a:xfrm>
            <a:off x="6243639" y="2195514"/>
            <a:ext cx="4230687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8" name="Text Box 3"/>
          <p:cNvSpPr txBox="1">
            <a:spLocks noChangeArrowheads="1"/>
          </p:cNvSpPr>
          <p:nvPr/>
        </p:nvSpPr>
        <p:spPr bwMode="auto">
          <a:xfrm>
            <a:off x="1981200" y="1333500"/>
            <a:ext cx="8491538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/>
              <a:t>Power law transformations have the following form</a:t>
            </a:r>
          </a:p>
          <a:p>
            <a:pPr eaLnBrk="1" hangingPunct="1">
              <a:buClrTx/>
              <a:buFontTx/>
              <a:buNone/>
            </a:pPr>
            <a:r>
              <a:rPr lang="en-IE" altLang="en-US" i="1">
                <a:latin typeface="Times New Roman" panose="02020603050405020304" pitchFamily="18" charset="0"/>
              </a:rPr>
              <a:t>	s = c * r </a:t>
            </a:r>
            <a:r>
              <a:rPr lang="el-GR" altLang="en-US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cs typeface="Times New Roman" panose="02020603050405020304" pitchFamily="18" charset="0"/>
              </a:rPr>
              <a:t>Map a narrow range </a:t>
            </a:r>
            <a:br>
              <a:rPr lang="en-IE" altLang="en-US">
                <a:cs typeface="Times New Roman" panose="02020603050405020304" pitchFamily="18" charset="0"/>
              </a:rPr>
            </a:br>
            <a:r>
              <a:rPr lang="en-IE" altLang="en-US">
                <a:cs typeface="Times New Roman" panose="02020603050405020304" pitchFamily="18" charset="0"/>
              </a:rPr>
              <a:t>of dark input values </a:t>
            </a:r>
            <a:br>
              <a:rPr lang="en-IE" altLang="en-US">
                <a:cs typeface="Times New Roman" panose="02020603050405020304" pitchFamily="18" charset="0"/>
              </a:rPr>
            </a:br>
            <a:r>
              <a:rPr lang="en-IE" altLang="en-US">
                <a:cs typeface="Times New Roman" panose="02020603050405020304" pitchFamily="18" charset="0"/>
              </a:rPr>
              <a:t>into a wider range of </a:t>
            </a:r>
            <a:br>
              <a:rPr lang="en-IE" altLang="en-US">
                <a:cs typeface="Times New Roman" panose="02020603050405020304" pitchFamily="18" charset="0"/>
              </a:rPr>
            </a:br>
            <a:r>
              <a:rPr lang="en-IE" altLang="en-US">
                <a:cs typeface="Times New Roman" panose="02020603050405020304" pitchFamily="18" charset="0"/>
              </a:rPr>
              <a:t>output values or vice </a:t>
            </a:r>
            <a:br>
              <a:rPr lang="en-IE" altLang="en-US">
                <a:cs typeface="Times New Roman" panose="02020603050405020304" pitchFamily="18" charset="0"/>
              </a:rPr>
            </a:br>
            <a:r>
              <a:rPr lang="en-IE" altLang="en-US">
                <a:cs typeface="Times New Roman" panose="02020603050405020304" pitchFamily="18" charset="0"/>
              </a:rPr>
              <a:t>versa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cs typeface="Times New Roman" panose="02020603050405020304" pitchFamily="18" charset="0"/>
              </a:rPr>
              <a:t>Varying </a:t>
            </a:r>
            <a:r>
              <a:rPr lang="el-GR" altLang="en-US" sz="3600">
                <a:latin typeface="Symbol" panose="05050102010706020507" pitchFamily="18" charset="2"/>
                <a:cs typeface="Times New Roman" panose="02020603050405020304" pitchFamily="18" charset="0"/>
              </a:rPr>
              <a:t>γ</a:t>
            </a:r>
            <a:r>
              <a:rPr lang="en-IE" altLang="en-US">
                <a:cs typeface="Times New Roman" panose="02020603050405020304" pitchFamily="18" charset="0"/>
              </a:rPr>
              <a:t> gives a whole </a:t>
            </a:r>
            <a:br>
              <a:rPr lang="en-IE" altLang="en-US">
                <a:cs typeface="Times New Roman" panose="02020603050405020304" pitchFamily="18" charset="0"/>
              </a:rPr>
            </a:br>
            <a:r>
              <a:rPr lang="en-IE" altLang="en-US">
                <a:cs typeface="Times New Roman" panose="02020603050405020304" pitchFamily="18" charset="0"/>
              </a:rPr>
              <a:t>family of curves</a:t>
            </a:r>
          </a:p>
        </p:txBody>
      </p:sp>
      <p:grpSp>
        <p:nvGrpSpPr>
          <p:cNvPr id="129029" name="Group 4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29030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031" name="Rectangle 6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2391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Transformations (cont…)</a:t>
            </a:r>
          </a:p>
        </p:txBody>
      </p:sp>
      <p:sp>
        <p:nvSpPr>
          <p:cNvPr id="131075" name="Text Box 2"/>
          <p:cNvSpPr txBox="1">
            <a:spLocks noChangeArrowheads="1"/>
          </p:cNvSpPr>
          <p:nvPr/>
        </p:nvSpPr>
        <p:spPr bwMode="auto">
          <a:xfrm>
            <a:off x="1981200" y="5495926"/>
            <a:ext cx="82296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We usually set </a:t>
            </a:r>
            <a:r>
              <a:rPr lang="en-IE" altLang="en-US" sz="36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E" altLang="en-US" sz="3200">
                <a:solidFill>
                  <a:srgbClr val="000000"/>
                </a:solidFill>
              </a:rPr>
              <a:t> to 1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Grey levels must be in the range [0.0, 1.0]</a:t>
            </a:r>
          </a:p>
        </p:txBody>
      </p:sp>
      <p:grpSp>
        <p:nvGrpSpPr>
          <p:cNvPr id="131076" name="Group 3"/>
          <p:cNvGrpSpPr>
            <a:grpSpLocks/>
          </p:cNvGrpSpPr>
          <p:nvPr/>
        </p:nvGrpSpPr>
        <p:grpSpPr bwMode="auto">
          <a:xfrm>
            <a:off x="2438400" y="1446214"/>
            <a:ext cx="3141664" cy="2894013"/>
            <a:chOff x="576" y="911"/>
            <a:chExt cx="1979" cy="1823"/>
          </a:xfrm>
        </p:grpSpPr>
        <p:sp>
          <p:nvSpPr>
            <p:cNvPr id="131134" name="Rectangle 4"/>
            <p:cNvSpPr>
              <a:spLocks noChangeArrowheads="1"/>
            </p:cNvSpPr>
            <p:nvPr/>
          </p:nvSpPr>
          <p:spPr bwMode="auto">
            <a:xfrm>
              <a:off x="789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35" name="Rectangle 5"/>
            <p:cNvSpPr>
              <a:spLocks noChangeArrowheads="1"/>
            </p:cNvSpPr>
            <p:nvPr/>
          </p:nvSpPr>
          <p:spPr bwMode="auto">
            <a:xfrm>
              <a:off x="978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36" name="Rectangle 6"/>
            <p:cNvSpPr>
              <a:spLocks noChangeArrowheads="1"/>
            </p:cNvSpPr>
            <p:nvPr/>
          </p:nvSpPr>
          <p:spPr bwMode="auto">
            <a:xfrm>
              <a:off x="1166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37" name="Rectangle 7"/>
            <p:cNvSpPr>
              <a:spLocks noChangeArrowheads="1"/>
            </p:cNvSpPr>
            <p:nvPr/>
          </p:nvSpPr>
          <p:spPr bwMode="auto">
            <a:xfrm>
              <a:off x="1352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38" name="Rectangle 8"/>
            <p:cNvSpPr>
              <a:spLocks noChangeArrowheads="1"/>
            </p:cNvSpPr>
            <p:nvPr/>
          </p:nvSpPr>
          <p:spPr bwMode="auto">
            <a:xfrm>
              <a:off x="1541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39" name="Rectangle 9"/>
            <p:cNvSpPr>
              <a:spLocks noChangeArrowheads="1"/>
            </p:cNvSpPr>
            <p:nvPr/>
          </p:nvSpPr>
          <p:spPr bwMode="auto">
            <a:xfrm>
              <a:off x="1722" y="1198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0" name="Rectangle 10"/>
            <p:cNvSpPr>
              <a:spLocks noChangeArrowheads="1"/>
            </p:cNvSpPr>
            <p:nvPr/>
          </p:nvSpPr>
          <p:spPr bwMode="auto">
            <a:xfrm>
              <a:off x="1911" y="1198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1" name="Rectangle 11"/>
            <p:cNvSpPr>
              <a:spLocks noChangeArrowheads="1"/>
            </p:cNvSpPr>
            <p:nvPr/>
          </p:nvSpPr>
          <p:spPr bwMode="auto">
            <a:xfrm>
              <a:off x="789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2" name="Rectangle 12"/>
            <p:cNvSpPr>
              <a:spLocks noChangeArrowheads="1"/>
            </p:cNvSpPr>
            <p:nvPr/>
          </p:nvSpPr>
          <p:spPr bwMode="auto">
            <a:xfrm>
              <a:off x="978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3" name="Rectangle 13"/>
            <p:cNvSpPr>
              <a:spLocks noChangeArrowheads="1"/>
            </p:cNvSpPr>
            <p:nvPr/>
          </p:nvSpPr>
          <p:spPr bwMode="auto">
            <a:xfrm>
              <a:off x="1166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4" name="Rectangle 14"/>
            <p:cNvSpPr>
              <a:spLocks noChangeArrowheads="1"/>
            </p:cNvSpPr>
            <p:nvPr/>
          </p:nvSpPr>
          <p:spPr bwMode="auto">
            <a:xfrm>
              <a:off x="1352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5" name="Rectangle 15"/>
            <p:cNvSpPr>
              <a:spLocks noChangeArrowheads="1"/>
            </p:cNvSpPr>
            <p:nvPr/>
          </p:nvSpPr>
          <p:spPr bwMode="auto">
            <a:xfrm>
              <a:off x="1541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6" name="Rectangle 16"/>
            <p:cNvSpPr>
              <a:spLocks noChangeArrowheads="1"/>
            </p:cNvSpPr>
            <p:nvPr/>
          </p:nvSpPr>
          <p:spPr bwMode="auto">
            <a:xfrm>
              <a:off x="1722" y="1383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7" name="Rectangle 17"/>
            <p:cNvSpPr>
              <a:spLocks noChangeArrowheads="1"/>
            </p:cNvSpPr>
            <p:nvPr/>
          </p:nvSpPr>
          <p:spPr bwMode="auto">
            <a:xfrm>
              <a:off x="1911" y="1383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8" name="Rectangle 18"/>
            <p:cNvSpPr>
              <a:spLocks noChangeArrowheads="1"/>
            </p:cNvSpPr>
            <p:nvPr/>
          </p:nvSpPr>
          <p:spPr bwMode="auto">
            <a:xfrm>
              <a:off x="789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49" name="Rectangle 19"/>
            <p:cNvSpPr>
              <a:spLocks noChangeArrowheads="1"/>
            </p:cNvSpPr>
            <p:nvPr/>
          </p:nvSpPr>
          <p:spPr bwMode="auto">
            <a:xfrm>
              <a:off x="978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0" name="Rectangle 20"/>
            <p:cNvSpPr>
              <a:spLocks noChangeArrowheads="1"/>
            </p:cNvSpPr>
            <p:nvPr/>
          </p:nvSpPr>
          <p:spPr bwMode="auto">
            <a:xfrm>
              <a:off x="1166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1" name="Rectangle 21"/>
            <p:cNvSpPr>
              <a:spLocks noChangeArrowheads="1"/>
            </p:cNvSpPr>
            <p:nvPr/>
          </p:nvSpPr>
          <p:spPr bwMode="auto">
            <a:xfrm>
              <a:off x="1352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2" name="Rectangle 22"/>
            <p:cNvSpPr>
              <a:spLocks noChangeArrowheads="1"/>
            </p:cNvSpPr>
            <p:nvPr/>
          </p:nvSpPr>
          <p:spPr bwMode="auto">
            <a:xfrm>
              <a:off x="1541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3" name="Rectangle 23"/>
            <p:cNvSpPr>
              <a:spLocks noChangeArrowheads="1"/>
            </p:cNvSpPr>
            <p:nvPr/>
          </p:nvSpPr>
          <p:spPr bwMode="auto">
            <a:xfrm>
              <a:off x="1722" y="157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4" name="Rectangle 24"/>
            <p:cNvSpPr>
              <a:spLocks noChangeArrowheads="1"/>
            </p:cNvSpPr>
            <p:nvPr/>
          </p:nvSpPr>
          <p:spPr bwMode="auto">
            <a:xfrm>
              <a:off x="1911" y="157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5" name="Rectangle 25"/>
            <p:cNvSpPr>
              <a:spLocks noChangeArrowheads="1"/>
            </p:cNvSpPr>
            <p:nvPr/>
          </p:nvSpPr>
          <p:spPr bwMode="auto">
            <a:xfrm>
              <a:off x="789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6" name="Rectangle 26"/>
            <p:cNvSpPr>
              <a:spLocks noChangeArrowheads="1"/>
            </p:cNvSpPr>
            <p:nvPr/>
          </p:nvSpPr>
          <p:spPr bwMode="auto">
            <a:xfrm>
              <a:off x="978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7" name="Rectangle 27"/>
            <p:cNvSpPr>
              <a:spLocks noChangeArrowheads="1"/>
            </p:cNvSpPr>
            <p:nvPr/>
          </p:nvSpPr>
          <p:spPr bwMode="auto">
            <a:xfrm>
              <a:off x="1166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8" name="Rectangle 28"/>
            <p:cNvSpPr>
              <a:spLocks noChangeArrowheads="1"/>
            </p:cNvSpPr>
            <p:nvPr/>
          </p:nvSpPr>
          <p:spPr bwMode="auto">
            <a:xfrm>
              <a:off x="1352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59" name="Rectangle 29"/>
            <p:cNvSpPr>
              <a:spLocks noChangeArrowheads="1"/>
            </p:cNvSpPr>
            <p:nvPr/>
          </p:nvSpPr>
          <p:spPr bwMode="auto">
            <a:xfrm>
              <a:off x="1541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0" name="Rectangle 30"/>
            <p:cNvSpPr>
              <a:spLocks noChangeArrowheads="1"/>
            </p:cNvSpPr>
            <p:nvPr/>
          </p:nvSpPr>
          <p:spPr bwMode="auto">
            <a:xfrm>
              <a:off x="1722" y="1757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1" name="Rectangle 31"/>
            <p:cNvSpPr>
              <a:spLocks noChangeArrowheads="1"/>
            </p:cNvSpPr>
            <p:nvPr/>
          </p:nvSpPr>
          <p:spPr bwMode="auto">
            <a:xfrm>
              <a:off x="1911" y="1757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2" name="Rectangle 32"/>
            <p:cNvSpPr>
              <a:spLocks noChangeArrowheads="1"/>
            </p:cNvSpPr>
            <p:nvPr/>
          </p:nvSpPr>
          <p:spPr bwMode="auto">
            <a:xfrm>
              <a:off x="789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3" name="Rectangle 33"/>
            <p:cNvSpPr>
              <a:spLocks noChangeArrowheads="1"/>
            </p:cNvSpPr>
            <p:nvPr/>
          </p:nvSpPr>
          <p:spPr bwMode="auto">
            <a:xfrm>
              <a:off x="978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4" name="Rectangle 34"/>
            <p:cNvSpPr>
              <a:spLocks noChangeArrowheads="1"/>
            </p:cNvSpPr>
            <p:nvPr/>
          </p:nvSpPr>
          <p:spPr bwMode="auto">
            <a:xfrm>
              <a:off x="1166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5" name="Rectangle 35"/>
            <p:cNvSpPr>
              <a:spLocks noChangeArrowheads="1"/>
            </p:cNvSpPr>
            <p:nvPr/>
          </p:nvSpPr>
          <p:spPr bwMode="auto">
            <a:xfrm>
              <a:off x="1352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6" name="Rectangle 36"/>
            <p:cNvSpPr>
              <a:spLocks noChangeArrowheads="1"/>
            </p:cNvSpPr>
            <p:nvPr/>
          </p:nvSpPr>
          <p:spPr bwMode="auto">
            <a:xfrm>
              <a:off x="1541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7" name="Rectangle 37"/>
            <p:cNvSpPr>
              <a:spLocks noChangeArrowheads="1"/>
            </p:cNvSpPr>
            <p:nvPr/>
          </p:nvSpPr>
          <p:spPr bwMode="auto">
            <a:xfrm>
              <a:off x="1722" y="193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8" name="Rectangle 38"/>
            <p:cNvSpPr>
              <a:spLocks noChangeArrowheads="1"/>
            </p:cNvSpPr>
            <p:nvPr/>
          </p:nvSpPr>
          <p:spPr bwMode="auto">
            <a:xfrm>
              <a:off x="1911" y="193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69" name="Rectangle 39"/>
            <p:cNvSpPr>
              <a:spLocks noChangeArrowheads="1"/>
            </p:cNvSpPr>
            <p:nvPr/>
          </p:nvSpPr>
          <p:spPr bwMode="auto">
            <a:xfrm>
              <a:off x="789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0" name="Rectangle 40"/>
            <p:cNvSpPr>
              <a:spLocks noChangeArrowheads="1"/>
            </p:cNvSpPr>
            <p:nvPr/>
          </p:nvSpPr>
          <p:spPr bwMode="auto">
            <a:xfrm>
              <a:off x="978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1" name="Rectangle 41"/>
            <p:cNvSpPr>
              <a:spLocks noChangeArrowheads="1"/>
            </p:cNvSpPr>
            <p:nvPr/>
          </p:nvSpPr>
          <p:spPr bwMode="auto">
            <a:xfrm>
              <a:off x="1166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2" name="Rectangle 42"/>
            <p:cNvSpPr>
              <a:spLocks noChangeArrowheads="1"/>
            </p:cNvSpPr>
            <p:nvPr/>
          </p:nvSpPr>
          <p:spPr bwMode="auto">
            <a:xfrm>
              <a:off x="1352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3" name="Rectangle 43"/>
            <p:cNvSpPr>
              <a:spLocks noChangeArrowheads="1"/>
            </p:cNvSpPr>
            <p:nvPr/>
          </p:nvSpPr>
          <p:spPr bwMode="auto">
            <a:xfrm>
              <a:off x="1541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4" name="Rectangle 44"/>
            <p:cNvSpPr>
              <a:spLocks noChangeArrowheads="1"/>
            </p:cNvSpPr>
            <p:nvPr/>
          </p:nvSpPr>
          <p:spPr bwMode="auto">
            <a:xfrm>
              <a:off x="1722" y="212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5" name="Rectangle 45"/>
            <p:cNvSpPr>
              <a:spLocks noChangeArrowheads="1"/>
            </p:cNvSpPr>
            <p:nvPr/>
          </p:nvSpPr>
          <p:spPr bwMode="auto">
            <a:xfrm>
              <a:off x="1911" y="212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6" name="Rectangle 46"/>
            <p:cNvSpPr>
              <a:spLocks noChangeArrowheads="1"/>
            </p:cNvSpPr>
            <p:nvPr/>
          </p:nvSpPr>
          <p:spPr bwMode="auto">
            <a:xfrm>
              <a:off x="789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7" name="Rectangle 47"/>
            <p:cNvSpPr>
              <a:spLocks noChangeArrowheads="1"/>
            </p:cNvSpPr>
            <p:nvPr/>
          </p:nvSpPr>
          <p:spPr bwMode="auto">
            <a:xfrm>
              <a:off x="978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8" name="Rectangle 48"/>
            <p:cNvSpPr>
              <a:spLocks noChangeArrowheads="1"/>
            </p:cNvSpPr>
            <p:nvPr/>
          </p:nvSpPr>
          <p:spPr bwMode="auto">
            <a:xfrm>
              <a:off x="1166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79" name="Rectangle 49"/>
            <p:cNvSpPr>
              <a:spLocks noChangeArrowheads="1"/>
            </p:cNvSpPr>
            <p:nvPr/>
          </p:nvSpPr>
          <p:spPr bwMode="auto">
            <a:xfrm>
              <a:off x="1352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80" name="Rectangle 50"/>
            <p:cNvSpPr>
              <a:spLocks noChangeArrowheads="1"/>
            </p:cNvSpPr>
            <p:nvPr/>
          </p:nvSpPr>
          <p:spPr bwMode="auto">
            <a:xfrm>
              <a:off x="1541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81" name="Rectangle 51"/>
            <p:cNvSpPr>
              <a:spLocks noChangeArrowheads="1"/>
            </p:cNvSpPr>
            <p:nvPr/>
          </p:nvSpPr>
          <p:spPr bwMode="auto">
            <a:xfrm>
              <a:off x="1722" y="231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82" name="Rectangle 52"/>
            <p:cNvSpPr>
              <a:spLocks noChangeArrowheads="1"/>
            </p:cNvSpPr>
            <p:nvPr/>
          </p:nvSpPr>
          <p:spPr bwMode="auto">
            <a:xfrm>
              <a:off x="1911" y="231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83" name="Line 53"/>
            <p:cNvSpPr>
              <a:spLocks noChangeShapeType="1"/>
            </p:cNvSpPr>
            <p:nvPr/>
          </p:nvSpPr>
          <p:spPr bwMode="auto">
            <a:xfrm>
              <a:off x="789" y="1198"/>
              <a:ext cx="1461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1184" name="Line 54"/>
            <p:cNvSpPr>
              <a:spLocks noChangeShapeType="1"/>
            </p:cNvSpPr>
            <p:nvPr/>
          </p:nvSpPr>
          <p:spPr bwMode="auto">
            <a:xfrm>
              <a:off x="789" y="1198"/>
              <a:ext cx="0" cy="1488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1185" name="Text Box 55"/>
            <p:cNvSpPr txBox="1">
              <a:spLocks noChangeArrowheads="1"/>
            </p:cNvSpPr>
            <p:nvPr/>
          </p:nvSpPr>
          <p:spPr bwMode="auto">
            <a:xfrm>
              <a:off x="727" y="911"/>
              <a:ext cx="138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Original Image</a:t>
              </a:r>
            </a:p>
          </p:txBody>
        </p:sp>
        <p:sp>
          <p:nvSpPr>
            <p:cNvPr id="131186" name="Text Box 56"/>
            <p:cNvSpPr txBox="1">
              <a:spLocks noChangeArrowheads="1"/>
            </p:cNvSpPr>
            <p:nvPr/>
          </p:nvSpPr>
          <p:spPr bwMode="auto">
            <a:xfrm>
              <a:off x="2179" y="969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1187" name="Text Box 57"/>
            <p:cNvSpPr txBox="1">
              <a:spLocks noChangeArrowheads="1"/>
            </p:cNvSpPr>
            <p:nvPr/>
          </p:nvSpPr>
          <p:spPr bwMode="auto">
            <a:xfrm>
              <a:off x="576" y="2498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31188" name="Text Box 58"/>
            <p:cNvSpPr txBox="1">
              <a:spLocks noChangeArrowheads="1"/>
            </p:cNvSpPr>
            <p:nvPr/>
          </p:nvSpPr>
          <p:spPr bwMode="auto">
            <a:xfrm>
              <a:off x="1276" y="2500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</p:grpSp>
      <p:grpSp>
        <p:nvGrpSpPr>
          <p:cNvPr id="131077" name="Group 59"/>
          <p:cNvGrpSpPr>
            <a:grpSpLocks/>
          </p:cNvGrpSpPr>
          <p:nvPr/>
        </p:nvGrpSpPr>
        <p:grpSpPr bwMode="auto">
          <a:xfrm>
            <a:off x="6821487" y="1417639"/>
            <a:ext cx="3243261" cy="2919413"/>
            <a:chOff x="3337" y="893"/>
            <a:chExt cx="2043" cy="1839"/>
          </a:xfrm>
        </p:grpSpPr>
        <p:sp>
          <p:nvSpPr>
            <p:cNvPr id="131079" name="Rectangle 60"/>
            <p:cNvSpPr>
              <a:spLocks noChangeArrowheads="1"/>
            </p:cNvSpPr>
            <p:nvPr/>
          </p:nvSpPr>
          <p:spPr bwMode="auto">
            <a:xfrm>
              <a:off x="3550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0" name="Rectangle 61"/>
            <p:cNvSpPr>
              <a:spLocks noChangeArrowheads="1"/>
            </p:cNvSpPr>
            <p:nvPr/>
          </p:nvSpPr>
          <p:spPr bwMode="auto">
            <a:xfrm>
              <a:off x="3739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1" name="Rectangle 62"/>
            <p:cNvSpPr>
              <a:spLocks noChangeArrowheads="1"/>
            </p:cNvSpPr>
            <p:nvPr/>
          </p:nvSpPr>
          <p:spPr bwMode="auto">
            <a:xfrm>
              <a:off x="3927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2" name="Rectangle 63"/>
            <p:cNvSpPr>
              <a:spLocks noChangeArrowheads="1"/>
            </p:cNvSpPr>
            <p:nvPr/>
          </p:nvSpPr>
          <p:spPr bwMode="auto">
            <a:xfrm>
              <a:off x="4114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3" name="Rectangle 64"/>
            <p:cNvSpPr>
              <a:spLocks noChangeArrowheads="1"/>
            </p:cNvSpPr>
            <p:nvPr/>
          </p:nvSpPr>
          <p:spPr bwMode="auto">
            <a:xfrm>
              <a:off x="4303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4" name="Rectangle 65"/>
            <p:cNvSpPr>
              <a:spLocks noChangeArrowheads="1"/>
            </p:cNvSpPr>
            <p:nvPr/>
          </p:nvSpPr>
          <p:spPr bwMode="auto">
            <a:xfrm>
              <a:off x="4484" y="119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5" name="Rectangle 66"/>
            <p:cNvSpPr>
              <a:spLocks noChangeArrowheads="1"/>
            </p:cNvSpPr>
            <p:nvPr/>
          </p:nvSpPr>
          <p:spPr bwMode="auto">
            <a:xfrm>
              <a:off x="4673" y="119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6" name="Rectangle 67"/>
            <p:cNvSpPr>
              <a:spLocks noChangeArrowheads="1"/>
            </p:cNvSpPr>
            <p:nvPr/>
          </p:nvSpPr>
          <p:spPr bwMode="auto">
            <a:xfrm>
              <a:off x="3550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7" name="Rectangle 68"/>
            <p:cNvSpPr>
              <a:spLocks noChangeArrowheads="1"/>
            </p:cNvSpPr>
            <p:nvPr/>
          </p:nvSpPr>
          <p:spPr bwMode="auto">
            <a:xfrm>
              <a:off x="3739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8" name="Rectangle 69"/>
            <p:cNvSpPr>
              <a:spLocks noChangeArrowheads="1"/>
            </p:cNvSpPr>
            <p:nvPr/>
          </p:nvSpPr>
          <p:spPr bwMode="auto">
            <a:xfrm>
              <a:off x="3927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89" name="Rectangle 70"/>
            <p:cNvSpPr>
              <a:spLocks noChangeArrowheads="1"/>
            </p:cNvSpPr>
            <p:nvPr/>
          </p:nvSpPr>
          <p:spPr bwMode="auto">
            <a:xfrm>
              <a:off x="4114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0" name="Rectangle 71"/>
            <p:cNvSpPr>
              <a:spLocks noChangeArrowheads="1"/>
            </p:cNvSpPr>
            <p:nvPr/>
          </p:nvSpPr>
          <p:spPr bwMode="auto">
            <a:xfrm>
              <a:off x="4303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1" name="Rectangle 72"/>
            <p:cNvSpPr>
              <a:spLocks noChangeArrowheads="1"/>
            </p:cNvSpPr>
            <p:nvPr/>
          </p:nvSpPr>
          <p:spPr bwMode="auto">
            <a:xfrm>
              <a:off x="4484" y="1382"/>
              <a:ext cx="184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2" name="Rectangle 73"/>
            <p:cNvSpPr>
              <a:spLocks noChangeArrowheads="1"/>
            </p:cNvSpPr>
            <p:nvPr/>
          </p:nvSpPr>
          <p:spPr bwMode="auto">
            <a:xfrm>
              <a:off x="4673" y="1382"/>
              <a:ext cx="183" cy="18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3" name="Rectangle 74"/>
            <p:cNvSpPr>
              <a:spLocks noChangeArrowheads="1"/>
            </p:cNvSpPr>
            <p:nvPr/>
          </p:nvSpPr>
          <p:spPr bwMode="auto">
            <a:xfrm>
              <a:off x="3550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4" name="Rectangle 75"/>
            <p:cNvSpPr>
              <a:spLocks noChangeArrowheads="1"/>
            </p:cNvSpPr>
            <p:nvPr/>
          </p:nvSpPr>
          <p:spPr bwMode="auto">
            <a:xfrm>
              <a:off x="3739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5" name="Rectangle 76"/>
            <p:cNvSpPr>
              <a:spLocks noChangeArrowheads="1"/>
            </p:cNvSpPr>
            <p:nvPr/>
          </p:nvSpPr>
          <p:spPr bwMode="auto">
            <a:xfrm>
              <a:off x="3927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6" name="Rectangle 77"/>
            <p:cNvSpPr>
              <a:spLocks noChangeArrowheads="1"/>
            </p:cNvSpPr>
            <p:nvPr/>
          </p:nvSpPr>
          <p:spPr bwMode="auto">
            <a:xfrm>
              <a:off x="4114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7" name="Rectangle 78"/>
            <p:cNvSpPr>
              <a:spLocks noChangeArrowheads="1"/>
            </p:cNvSpPr>
            <p:nvPr/>
          </p:nvSpPr>
          <p:spPr bwMode="auto">
            <a:xfrm>
              <a:off x="4303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8" name="Rectangle 79"/>
            <p:cNvSpPr>
              <a:spLocks noChangeArrowheads="1"/>
            </p:cNvSpPr>
            <p:nvPr/>
          </p:nvSpPr>
          <p:spPr bwMode="auto">
            <a:xfrm>
              <a:off x="4484" y="1571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099" name="Rectangle 80"/>
            <p:cNvSpPr>
              <a:spLocks noChangeArrowheads="1"/>
            </p:cNvSpPr>
            <p:nvPr/>
          </p:nvSpPr>
          <p:spPr bwMode="auto">
            <a:xfrm>
              <a:off x="4673" y="1571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0" name="Rectangle 81"/>
            <p:cNvSpPr>
              <a:spLocks noChangeArrowheads="1"/>
            </p:cNvSpPr>
            <p:nvPr/>
          </p:nvSpPr>
          <p:spPr bwMode="auto">
            <a:xfrm>
              <a:off x="3550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1" name="Rectangle 82"/>
            <p:cNvSpPr>
              <a:spLocks noChangeArrowheads="1"/>
            </p:cNvSpPr>
            <p:nvPr/>
          </p:nvSpPr>
          <p:spPr bwMode="auto">
            <a:xfrm>
              <a:off x="3739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2" name="Rectangle 83"/>
            <p:cNvSpPr>
              <a:spLocks noChangeArrowheads="1"/>
            </p:cNvSpPr>
            <p:nvPr/>
          </p:nvSpPr>
          <p:spPr bwMode="auto">
            <a:xfrm>
              <a:off x="3927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3" name="Rectangle 84"/>
            <p:cNvSpPr>
              <a:spLocks noChangeArrowheads="1"/>
            </p:cNvSpPr>
            <p:nvPr/>
          </p:nvSpPr>
          <p:spPr bwMode="auto">
            <a:xfrm>
              <a:off x="4114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4" name="Rectangle 85"/>
            <p:cNvSpPr>
              <a:spLocks noChangeArrowheads="1"/>
            </p:cNvSpPr>
            <p:nvPr/>
          </p:nvSpPr>
          <p:spPr bwMode="auto">
            <a:xfrm>
              <a:off x="4303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5" name="Rectangle 86"/>
            <p:cNvSpPr>
              <a:spLocks noChangeArrowheads="1"/>
            </p:cNvSpPr>
            <p:nvPr/>
          </p:nvSpPr>
          <p:spPr bwMode="auto">
            <a:xfrm>
              <a:off x="4484" y="1757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6" name="Rectangle 87"/>
            <p:cNvSpPr>
              <a:spLocks noChangeArrowheads="1"/>
            </p:cNvSpPr>
            <p:nvPr/>
          </p:nvSpPr>
          <p:spPr bwMode="auto">
            <a:xfrm>
              <a:off x="4673" y="1757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7" name="Rectangle 88"/>
            <p:cNvSpPr>
              <a:spLocks noChangeArrowheads="1"/>
            </p:cNvSpPr>
            <p:nvPr/>
          </p:nvSpPr>
          <p:spPr bwMode="auto">
            <a:xfrm>
              <a:off x="3550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8" name="Rectangle 89"/>
            <p:cNvSpPr>
              <a:spLocks noChangeArrowheads="1"/>
            </p:cNvSpPr>
            <p:nvPr/>
          </p:nvSpPr>
          <p:spPr bwMode="auto">
            <a:xfrm>
              <a:off x="3739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09" name="Rectangle 90"/>
            <p:cNvSpPr>
              <a:spLocks noChangeArrowheads="1"/>
            </p:cNvSpPr>
            <p:nvPr/>
          </p:nvSpPr>
          <p:spPr bwMode="auto">
            <a:xfrm>
              <a:off x="3927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0" name="Rectangle 91"/>
            <p:cNvSpPr>
              <a:spLocks noChangeArrowheads="1"/>
            </p:cNvSpPr>
            <p:nvPr/>
          </p:nvSpPr>
          <p:spPr bwMode="auto">
            <a:xfrm>
              <a:off x="4114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1" name="Rectangle 92"/>
            <p:cNvSpPr>
              <a:spLocks noChangeArrowheads="1"/>
            </p:cNvSpPr>
            <p:nvPr/>
          </p:nvSpPr>
          <p:spPr bwMode="auto">
            <a:xfrm>
              <a:off x="4303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2" name="Rectangle 93"/>
            <p:cNvSpPr>
              <a:spLocks noChangeArrowheads="1"/>
            </p:cNvSpPr>
            <p:nvPr/>
          </p:nvSpPr>
          <p:spPr bwMode="auto">
            <a:xfrm>
              <a:off x="4484" y="1936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3" name="Rectangle 94"/>
            <p:cNvSpPr>
              <a:spLocks noChangeArrowheads="1"/>
            </p:cNvSpPr>
            <p:nvPr/>
          </p:nvSpPr>
          <p:spPr bwMode="auto">
            <a:xfrm>
              <a:off x="4673" y="1936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4" name="Rectangle 95"/>
            <p:cNvSpPr>
              <a:spLocks noChangeArrowheads="1"/>
            </p:cNvSpPr>
            <p:nvPr/>
          </p:nvSpPr>
          <p:spPr bwMode="auto">
            <a:xfrm>
              <a:off x="3550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5" name="Rectangle 96"/>
            <p:cNvSpPr>
              <a:spLocks noChangeArrowheads="1"/>
            </p:cNvSpPr>
            <p:nvPr/>
          </p:nvSpPr>
          <p:spPr bwMode="auto">
            <a:xfrm>
              <a:off x="3739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6" name="Rectangle 97"/>
            <p:cNvSpPr>
              <a:spLocks noChangeArrowheads="1"/>
            </p:cNvSpPr>
            <p:nvPr/>
          </p:nvSpPr>
          <p:spPr bwMode="auto">
            <a:xfrm>
              <a:off x="3927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7" name="Rectangle 98"/>
            <p:cNvSpPr>
              <a:spLocks noChangeArrowheads="1"/>
            </p:cNvSpPr>
            <p:nvPr/>
          </p:nvSpPr>
          <p:spPr bwMode="auto">
            <a:xfrm>
              <a:off x="4114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8" name="Rectangle 99"/>
            <p:cNvSpPr>
              <a:spLocks noChangeArrowheads="1"/>
            </p:cNvSpPr>
            <p:nvPr/>
          </p:nvSpPr>
          <p:spPr bwMode="auto">
            <a:xfrm>
              <a:off x="4303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19" name="Rectangle 100"/>
            <p:cNvSpPr>
              <a:spLocks noChangeArrowheads="1"/>
            </p:cNvSpPr>
            <p:nvPr/>
          </p:nvSpPr>
          <p:spPr bwMode="auto">
            <a:xfrm>
              <a:off x="4484" y="2122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20" name="Rectangle 101"/>
            <p:cNvSpPr>
              <a:spLocks noChangeArrowheads="1"/>
            </p:cNvSpPr>
            <p:nvPr/>
          </p:nvSpPr>
          <p:spPr bwMode="auto">
            <a:xfrm>
              <a:off x="4673" y="2122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21" name="Rectangle 102"/>
            <p:cNvSpPr>
              <a:spLocks noChangeArrowheads="1"/>
            </p:cNvSpPr>
            <p:nvPr/>
          </p:nvSpPr>
          <p:spPr bwMode="auto">
            <a:xfrm>
              <a:off x="3550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22" name="Rectangle 103"/>
            <p:cNvSpPr>
              <a:spLocks noChangeArrowheads="1"/>
            </p:cNvSpPr>
            <p:nvPr/>
          </p:nvSpPr>
          <p:spPr bwMode="auto">
            <a:xfrm>
              <a:off x="3739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23" name="Rectangle 104"/>
            <p:cNvSpPr>
              <a:spLocks noChangeArrowheads="1"/>
            </p:cNvSpPr>
            <p:nvPr/>
          </p:nvSpPr>
          <p:spPr bwMode="auto">
            <a:xfrm>
              <a:off x="3927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24" name="Rectangle 105"/>
            <p:cNvSpPr>
              <a:spLocks noChangeArrowheads="1"/>
            </p:cNvSpPr>
            <p:nvPr/>
          </p:nvSpPr>
          <p:spPr bwMode="auto">
            <a:xfrm>
              <a:off x="4114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25" name="Rectangle 106"/>
            <p:cNvSpPr>
              <a:spLocks noChangeArrowheads="1"/>
            </p:cNvSpPr>
            <p:nvPr/>
          </p:nvSpPr>
          <p:spPr bwMode="auto">
            <a:xfrm>
              <a:off x="4303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26" name="Rectangle 107"/>
            <p:cNvSpPr>
              <a:spLocks noChangeArrowheads="1"/>
            </p:cNvSpPr>
            <p:nvPr/>
          </p:nvSpPr>
          <p:spPr bwMode="auto">
            <a:xfrm>
              <a:off x="4484" y="2310"/>
              <a:ext cx="184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27" name="Rectangle 108"/>
            <p:cNvSpPr>
              <a:spLocks noChangeArrowheads="1"/>
            </p:cNvSpPr>
            <p:nvPr/>
          </p:nvSpPr>
          <p:spPr bwMode="auto">
            <a:xfrm>
              <a:off x="4673" y="2310"/>
              <a:ext cx="183" cy="183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31128" name="Line 109"/>
            <p:cNvSpPr>
              <a:spLocks noChangeShapeType="1"/>
            </p:cNvSpPr>
            <p:nvPr/>
          </p:nvSpPr>
          <p:spPr bwMode="auto">
            <a:xfrm>
              <a:off x="3550" y="1197"/>
              <a:ext cx="1462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1129" name="Line 110"/>
            <p:cNvSpPr>
              <a:spLocks noChangeShapeType="1"/>
            </p:cNvSpPr>
            <p:nvPr/>
          </p:nvSpPr>
          <p:spPr bwMode="auto">
            <a:xfrm>
              <a:off x="3550" y="1197"/>
              <a:ext cx="0" cy="1489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1130" name="Text Box 111"/>
            <p:cNvSpPr txBox="1">
              <a:spLocks noChangeArrowheads="1"/>
            </p:cNvSpPr>
            <p:nvPr/>
          </p:nvSpPr>
          <p:spPr bwMode="auto">
            <a:xfrm>
              <a:off x="3466" y="893"/>
              <a:ext cx="14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Enhanced Image</a:t>
              </a:r>
            </a:p>
          </p:txBody>
        </p:sp>
        <p:sp>
          <p:nvSpPr>
            <p:cNvPr id="131131" name="Text Box 112"/>
            <p:cNvSpPr txBox="1">
              <a:spLocks noChangeArrowheads="1"/>
            </p:cNvSpPr>
            <p:nvPr/>
          </p:nvSpPr>
          <p:spPr bwMode="auto">
            <a:xfrm>
              <a:off x="4940" y="957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1132" name="Text Box 113"/>
            <p:cNvSpPr txBox="1">
              <a:spLocks noChangeArrowheads="1"/>
            </p:cNvSpPr>
            <p:nvPr/>
          </p:nvSpPr>
          <p:spPr bwMode="auto">
            <a:xfrm>
              <a:off x="3337" y="2497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31133" name="Text Box 114"/>
            <p:cNvSpPr txBox="1">
              <a:spLocks noChangeArrowheads="1"/>
            </p:cNvSpPr>
            <p:nvPr/>
          </p:nvSpPr>
          <p:spPr bwMode="auto">
            <a:xfrm>
              <a:off x="4101" y="2498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</p:grpSp>
      <p:sp>
        <p:nvSpPr>
          <p:cNvPr id="131078" name="Rectangle 115"/>
          <p:cNvSpPr>
            <a:spLocks noChangeArrowheads="1"/>
          </p:cNvSpPr>
          <p:nvPr/>
        </p:nvSpPr>
        <p:spPr bwMode="auto">
          <a:xfrm>
            <a:off x="5448300" y="4554538"/>
            <a:ext cx="1319890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 i="1">
                <a:latin typeface="Times New Roman" panose="02020603050405020304" pitchFamily="18" charset="0"/>
              </a:rPr>
              <a:t>s = r </a:t>
            </a:r>
            <a:r>
              <a:rPr lang="el-GR" altLang="en-US" sz="36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</a:p>
        </p:txBody>
      </p:sp>
    </p:spTree>
    <p:extLst>
      <p:ext uri="{BB962C8B-B14F-4D97-AF65-F5344CB8AC3E}">
        <p14:creationId xmlns:p14="http://schemas.microsoft.com/office/powerpoint/2010/main" val="223786145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Example</a:t>
            </a:r>
          </a:p>
        </p:txBody>
      </p:sp>
      <p:pic>
        <p:nvPicPr>
          <p:cNvPr id="1331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006" b="50418"/>
          <a:stretch>
            <a:fillRect/>
          </a:stretch>
        </p:blipFill>
        <p:spPr bwMode="auto">
          <a:xfrm>
            <a:off x="3994150" y="1255714"/>
            <a:ext cx="4178300" cy="553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13145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Example (cont…)</a:t>
            </a:r>
          </a:p>
        </p:txBody>
      </p:sp>
      <p:pic>
        <p:nvPicPr>
          <p:cNvPr id="13517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86" r="20450" b="50748"/>
          <a:stretch>
            <a:fillRect/>
          </a:stretch>
        </p:blipFill>
        <p:spPr bwMode="auto">
          <a:xfrm>
            <a:off x="6299201" y="1303338"/>
            <a:ext cx="4132263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72" name="Rectangle 3"/>
          <p:cNvSpPr>
            <a:spLocks noChangeArrowheads="1"/>
          </p:cNvSpPr>
          <p:nvPr/>
        </p:nvSpPr>
        <p:spPr bwMode="auto">
          <a:xfrm>
            <a:off x="3160714" y="1428750"/>
            <a:ext cx="14684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l-GR" alt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E" alt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 = 0.6</a:t>
            </a:r>
          </a:p>
        </p:txBody>
      </p:sp>
      <p:graphicFrame>
        <p:nvGraphicFramePr>
          <p:cNvPr id="135173" name="Object 4"/>
          <p:cNvGraphicFramePr>
            <a:graphicFrameLocks noChangeAspect="1"/>
          </p:cNvGraphicFramePr>
          <p:nvPr/>
        </p:nvGraphicFramePr>
        <p:xfrm>
          <a:off x="1968501" y="2022476"/>
          <a:ext cx="4125913" cy="408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5" imgW="3149600" imgH="2565400" progId="">
                  <p:embed/>
                </p:oleObj>
              </mc:Choice>
              <mc:Fallback>
                <p:oleObj r:id="rId5" imgW="3149600" imgH="2565400" progId="">
                  <p:embed/>
                  <p:pic>
                    <p:nvPicPr>
                      <p:cNvPr id="13517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1" y="2022476"/>
                        <a:ext cx="4125913" cy="408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67517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Example (cont…)</a:t>
            </a:r>
          </a:p>
        </p:txBody>
      </p:sp>
      <p:sp>
        <p:nvSpPr>
          <p:cNvPr id="137219" name="Rectangle 2"/>
          <p:cNvSpPr>
            <a:spLocks noChangeArrowheads="1"/>
          </p:cNvSpPr>
          <p:nvPr/>
        </p:nvSpPr>
        <p:spPr bwMode="auto">
          <a:xfrm>
            <a:off x="3160714" y="1428750"/>
            <a:ext cx="14684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l-GR" alt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E" alt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 = 0.4</a:t>
            </a:r>
          </a:p>
        </p:txBody>
      </p:sp>
      <p:pic>
        <p:nvPicPr>
          <p:cNvPr id="13722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90" r="60675"/>
          <a:stretch>
            <a:fillRect/>
          </a:stretch>
        </p:blipFill>
        <p:spPr bwMode="auto">
          <a:xfrm>
            <a:off x="6410325" y="1376363"/>
            <a:ext cx="4059238" cy="537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7221" name="Object 4"/>
          <p:cNvGraphicFramePr>
            <a:graphicFrameLocks noChangeAspect="1"/>
          </p:cNvGraphicFramePr>
          <p:nvPr/>
        </p:nvGraphicFramePr>
        <p:xfrm>
          <a:off x="1808164" y="2100263"/>
          <a:ext cx="4491037" cy="364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r:id="rId5" imgW="3162300" imgH="2578100" progId="">
                  <p:embed/>
                </p:oleObj>
              </mc:Choice>
              <mc:Fallback>
                <p:oleObj r:id="rId5" imgW="3162300" imgH="2578100" progId="">
                  <p:embed/>
                  <p:pic>
                    <p:nvPicPr>
                      <p:cNvPr id="1372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4" y="2100263"/>
                        <a:ext cx="4491037" cy="364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99586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Example (cont…)</a:t>
            </a:r>
          </a:p>
        </p:txBody>
      </p:sp>
      <p:graphicFrame>
        <p:nvGraphicFramePr>
          <p:cNvPr id="139267" name="Object 2"/>
          <p:cNvGraphicFramePr>
            <a:graphicFrameLocks noChangeAspect="1"/>
          </p:cNvGraphicFramePr>
          <p:nvPr/>
        </p:nvGraphicFramePr>
        <p:xfrm>
          <a:off x="1724025" y="2033588"/>
          <a:ext cx="4635500" cy="377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r:id="rId4" imgW="3175000" imgH="2578100" progId="">
                  <p:embed/>
                </p:oleObj>
              </mc:Choice>
              <mc:Fallback>
                <p:oleObj r:id="rId4" imgW="3175000" imgH="2578100" progId="">
                  <p:embed/>
                  <p:pic>
                    <p:nvPicPr>
                      <p:cNvPr id="13926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2033588"/>
                        <a:ext cx="4635500" cy="3770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8" name="Rectangle 3"/>
          <p:cNvSpPr>
            <a:spLocks noChangeArrowheads="1"/>
          </p:cNvSpPr>
          <p:nvPr/>
        </p:nvSpPr>
        <p:spPr bwMode="auto">
          <a:xfrm>
            <a:off x="3160714" y="1428750"/>
            <a:ext cx="14684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l-GR" alt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E" alt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 = 0.3</a:t>
            </a:r>
          </a:p>
        </p:txBody>
      </p:sp>
      <p:pic>
        <p:nvPicPr>
          <p:cNvPr id="139269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1" t="50090" r="20450"/>
          <a:stretch>
            <a:fillRect/>
          </a:stretch>
        </p:blipFill>
        <p:spPr bwMode="auto">
          <a:xfrm>
            <a:off x="6523039" y="1387476"/>
            <a:ext cx="4059237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69198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Example (cont…)</a:t>
            </a:r>
          </a:p>
        </p:txBody>
      </p:sp>
      <p:sp>
        <p:nvSpPr>
          <p:cNvPr id="14131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images to the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right show a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magnetic resonance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(MR) image of a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fractured human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spine 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Different curves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highlight different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detail</a:t>
            </a:r>
          </a:p>
        </p:txBody>
      </p:sp>
      <p:pic>
        <p:nvPicPr>
          <p:cNvPr id="1413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006" b="50418"/>
          <a:stretch>
            <a:fillRect/>
          </a:stretch>
        </p:blipFill>
        <p:spPr bwMode="auto">
          <a:xfrm>
            <a:off x="5954714" y="1339850"/>
            <a:ext cx="1628775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3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29" r="20432" b="50742"/>
          <a:stretch>
            <a:fillRect/>
          </a:stretch>
        </p:blipFill>
        <p:spPr bwMode="auto">
          <a:xfrm>
            <a:off x="8758239" y="1341438"/>
            <a:ext cx="1641475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31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07" r="60652"/>
          <a:stretch>
            <a:fillRect/>
          </a:stretch>
        </p:blipFill>
        <p:spPr bwMode="auto">
          <a:xfrm>
            <a:off x="5953125" y="4676775"/>
            <a:ext cx="1633538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31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2" t="50107" r="20432"/>
          <a:stretch>
            <a:fillRect/>
          </a:stretch>
        </p:blipFill>
        <p:spPr bwMode="auto">
          <a:xfrm>
            <a:off x="8459788" y="4232275"/>
            <a:ext cx="163195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20" name="AutoShape 7"/>
          <p:cNvSpPr>
            <a:spLocks noChangeArrowheads="1"/>
          </p:cNvSpPr>
          <p:nvPr/>
        </p:nvSpPr>
        <p:spPr bwMode="auto">
          <a:xfrm>
            <a:off x="7637464" y="1995488"/>
            <a:ext cx="1076325" cy="849312"/>
          </a:xfrm>
          <a:prstGeom prst="rightArrow">
            <a:avLst>
              <a:gd name="adj1" fmla="val 50000"/>
              <a:gd name="adj2" fmla="val 31682"/>
            </a:avLst>
          </a:prstGeom>
          <a:solidFill>
            <a:srgbClr val="BBE0E3"/>
          </a:solidFill>
          <a:ln w="12600">
            <a:solidFill>
              <a:srgbClr val="333399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s = r </a:t>
            </a:r>
            <a:r>
              <a:rPr lang="en-IE" altLang="en-US" sz="1800" b="1" i="1" baseline="30000">
                <a:solidFill>
                  <a:srgbClr val="0033CC"/>
                </a:solidFill>
                <a:latin typeface="Times New Roman" panose="02020603050405020304" pitchFamily="18" charset="0"/>
              </a:rPr>
              <a:t>0.6</a:t>
            </a:r>
          </a:p>
        </p:txBody>
      </p:sp>
      <p:sp>
        <p:nvSpPr>
          <p:cNvPr id="141321" name="AutoShape 8"/>
          <p:cNvSpPr>
            <a:spLocks noChangeArrowheads="1"/>
          </p:cNvSpPr>
          <p:nvPr/>
        </p:nvSpPr>
        <p:spPr bwMode="auto">
          <a:xfrm rot="5400000">
            <a:off x="6249195" y="3663157"/>
            <a:ext cx="1076325" cy="849313"/>
          </a:xfrm>
          <a:prstGeom prst="rightArrow">
            <a:avLst>
              <a:gd name="adj1" fmla="val 50000"/>
              <a:gd name="adj2" fmla="val 31682"/>
            </a:avLst>
          </a:prstGeom>
          <a:solidFill>
            <a:srgbClr val="BBE0E3"/>
          </a:solidFill>
          <a:ln w="12600">
            <a:solidFill>
              <a:srgbClr val="333399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s = r </a:t>
            </a:r>
            <a:r>
              <a:rPr lang="en-IE" altLang="en-US" sz="1800" b="1" i="1" baseline="30000">
                <a:solidFill>
                  <a:srgbClr val="0033CC"/>
                </a:solidFill>
                <a:latin typeface="Times New Roman" panose="02020603050405020304" pitchFamily="18" charset="0"/>
              </a:rPr>
              <a:t>0.4</a:t>
            </a:r>
          </a:p>
        </p:txBody>
      </p:sp>
      <p:sp>
        <p:nvSpPr>
          <p:cNvPr id="141322" name="AutoShape 9"/>
          <p:cNvSpPr>
            <a:spLocks noChangeArrowheads="1"/>
          </p:cNvSpPr>
          <p:nvPr/>
        </p:nvSpPr>
        <p:spPr bwMode="auto">
          <a:xfrm rot="2400000">
            <a:off x="7485064" y="3436938"/>
            <a:ext cx="1076325" cy="849312"/>
          </a:xfrm>
          <a:prstGeom prst="rightArrow">
            <a:avLst>
              <a:gd name="adj1" fmla="val 50000"/>
              <a:gd name="adj2" fmla="val 31682"/>
            </a:avLst>
          </a:prstGeom>
          <a:solidFill>
            <a:srgbClr val="BBE0E3"/>
          </a:solidFill>
          <a:ln w="12600">
            <a:solidFill>
              <a:srgbClr val="333399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s = r </a:t>
            </a:r>
            <a:r>
              <a:rPr lang="en-IE" altLang="en-US" sz="1800" b="1" i="1" baseline="30000">
                <a:solidFill>
                  <a:srgbClr val="0033CC"/>
                </a:solidFill>
                <a:latin typeface="Times New Roman" panose="02020603050405020304" pitchFamily="18" charset="0"/>
              </a:rPr>
              <a:t>0.3</a:t>
            </a:r>
          </a:p>
        </p:txBody>
      </p:sp>
      <p:grpSp>
        <p:nvGrpSpPr>
          <p:cNvPr id="141323" name="Group 10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41324" name="Picture 1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1325" name="Rectangle 12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86391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Example</a:t>
            </a:r>
          </a:p>
        </p:txBody>
      </p:sp>
      <p:pic>
        <p:nvPicPr>
          <p:cNvPr id="14336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5" r="40187" b="50443"/>
          <a:stretch>
            <a:fillRect/>
          </a:stretch>
        </p:blipFill>
        <p:spPr bwMode="auto">
          <a:xfrm>
            <a:off x="3448051" y="1358900"/>
            <a:ext cx="5273675" cy="531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522435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Example (cont…)</a:t>
            </a:r>
          </a:p>
        </p:txBody>
      </p:sp>
      <p:sp>
        <p:nvSpPr>
          <p:cNvPr id="145411" name="Rectangle 2"/>
          <p:cNvSpPr>
            <a:spLocks noChangeArrowheads="1"/>
          </p:cNvSpPr>
          <p:nvPr/>
        </p:nvSpPr>
        <p:spPr bwMode="auto">
          <a:xfrm>
            <a:off x="3160714" y="1635125"/>
            <a:ext cx="14684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l-GR" alt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E" alt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 = 5.0</a:t>
            </a:r>
          </a:p>
        </p:txBody>
      </p:sp>
      <p:pic>
        <p:nvPicPr>
          <p:cNvPr id="1454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76" t="49783"/>
          <a:stretch>
            <a:fillRect/>
          </a:stretch>
        </p:blipFill>
        <p:spPr bwMode="auto">
          <a:xfrm>
            <a:off x="5816601" y="1641475"/>
            <a:ext cx="4835525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5413" name="Object 4"/>
          <p:cNvGraphicFramePr>
            <a:graphicFrameLocks noChangeAspect="1"/>
          </p:cNvGraphicFramePr>
          <p:nvPr/>
        </p:nvGraphicFramePr>
        <p:xfrm>
          <a:off x="1603376" y="2322513"/>
          <a:ext cx="4156075" cy="337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r:id="rId5" imgW="3162300" imgH="2578100" progId="">
                  <p:embed/>
                </p:oleObj>
              </mc:Choice>
              <mc:Fallback>
                <p:oleObj r:id="rId5" imgW="3162300" imgH="2578100" progId="">
                  <p:embed/>
                  <p:pic>
                    <p:nvPicPr>
                      <p:cNvPr id="1454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6" y="2322513"/>
                        <a:ext cx="4156075" cy="337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78959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Power Law Transformations (cont…)</a:t>
            </a:r>
          </a:p>
        </p:txBody>
      </p:sp>
      <p:sp>
        <p:nvSpPr>
          <p:cNvPr id="14745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An aerial photo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of a runway is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shown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This time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power law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transforms are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used to darken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the image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Different curves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highlight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different detail</a:t>
            </a:r>
          </a:p>
        </p:txBody>
      </p:sp>
      <p:pic>
        <p:nvPicPr>
          <p:cNvPr id="1474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5" r="40187" b="50443"/>
          <a:stretch>
            <a:fillRect/>
          </a:stretch>
        </p:blipFill>
        <p:spPr bwMode="auto">
          <a:xfrm>
            <a:off x="4908550" y="1247776"/>
            <a:ext cx="2501900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746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20" b="50095"/>
          <a:stretch>
            <a:fillRect/>
          </a:stretch>
        </p:blipFill>
        <p:spPr bwMode="auto">
          <a:xfrm>
            <a:off x="8099425" y="1287464"/>
            <a:ext cx="2535238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746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5" t="49783" r="39909"/>
          <a:stretch>
            <a:fillRect/>
          </a:stretch>
        </p:blipFill>
        <p:spPr bwMode="auto">
          <a:xfrm>
            <a:off x="4929188" y="4352925"/>
            <a:ext cx="2519362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746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76" t="49783"/>
          <a:stretch>
            <a:fillRect/>
          </a:stretch>
        </p:blipFill>
        <p:spPr bwMode="auto">
          <a:xfrm>
            <a:off x="7996238" y="4289425"/>
            <a:ext cx="2551112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7464" name="Group 7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47468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7469" name="Rectangle 9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sp>
        <p:nvSpPr>
          <p:cNvPr id="147465" name="AutoShape 10"/>
          <p:cNvSpPr>
            <a:spLocks noChangeArrowheads="1"/>
          </p:cNvSpPr>
          <p:nvPr/>
        </p:nvSpPr>
        <p:spPr bwMode="auto">
          <a:xfrm>
            <a:off x="7253289" y="2176463"/>
            <a:ext cx="1076325" cy="849312"/>
          </a:xfrm>
          <a:prstGeom prst="rightArrow">
            <a:avLst>
              <a:gd name="adj1" fmla="val 50000"/>
              <a:gd name="adj2" fmla="val 31682"/>
            </a:avLst>
          </a:prstGeom>
          <a:solidFill>
            <a:srgbClr val="BBE0E3"/>
          </a:solidFill>
          <a:ln w="12600">
            <a:solidFill>
              <a:srgbClr val="333399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s = r </a:t>
            </a:r>
            <a:r>
              <a:rPr lang="en-IE" altLang="en-US" sz="1800" b="1" i="1" baseline="30000">
                <a:solidFill>
                  <a:srgbClr val="0033CC"/>
                </a:solidFill>
                <a:latin typeface="Times New Roman" panose="02020603050405020304" pitchFamily="18" charset="0"/>
              </a:rPr>
              <a:t>3.0</a:t>
            </a:r>
          </a:p>
        </p:txBody>
      </p:sp>
      <p:sp>
        <p:nvSpPr>
          <p:cNvPr id="147466" name="AutoShape 11"/>
          <p:cNvSpPr>
            <a:spLocks noChangeArrowheads="1"/>
          </p:cNvSpPr>
          <p:nvPr/>
        </p:nvSpPr>
        <p:spPr bwMode="auto">
          <a:xfrm rot="5400000">
            <a:off x="5712620" y="3666332"/>
            <a:ext cx="1076325" cy="849313"/>
          </a:xfrm>
          <a:prstGeom prst="rightArrow">
            <a:avLst>
              <a:gd name="adj1" fmla="val 50000"/>
              <a:gd name="adj2" fmla="val 31682"/>
            </a:avLst>
          </a:prstGeom>
          <a:solidFill>
            <a:srgbClr val="BBE0E3"/>
          </a:solidFill>
          <a:ln w="12600">
            <a:solidFill>
              <a:srgbClr val="333399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s = r </a:t>
            </a:r>
            <a:r>
              <a:rPr lang="en-IE" altLang="en-US" sz="1800" b="1" i="1" baseline="30000">
                <a:solidFill>
                  <a:srgbClr val="0033CC"/>
                </a:solidFill>
                <a:latin typeface="Times New Roman" panose="02020603050405020304" pitchFamily="18" charset="0"/>
              </a:rPr>
              <a:t>4.0</a:t>
            </a:r>
          </a:p>
        </p:txBody>
      </p:sp>
      <p:sp>
        <p:nvSpPr>
          <p:cNvPr id="147467" name="AutoShape 12"/>
          <p:cNvSpPr>
            <a:spLocks noChangeArrowheads="1"/>
          </p:cNvSpPr>
          <p:nvPr/>
        </p:nvSpPr>
        <p:spPr bwMode="auto">
          <a:xfrm rot="2400000">
            <a:off x="7227889" y="3668713"/>
            <a:ext cx="1076325" cy="849312"/>
          </a:xfrm>
          <a:prstGeom prst="rightArrow">
            <a:avLst>
              <a:gd name="adj1" fmla="val 50000"/>
              <a:gd name="adj2" fmla="val 31682"/>
            </a:avLst>
          </a:prstGeom>
          <a:solidFill>
            <a:srgbClr val="BBE0E3"/>
          </a:solidFill>
          <a:ln w="12600">
            <a:solidFill>
              <a:srgbClr val="333399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s = r </a:t>
            </a:r>
            <a:r>
              <a:rPr lang="en-IE" altLang="en-US" sz="1800" b="1" i="1" baseline="30000">
                <a:solidFill>
                  <a:srgbClr val="0033CC"/>
                </a:solidFill>
                <a:latin typeface="Times New Roman" panose="02020603050405020304" pitchFamily="18" charset="0"/>
              </a:rPr>
              <a:t>5.0</a:t>
            </a:r>
          </a:p>
        </p:txBody>
      </p:sp>
    </p:spTree>
    <p:extLst>
      <p:ext uri="{BB962C8B-B14F-4D97-AF65-F5344CB8AC3E}">
        <p14:creationId xmlns:p14="http://schemas.microsoft.com/office/powerpoint/2010/main" val="21594756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  <a:cs typeface="Arial" panose="020B0604020202020204" pitchFamily="34" charset="0"/>
              </a:rPr>
              <a:t>Gamma Correction</a:t>
            </a:r>
          </a:p>
        </p:txBody>
      </p:sp>
      <p:sp>
        <p:nvSpPr>
          <p:cNvPr id="14950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/>
              <a:t>Many devices used for image capture, display and printing respond according to a power law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/>
              <a:t>• The exponent in the power-law equation is referred to as gamma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/>
              <a:t>• The process of correcting for the power-law response is referred to as gamma correction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/>
              <a:t>• Example: – CRT devices have an intensity-to-voltage response that is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/>
              <a:t>a power function (exponents typically range from 1.8-2.5)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/>
              <a:t>– Gamma correction in this case could be achieved by applying the transformation s=r</a:t>
            </a:r>
            <a:r>
              <a:rPr lang="en-IE" altLang="en-US" sz="1500"/>
              <a:t>1</a:t>
            </a:r>
            <a:r>
              <a:rPr lang="en-IE" altLang="en-US" sz="2400"/>
              <a:t>/2.5=r^0.4</a:t>
            </a:r>
          </a:p>
        </p:txBody>
      </p:sp>
    </p:spTree>
    <p:extLst>
      <p:ext uri="{BB962C8B-B14F-4D97-AF65-F5344CB8AC3E}">
        <p14:creationId xmlns:p14="http://schemas.microsoft.com/office/powerpoint/2010/main" val="18329600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0"/>
          <a:stretch>
            <a:fillRect/>
          </a:stretch>
        </p:blipFill>
        <p:spPr bwMode="auto">
          <a:xfrm>
            <a:off x="5832475" y="2403476"/>
            <a:ext cx="4787900" cy="428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5" name="Text Box 2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Gamma Correction</a:t>
            </a:r>
          </a:p>
        </p:txBody>
      </p:sp>
      <p:sp>
        <p:nvSpPr>
          <p:cNvPr id="151556" name="Text Box 3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Many of you might be familiar with gamma correction of computer monitors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Problem is that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display devices do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not respond linearly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to different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intensities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Can be corrected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using a log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transform</a:t>
            </a:r>
          </a:p>
        </p:txBody>
      </p:sp>
      <p:grpSp>
        <p:nvGrpSpPr>
          <p:cNvPr id="151557" name="Group 4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51558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559" name="Rectangle 6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46283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GB" altLang="en-US" sz="4000">
                <a:solidFill>
                  <a:srgbClr val="FFFFFF"/>
                </a:solidFill>
              </a:rPr>
              <a:t>More Contrast Issues</a:t>
            </a:r>
          </a:p>
        </p:txBody>
      </p:sp>
      <p:pic>
        <p:nvPicPr>
          <p:cNvPr id="15360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4" y="2620964"/>
            <a:ext cx="8637587" cy="245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604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5360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06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289325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Piecewise Linear Transformation Functions</a:t>
            </a:r>
          </a:p>
        </p:txBody>
      </p:sp>
      <p:pic>
        <p:nvPicPr>
          <p:cNvPr id="1556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17" r="59853"/>
          <a:stretch>
            <a:fillRect/>
          </a:stretch>
        </p:blipFill>
        <p:spPr bwMode="auto">
          <a:xfrm>
            <a:off x="7905751" y="4230689"/>
            <a:ext cx="2530475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2" name="Text Box 3"/>
          <p:cNvSpPr txBox="1">
            <a:spLocks noChangeArrowheads="1"/>
          </p:cNvSpPr>
          <p:nvPr/>
        </p:nvSpPr>
        <p:spPr bwMode="auto">
          <a:xfrm>
            <a:off x="1981200" y="1333500"/>
            <a:ext cx="8686800" cy="296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Rather than using a well defined mathematical function we can use arbitrary user-defined transforms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images below show a contrast stretching linear transform to add contrast to a poor quality image</a:t>
            </a:r>
          </a:p>
        </p:txBody>
      </p:sp>
      <p:sp>
        <p:nvSpPr>
          <p:cNvPr id="155653" name="AutoShape 4"/>
          <p:cNvSpPr>
            <a:spLocks noChangeArrowheads="1"/>
          </p:cNvSpPr>
          <p:nvPr/>
        </p:nvSpPr>
        <p:spPr bwMode="auto">
          <a:xfrm>
            <a:off x="4673600" y="5138738"/>
            <a:ext cx="3265488" cy="849312"/>
          </a:xfrm>
          <a:prstGeom prst="rightArrow">
            <a:avLst>
              <a:gd name="adj1" fmla="val 53648"/>
              <a:gd name="adj2" fmla="val 40371"/>
            </a:avLst>
          </a:prstGeom>
          <a:solidFill>
            <a:srgbClr val="BBE0E3"/>
          </a:solidFill>
          <a:ln w="12600">
            <a:solidFill>
              <a:srgbClr val="3333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55654" name="Rectangle 5"/>
          <p:cNvSpPr>
            <a:spLocks noChangeArrowheads="1"/>
          </p:cNvSpPr>
          <p:nvPr/>
        </p:nvSpPr>
        <p:spPr bwMode="auto">
          <a:xfrm>
            <a:off x="5491163" y="455295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15565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322" b="50829"/>
          <a:stretch>
            <a:fillRect/>
          </a:stretch>
        </p:blipFill>
        <p:spPr bwMode="auto">
          <a:xfrm>
            <a:off x="4943476" y="4302125"/>
            <a:ext cx="2563813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5656" name="Group 7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55659" name="Picture 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660" name="Rectangle 9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15565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33" r="19170" b="50204"/>
          <a:stretch>
            <a:fillRect/>
          </a:stretch>
        </p:blipFill>
        <p:spPr bwMode="auto">
          <a:xfrm>
            <a:off x="2154238" y="4178300"/>
            <a:ext cx="2514600" cy="25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58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33" t="50204" r="19170"/>
          <a:stretch>
            <a:fillRect/>
          </a:stretch>
        </p:blipFill>
        <p:spPr bwMode="auto">
          <a:xfrm>
            <a:off x="12534900" y="1952625"/>
            <a:ext cx="2514600" cy="25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6157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Piecewise Linear Transformation Functions</a:t>
            </a:r>
          </a:p>
        </p:txBody>
      </p:sp>
      <p:sp>
        <p:nvSpPr>
          <p:cNvPr id="15769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296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IE" altLang="en-US" sz="2000">
                <a:cs typeface="Arial" panose="020B0604020202020204" pitchFamily="34" charset="0"/>
              </a:rPr>
              <a:t>• Rather than using a well defined mathematical function we can use arbitrary user-defined transforms</a:t>
            </a:r>
          </a:p>
          <a:p>
            <a:pPr eaLnBrk="1" hangingPunct="1">
              <a:lnSpc>
                <a:spcPct val="90000"/>
              </a:lnSpc>
            </a:pPr>
            <a:r>
              <a:rPr lang="en-IE" altLang="en-US" sz="2000"/>
              <a:t>• Contrast stretching expands the range of intensity levels in an image so it spans a given (full) intensity range</a:t>
            </a:r>
          </a:p>
          <a:p>
            <a:pPr eaLnBrk="1" hangingPunct="1">
              <a:lnSpc>
                <a:spcPct val="90000"/>
              </a:lnSpc>
            </a:pPr>
            <a:r>
              <a:rPr lang="en-IE" altLang="en-US" sz="2000"/>
              <a:t>• Control points (r1,s1) and (r2,s2) control the shape of the transform T(r)</a:t>
            </a:r>
          </a:p>
          <a:p>
            <a:pPr eaLnBrk="1" hangingPunct="1">
              <a:lnSpc>
                <a:spcPct val="90000"/>
              </a:lnSpc>
            </a:pPr>
            <a:r>
              <a:rPr lang="en-IE" altLang="en-US" sz="2000"/>
              <a:t>• r</a:t>
            </a:r>
            <a:r>
              <a:rPr lang="en-IE" altLang="en-US" sz="1200"/>
              <a:t>1</a:t>
            </a:r>
            <a:r>
              <a:rPr lang="en-IE" altLang="en-US" sz="2000"/>
              <a:t>=r</a:t>
            </a:r>
            <a:r>
              <a:rPr lang="en-IE" altLang="en-US" sz="1200"/>
              <a:t>2</a:t>
            </a:r>
            <a:r>
              <a:rPr lang="en-IE" altLang="en-US" sz="2000"/>
              <a:t>, s</a:t>
            </a:r>
            <a:r>
              <a:rPr lang="en-IE" altLang="en-US" sz="1200"/>
              <a:t>1</a:t>
            </a:r>
            <a:r>
              <a:rPr lang="en-IE" altLang="en-US" sz="2000"/>
              <a:t>=0 and s</a:t>
            </a:r>
            <a:r>
              <a:rPr lang="en-IE" altLang="en-US" sz="1200"/>
              <a:t>2</a:t>
            </a:r>
            <a:r>
              <a:rPr lang="en-IE" altLang="en-US" sz="2000"/>
              <a:t>=L-1 yields a thresholding function</a:t>
            </a:r>
          </a:p>
          <a:p>
            <a:pPr eaLnBrk="1" hangingPunct="1">
              <a:lnSpc>
                <a:spcPct val="90000"/>
              </a:lnSpc>
            </a:pPr>
            <a:r>
              <a:rPr lang="en-IE" altLang="en-US" sz="2000"/>
              <a:t>The contrast stretched image shown in the previous slide is obtained using the transformation obtained from the equation of the line having following points</a:t>
            </a:r>
          </a:p>
          <a:p>
            <a:pPr eaLnBrk="1">
              <a:spcBef>
                <a:spcPct val="0"/>
              </a:spcBef>
            </a:pPr>
            <a:r>
              <a:rPr lang="en-IE" altLang="en-US" sz="2000">
                <a:cs typeface="Arial" panose="020B0604020202020204" pitchFamily="34" charset="0"/>
              </a:rPr>
              <a:t>• (r</a:t>
            </a:r>
            <a:r>
              <a:rPr lang="en-IE" altLang="en-US" sz="1200">
                <a:cs typeface="Arial" panose="020B0604020202020204" pitchFamily="34" charset="0"/>
              </a:rPr>
              <a:t>1</a:t>
            </a:r>
            <a:r>
              <a:rPr lang="en-IE" altLang="en-US" sz="2000">
                <a:cs typeface="Arial" panose="020B0604020202020204" pitchFamily="34" charset="0"/>
              </a:rPr>
              <a:t>,s</a:t>
            </a:r>
            <a:r>
              <a:rPr lang="en-IE" altLang="en-US" sz="1200">
                <a:cs typeface="Arial" panose="020B0604020202020204" pitchFamily="34" charset="0"/>
              </a:rPr>
              <a:t>1</a:t>
            </a:r>
            <a:r>
              <a:rPr lang="en-IE" altLang="en-US" sz="2000">
                <a:cs typeface="Arial" panose="020B0604020202020204" pitchFamily="34" charset="0"/>
              </a:rPr>
              <a:t>)=(r</a:t>
            </a:r>
            <a:r>
              <a:rPr lang="en-IE" altLang="en-US" sz="1200">
                <a:cs typeface="Arial" panose="020B0604020202020204" pitchFamily="34" charset="0"/>
              </a:rPr>
              <a:t>min</a:t>
            </a:r>
            <a:r>
              <a:rPr lang="en-IE" altLang="en-US" sz="2000">
                <a:cs typeface="Arial" panose="020B0604020202020204" pitchFamily="34" charset="0"/>
              </a:rPr>
              <a:t>,0) and (r</a:t>
            </a:r>
            <a:r>
              <a:rPr lang="en-IE" altLang="en-US" sz="1200">
                <a:cs typeface="Arial" panose="020B0604020202020204" pitchFamily="34" charset="0"/>
              </a:rPr>
              <a:t>2</a:t>
            </a:r>
            <a:r>
              <a:rPr lang="en-IE" altLang="en-US" sz="2000">
                <a:cs typeface="Arial" panose="020B0604020202020204" pitchFamily="34" charset="0"/>
              </a:rPr>
              <a:t>, s</a:t>
            </a:r>
            <a:r>
              <a:rPr lang="en-IE" altLang="en-US" sz="1200">
                <a:cs typeface="Arial" panose="020B0604020202020204" pitchFamily="34" charset="0"/>
              </a:rPr>
              <a:t>2</a:t>
            </a:r>
            <a:r>
              <a:rPr lang="en-IE" altLang="en-US" sz="2000">
                <a:cs typeface="Arial" panose="020B0604020202020204" pitchFamily="34" charset="0"/>
              </a:rPr>
              <a:t>)=</a:t>
            </a:r>
            <a:r>
              <a:rPr lang="en-IE" altLang="en-US" sz="2000"/>
              <a:t>(r</a:t>
            </a:r>
            <a:r>
              <a:rPr lang="en-IE" altLang="en-US" sz="1200"/>
              <a:t>max</a:t>
            </a:r>
            <a:r>
              <a:rPr lang="en-IE" altLang="en-US" sz="2000"/>
              <a:t>,L-1)</a:t>
            </a:r>
          </a:p>
          <a:p>
            <a:pPr eaLnBrk="1" hangingPunct="1">
              <a:lnSpc>
                <a:spcPct val="90000"/>
              </a:lnSpc>
            </a:pPr>
            <a:endParaRPr lang="en-IE" altLang="en-US" sz="2000"/>
          </a:p>
        </p:txBody>
      </p:sp>
      <p:grpSp>
        <p:nvGrpSpPr>
          <p:cNvPr id="157700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57702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7703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15770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33" t="50204" r="19170"/>
          <a:stretch>
            <a:fillRect/>
          </a:stretch>
        </p:blipFill>
        <p:spPr bwMode="auto">
          <a:xfrm>
            <a:off x="12534900" y="1952625"/>
            <a:ext cx="2514600" cy="25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61509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Gray Level Slicing</a:t>
            </a:r>
          </a:p>
        </p:txBody>
      </p:sp>
      <p:sp>
        <p:nvSpPr>
          <p:cNvPr id="15974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/>
              <a:t>• Used to highlight a specific range of intensities in an image that might be of interest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IE" altLang="en-US" sz="2400"/>
              <a:t>•Two common approaches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/>
              <a:t>–	Set all pixel values within a range of interest to one value (white) and all others to another value (black)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/>
              <a:t>       Produces a binary image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/>
              <a:t>–	Brighten (or darken) pixel values in a range of interest and leave all others unchanged</a:t>
            </a:r>
          </a:p>
        </p:txBody>
      </p:sp>
      <p:grpSp>
        <p:nvGrpSpPr>
          <p:cNvPr id="159748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59749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9750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88775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794" name="Group 1"/>
          <p:cNvGrpSpPr>
            <a:grpSpLocks/>
          </p:cNvGrpSpPr>
          <p:nvPr/>
        </p:nvGrpSpPr>
        <p:grpSpPr bwMode="auto">
          <a:xfrm>
            <a:off x="7518400" y="1914525"/>
            <a:ext cx="2717800" cy="2332038"/>
            <a:chOff x="3776" y="1206"/>
            <a:chExt cx="1712" cy="1469"/>
          </a:xfrm>
        </p:grpSpPr>
        <p:pic>
          <p:nvPicPr>
            <p:cNvPr id="16180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229" r="19496" b="49071"/>
            <a:stretch>
              <a:fillRect/>
            </a:stretch>
          </p:blipFill>
          <p:spPr bwMode="auto">
            <a:xfrm>
              <a:off x="3821" y="1206"/>
              <a:ext cx="1667" cy="1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1806" name="Rectangle 3"/>
            <p:cNvSpPr>
              <a:spLocks noChangeArrowheads="1"/>
            </p:cNvSpPr>
            <p:nvPr/>
          </p:nvSpPr>
          <p:spPr bwMode="auto">
            <a:xfrm>
              <a:off x="3776" y="2462"/>
              <a:ext cx="159" cy="1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161795" name="Text Box 4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Gray Level Slicing</a:t>
            </a:r>
          </a:p>
        </p:txBody>
      </p:sp>
      <p:sp>
        <p:nvSpPr>
          <p:cNvPr id="161796" name="Text Box 5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Highlights a specific range of grey levels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Similar to thresholding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Other levels can be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suppressed or maintained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Useful for highlighting features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in an image</a:t>
            </a:r>
          </a:p>
        </p:txBody>
      </p:sp>
      <p:pic>
        <p:nvPicPr>
          <p:cNvPr id="16179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08" b="47621"/>
          <a:stretch>
            <a:fillRect/>
          </a:stretch>
        </p:blipFill>
        <p:spPr bwMode="auto">
          <a:xfrm>
            <a:off x="4738688" y="4492625"/>
            <a:ext cx="27686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1798" name="Group 7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61803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1804" name="Rectangle 9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161799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8" t="53317" r="61620"/>
          <a:stretch>
            <a:fillRect/>
          </a:stretch>
        </p:blipFill>
        <p:spPr bwMode="auto">
          <a:xfrm>
            <a:off x="2011364" y="4672013"/>
            <a:ext cx="2116137" cy="214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800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47" t="53662" r="21848"/>
          <a:stretch>
            <a:fillRect/>
          </a:stretch>
        </p:blipFill>
        <p:spPr bwMode="auto">
          <a:xfrm>
            <a:off x="8118475" y="4687889"/>
            <a:ext cx="2147888" cy="212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801" name="AutoShape 12"/>
          <p:cNvSpPr>
            <a:spLocks noChangeArrowheads="1"/>
          </p:cNvSpPr>
          <p:nvPr/>
        </p:nvSpPr>
        <p:spPr bwMode="auto">
          <a:xfrm>
            <a:off x="4195764" y="5456239"/>
            <a:ext cx="725487" cy="573087"/>
          </a:xfrm>
          <a:prstGeom prst="rightArrow">
            <a:avLst>
              <a:gd name="adj1" fmla="val 50000"/>
              <a:gd name="adj2" fmla="val 31648"/>
            </a:avLst>
          </a:prstGeom>
          <a:solidFill>
            <a:srgbClr val="333399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61802" name="AutoShape 13"/>
          <p:cNvSpPr>
            <a:spLocks noChangeArrowheads="1"/>
          </p:cNvSpPr>
          <p:nvPr/>
        </p:nvSpPr>
        <p:spPr bwMode="auto">
          <a:xfrm>
            <a:off x="7307264" y="5456239"/>
            <a:ext cx="725487" cy="573087"/>
          </a:xfrm>
          <a:prstGeom prst="rightArrow">
            <a:avLst>
              <a:gd name="adj1" fmla="val 50000"/>
              <a:gd name="adj2" fmla="val 31648"/>
            </a:avLst>
          </a:prstGeom>
          <a:solidFill>
            <a:srgbClr val="333399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07339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</a:t>
            </a:r>
          </a:p>
        </p:txBody>
      </p:sp>
      <p:sp>
        <p:nvSpPr>
          <p:cNvPr id="1638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Often by isolating particular bits of the pixel values in an image we can highlight interesting aspects of that image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Higher-order bits usually contain most of the significant visual information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Lower-order bits contain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subtle details</a:t>
            </a:r>
          </a:p>
        </p:txBody>
      </p:sp>
      <p:pic>
        <p:nvPicPr>
          <p:cNvPr id="1638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47"/>
          <a:stretch>
            <a:fillRect/>
          </a:stretch>
        </p:blipFill>
        <p:spPr bwMode="auto">
          <a:xfrm>
            <a:off x="2170114" y="4864100"/>
            <a:ext cx="4518025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4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5" r="19246" b="13074"/>
          <a:stretch>
            <a:fillRect/>
          </a:stretch>
        </p:blipFill>
        <p:spPr bwMode="auto">
          <a:xfrm>
            <a:off x="6835776" y="3786188"/>
            <a:ext cx="3128963" cy="304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846" name="Group 5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63847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848" name="Rectangle 7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5434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sp>
        <p:nvSpPr>
          <p:cNvPr id="1658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1658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7"/>
          <a:stretch>
            <a:fillRect/>
          </a:stretch>
        </p:blipFill>
        <p:spPr bwMode="auto">
          <a:xfrm>
            <a:off x="3341689" y="1327151"/>
            <a:ext cx="5710237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5893" name="Group 4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65900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5901" name="Rectangle 6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sp>
        <p:nvSpPr>
          <p:cNvPr id="165894" name="Text Box 7"/>
          <p:cNvSpPr txBox="1">
            <a:spLocks noChangeArrowheads="1"/>
          </p:cNvSpPr>
          <p:nvPr/>
        </p:nvSpPr>
        <p:spPr bwMode="auto">
          <a:xfrm>
            <a:off x="2911475" y="2049463"/>
            <a:ext cx="1430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10000000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5895" name="Text Box 8"/>
          <p:cNvSpPr txBox="1">
            <a:spLocks noChangeArrowheads="1"/>
          </p:cNvSpPr>
          <p:nvPr/>
        </p:nvSpPr>
        <p:spPr bwMode="auto">
          <a:xfrm>
            <a:off x="7981950" y="2117725"/>
            <a:ext cx="1430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01000000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5896" name="Text Box 9"/>
          <p:cNvSpPr txBox="1">
            <a:spLocks noChangeArrowheads="1"/>
          </p:cNvSpPr>
          <p:nvPr/>
        </p:nvSpPr>
        <p:spPr bwMode="auto">
          <a:xfrm>
            <a:off x="2019300" y="3900488"/>
            <a:ext cx="1430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00100000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5897" name="Text Box 10"/>
          <p:cNvSpPr txBox="1">
            <a:spLocks noChangeArrowheads="1"/>
          </p:cNvSpPr>
          <p:nvPr/>
        </p:nvSpPr>
        <p:spPr bwMode="auto">
          <a:xfrm>
            <a:off x="8912225" y="3919538"/>
            <a:ext cx="1430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00001000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5898" name="Text Box 11"/>
          <p:cNvSpPr txBox="1">
            <a:spLocks noChangeArrowheads="1"/>
          </p:cNvSpPr>
          <p:nvPr/>
        </p:nvSpPr>
        <p:spPr bwMode="auto">
          <a:xfrm>
            <a:off x="2008189" y="5735638"/>
            <a:ext cx="14303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00000100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5899" name="Text Box 12"/>
          <p:cNvSpPr txBox="1">
            <a:spLocks noChangeArrowheads="1"/>
          </p:cNvSpPr>
          <p:nvPr/>
        </p:nvSpPr>
        <p:spPr bwMode="auto">
          <a:xfrm>
            <a:off x="8916989" y="5756275"/>
            <a:ext cx="14303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00000001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003502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sp>
        <p:nvSpPr>
          <p:cNvPr id="16793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1679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7"/>
          <a:stretch>
            <a:fillRect/>
          </a:stretch>
        </p:blipFill>
        <p:spPr bwMode="auto">
          <a:xfrm>
            <a:off x="3341689" y="1327151"/>
            <a:ext cx="5710237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7941" name="Group 4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67948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7949" name="Rectangle 6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sp>
        <p:nvSpPr>
          <p:cNvPr id="167942" name="Text Box 7"/>
          <p:cNvSpPr txBox="1">
            <a:spLocks noChangeArrowheads="1"/>
          </p:cNvSpPr>
          <p:nvPr/>
        </p:nvSpPr>
        <p:spPr bwMode="auto">
          <a:xfrm>
            <a:off x="2911475" y="2049463"/>
            <a:ext cx="1430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10000000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7943" name="Text Box 8"/>
          <p:cNvSpPr txBox="1">
            <a:spLocks noChangeArrowheads="1"/>
          </p:cNvSpPr>
          <p:nvPr/>
        </p:nvSpPr>
        <p:spPr bwMode="auto">
          <a:xfrm>
            <a:off x="7981950" y="2117725"/>
            <a:ext cx="1430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01000000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7944" name="Text Box 9"/>
          <p:cNvSpPr txBox="1">
            <a:spLocks noChangeArrowheads="1"/>
          </p:cNvSpPr>
          <p:nvPr/>
        </p:nvSpPr>
        <p:spPr bwMode="auto">
          <a:xfrm>
            <a:off x="2019300" y="3900488"/>
            <a:ext cx="1430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00100000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7945" name="Text Box 10"/>
          <p:cNvSpPr txBox="1">
            <a:spLocks noChangeArrowheads="1"/>
          </p:cNvSpPr>
          <p:nvPr/>
        </p:nvSpPr>
        <p:spPr bwMode="auto">
          <a:xfrm>
            <a:off x="8912225" y="3919538"/>
            <a:ext cx="1430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00001000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7946" name="Text Box 11"/>
          <p:cNvSpPr txBox="1">
            <a:spLocks noChangeArrowheads="1"/>
          </p:cNvSpPr>
          <p:nvPr/>
        </p:nvSpPr>
        <p:spPr bwMode="auto">
          <a:xfrm>
            <a:off x="2008189" y="5735638"/>
            <a:ext cx="14303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00000100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  <p:sp>
        <p:nvSpPr>
          <p:cNvPr id="167947" name="Text Box 12"/>
          <p:cNvSpPr txBox="1">
            <a:spLocks noChangeArrowheads="1"/>
          </p:cNvSpPr>
          <p:nvPr/>
        </p:nvSpPr>
        <p:spPr bwMode="auto">
          <a:xfrm>
            <a:off x="8916989" y="5756275"/>
            <a:ext cx="14303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33CC"/>
                </a:solidFill>
              </a:rPr>
              <a:t>[</a:t>
            </a:r>
            <a:r>
              <a:rPr lang="en-IE" altLang="en-US" sz="1800">
                <a:solidFill>
                  <a:srgbClr val="0033CC"/>
                </a:solidFill>
                <a:latin typeface="Courier New" panose="02070309020205020404" pitchFamily="49" charset="0"/>
              </a:rPr>
              <a:t>00000001</a:t>
            </a:r>
            <a:r>
              <a:rPr lang="en-IE" altLang="en-US" sz="1800" b="1">
                <a:solidFill>
                  <a:srgbClr val="0033CC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364119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sp>
        <p:nvSpPr>
          <p:cNvPr id="16998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1699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33500"/>
            <a:ext cx="91694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4647943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7203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89" b="75865"/>
          <a:stretch>
            <a:fillRect/>
          </a:stretch>
        </p:blipFill>
        <p:spPr bwMode="auto">
          <a:xfrm>
            <a:off x="2052638" y="2095500"/>
            <a:ext cx="8445500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2036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72037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2038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809900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7408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80" r="33606" b="75865"/>
          <a:stretch>
            <a:fillRect/>
          </a:stretch>
        </p:blipFill>
        <p:spPr bwMode="auto">
          <a:xfrm>
            <a:off x="1960564" y="2070100"/>
            <a:ext cx="8523287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084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7408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086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4016864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7613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25" r="740" b="75865"/>
          <a:stretch>
            <a:fillRect/>
          </a:stretch>
        </p:blipFill>
        <p:spPr bwMode="auto">
          <a:xfrm>
            <a:off x="2063750" y="2070100"/>
            <a:ext cx="8451850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6132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76133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6134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217388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7817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54" r="66814" b="52605"/>
          <a:stretch>
            <a:fillRect/>
          </a:stretch>
        </p:blipFill>
        <p:spPr bwMode="auto">
          <a:xfrm>
            <a:off x="1947864" y="2032001"/>
            <a:ext cx="8643937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8180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78181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8182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0538387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8022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4" t="24054" r="33504" b="52605"/>
          <a:stretch>
            <a:fillRect/>
          </a:stretch>
        </p:blipFill>
        <p:spPr bwMode="auto">
          <a:xfrm>
            <a:off x="2052639" y="2032001"/>
            <a:ext cx="8531225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0228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80229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0230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086756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822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25" t="24054" r="76" b="52605"/>
          <a:stretch>
            <a:fillRect/>
          </a:stretch>
        </p:blipFill>
        <p:spPr bwMode="auto">
          <a:xfrm>
            <a:off x="1984376" y="2032001"/>
            <a:ext cx="8620125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2276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82277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278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5999553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843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13" r="66814" b="27174"/>
          <a:stretch>
            <a:fillRect/>
          </a:stretch>
        </p:blipFill>
        <p:spPr bwMode="auto">
          <a:xfrm>
            <a:off x="1947864" y="1879600"/>
            <a:ext cx="8643937" cy="385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324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8432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26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1011323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8637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4" t="47813" r="33504" b="28706"/>
          <a:stretch>
            <a:fillRect/>
          </a:stretch>
        </p:blipFill>
        <p:spPr bwMode="auto">
          <a:xfrm>
            <a:off x="2052639" y="2032000"/>
            <a:ext cx="85312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6372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86373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6374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4657654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8841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25" t="47813" r="76" b="25961"/>
          <a:stretch>
            <a:fillRect/>
          </a:stretch>
        </p:blipFill>
        <p:spPr bwMode="auto">
          <a:xfrm>
            <a:off x="2047876" y="1905001"/>
            <a:ext cx="8620125" cy="404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8420" name="Group 3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88421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422" name="Rectangle 5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029901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Bit Plane Slicing (cont…)</a:t>
            </a:r>
          </a:p>
        </p:txBody>
      </p:sp>
      <p:pic>
        <p:nvPicPr>
          <p:cNvPr id="19046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48" b="43092"/>
          <a:stretch>
            <a:fillRect/>
          </a:stretch>
        </p:blipFill>
        <p:spPr bwMode="auto">
          <a:xfrm>
            <a:off x="2074863" y="1455739"/>
            <a:ext cx="41783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4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10" r="871" b="43092"/>
          <a:stretch>
            <a:fillRect/>
          </a:stretch>
        </p:blipFill>
        <p:spPr bwMode="auto">
          <a:xfrm>
            <a:off x="2074864" y="4953000"/>
            <a:ext cx="4148137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46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5" r="33655" b="43092"/>
          <a:stretch>
            <a:fillRect/>
          </a:stretch>
        </p:blipFill>
        <p:spPr bwMode="auto">
          <a:xfrm>
            <a:off x="2074863" y="3243264"/>
            <a:ext cx="4254500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470" name="Text Box 5"/>
          <p:cNvSpPr txBox="1">
            <a:spLocks noChangeArrowheads="1"/>
          </p:cNvSpPr>
          <p:nvPr/>
        </p:nvSpPr>
        <p:spPr bwMode="auto">
          <a:xfrm>
            <a:off x="6411914" y="1711326"/>
            <a:ext cx="3938587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GB" altLang="en-US" sz="2500">
                <a:solidFill>
                  <a:srgbClr val="000000"/>
                </a:solidFill>
              </a:rPr>
              <a:t>Reconstructed image using only bit planes 8 and 7</a:t>
            </a:r>
          </a:p>
        </p:txBody>
      </p:sp>
      <p:sp>
        <p:nvSpPr>
          <p:cNvPr id="190471" name="Text Box 6"/>
          <p:cNvSpPr txBox="1">
            <a:spLocks noChangeArrowheads="1"/>
          </p:cNvSpPr>
          <p:nvPr/>
        </p:nvSpPr>
        <p:spPr bwMode="auto">
          <a:xfrm>
            <a:off x="6411914" y="3473451"/>
            <a:ext cx="3938587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GB" altLang="en-US" sz="2500">
                <a:solidFill>
                  <a:srgbClr val="000000"/>
                </a:solidFill>
              </a:rPr>
              <a:t>Reconstructed image using only bit planes 8, 7 and 6</a:t>
            </a:r>
          </a:p>
        </p:txBody>
      </p:sp>
      <p:sp>
        <p:nvSpPr>
          <p:cNvPr id="190472" name="Text Box 7"/>
          <p:cNvSpPr txBox="1">
            <a:spLocks noChangeArrowheads="1"/>
          </p:cNvSpPr>
          <p:nvPr/>
        </p:nvSpPr>
        <p:spPr bwMode="auto">
          <a:xfrm>
            <a:off x="6411914" y="5237163"/>
            <a:ext cx="3938587" cy="123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GB" altLang="en-US" sz="2500">
                <a:solidFill>
                  <a:srgbClr val="000000"/>
                </a:solidFill>
              </a:rPr>
              <a:t>Reconstructed image using only bit planes 7, 6 and 5</a:t>
            </a:r>
          </a:p>
        </p:txBody>
      </p:sp>
      <p:grpSp>
        <p:nvGrpSpPr>
          <p:cNvPr id="190473" name="Group 8"/>
          <p:cNvGrpSpPr>
            <a:grpSpLocks/>
          </p:cNvGrpSpPr>
          <p:nvPr/>
        </p:nvGrpSpPr>
        <p:grpSpPr bwMode="auto">
          <a:xfrm>
            <a:off x="1524001" y="1625601"/>
            <a:ext cx="252413" cy="5224463"/>
            <a:chOff x="0" y="1024"/>
            <a:chExt cx="159" cy="3291"/>
          </a:xfrm>
        </p:grpSpPr>
        <p:pic>
          <p:nvPicPr>
            <p:cNvPr id="190474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0475" name="Rectangle 10"/>
            <p:cNvSpPr>
              <a:spLocks noChangeArrowheads="1"/>
            </p:cNvSpPr>
            <p:nvPr/>
          </p:nvSpPr>
          <p:spPr bwMode="auto">
            <a:xfrm rot="-5400000">
              <a:off x="-1502" y="2532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6172681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Histograms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histogram of an image shows us the distribution of grey levels in the image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Massively useful in image processing, especially in segmentation</a:t>
            </a:r>
          </a:p>
        </p:txBody>
      </p:sp>
      <p:grpSp>
        <p:nvGrpSpPr>
          <p:cNvPr id="6148" name="Group 3"/>
          <p:cNvGrpSpPr>
            <a:grpSpLocks/>
          </p:cNvGrpSpPr>
          <p:nvPr/>
        </p:nvGrpSpPr>
        <p:grpSpPr bwMode="auto">
          <a:xfrm>
            <a:off x="2974976" y="3492502"/>
            <a:ext cx="5921375" cy="3376613"/>
            <a:chOff x="914" y="2200"/>
            <a:chExt cx="3730" cy="2127"/>
          </a:xfrm>
        </p:grpSpPr>
        <p:pic>
          <p:nvPicPr>
            <p:cNvPr id="6149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1" y="2200"/>
              <a:ext cx="3553" cy="19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150" name="Text Box 5"/>
            <p:cNvSpPr txBox="1">
              <a:spLocks noChangeArrowheads="1"/>
            </p:cNvSpPr>
            <p:nvPr/>
          </p:nvSpPr>
          <p:spPr bwMode="auto">
            <a:xfrm>
              <a:off x="2465" y="4093"/>
              <a:ext cx="89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Grey Levels</a:t>
              </a:r>
            </a:p>
          </p:txBody>
        </p:sp>
        <p:sp>
          <p:nvSpPr>
            <p:cNvPr id="6151" name="Text Box 6"/>
            <p:cNvSpPr txBox="1">
              <a:spLocks noChangeArrowheads="1"/>
            </p:cNvSpPr>
            <p:nvPr/>
          </p:nvSpPr>
          <p:spPr bwMode="auto">
            <a:xfrm rot="16200000">
              <a:off x="574" y="3032"/>
              <a:ext cx="914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Frequencies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38254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Histograms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•	The histogram of a digital image, f, (with intensities [0,L-1]) is a discrete function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h(r</a:t>
            </a:r>
            <a:r>
              <a:rPr lang="en-IE" altLang="en-US" sz="1400">
                <a:solidFill>
                  <a:srgbClr val="000000"/>
                </a:solidFill>
              </a:rPr>
              <a:t>k</a:t>
            </a:r>
            <a:r>
              <a:rPr lang="en-IE" altLang="en-US">
                <a:solidFill>
                  <a:srgbClr val="000000"/>
                </a:solidFill>
              </a:rPr>
              <a:t>) = n</a:t>
            </a:r>
            <a:r>
              <a:rPr lang="en-IE" altLang="en-US" sz="1500">
                <a:solidFill>
                  <a:srgbClr val="000000"/>
                </a:solidFill>
              </a:rPr>
              <a:t>k</a:t>
            </a:r>
            <a:r>
              <a:rPr lang="en-IE" altLang="en-US">
                <a:solidFill>
                  <a:srgbClr val="000000"/>
                </a:solidFill>
              </a:rPr>
              <a:t> 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•	Where r</a:t>
            </a:r>
            <a:r>
              <a:rPr lang="en-IE" altLang="en-US" sz="1400">
                <a:solidFill>
                  <a:srgbClr val="000000"/>
                </a:solidFill>
              </a:rPr>
              <a:t>k</a:t>
            </a:r>
            <a:r>
              <a:rPr lang="en-IE" altLang="en-US">
                <a:solidFill>
                  <a:srgbClr val="000000"/>
                </a:solidFill>
              </a:rPr>
              <a:t> is the kth intensity value and n</a:t>
            </a:r>
            <a:r>
              <a:rPr lang="en-IE" altLang="en-US" sz="1400">
                <a:solidFill>
                  <a:srgbClr val="000000"/>
                </a:solidFill>
              </a:rPr>
              <a:t>k</a:t>
            </a:r>
            <a:r>
              <a:rPr lang="en-IE" altLang="en-US">
                <a:solidFill>
                  <a:srgbClr val="000000"/>
                </a:solidFill>
              </a:rPr>
              <a:t> is the number of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pixels in f with intensity r</a:t>
            </a:r>
            <a:r>
              <a:rPr lang="en-IE" altLang="en-US" sz="1400">
                <a:solidFill>
                  <a:srgbClr val="000000"/>
                </a:solidFill>
              </a:rPr>
              <a:t>k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•	Normalizing the histogram is common practice – Divide the components by the total number of pixels in the image – Assuming an MxN image, this yields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p(r</a:t>
            </a:r>
            <a:r>
              <a:rPr lang="en-IE" altLang="en-US" sz="1400">
                <a:solidFill>
                  <a:srgbClr val="000000"/>
                </a:solidFill>
              </a:rPr>
              <a:t>k</a:t>
            </a:r>
            <a:r>
              <a:rPr lang="en-IE" altLang="en-US">
                <a:solidFill>
                  <a:srgbClr val="000000"/>
                </a:solidFill>
              </a:rPr>
              <a:t>) = n</a:t>
            </a:r>
            <a:r>
              <a:rPr lang="en-IE" altLang="en-US" sz="1400">
                <a:solidFill>
                  <a:srgbClr val="000000"/>
                </a:solidFill>
              </a:rPr>
              <a:t>k</a:t>
            </a:r>
            <a:r>
              <a:rPr lang="en-IE" altLang="en-US">
                <a:solidFill>
                  <a:srgbClr val="000000"/>
                </a:solidFill>
              </a:rPr>
              <a:t>/MN for k=0,1,2,....,L-1 – p(r</a:t>
            </a:r>
            <a:r>
              <a:rPr lang="en-IE" altLang="en-US" sz="1400">
                <a:solidFill>
                  <a:srgbClr val="000000"/>
                </a:solidFill>
              </a:rPr>
              <a:t>k</a:t>
            </a:r>
            <a:r>
              <a:rPr lang="en-IE" altLang="en-US">
                <a:solidFill>
                  <a:srgbClr val="000000"/>
                </a:solidFill>
              </a:rPr>
              <a:t>) is, basically, an estimate of the probability of occurrence of intensity level r</a:t>
            </a:r>
            <a:r>
              <a:rPr lang="en-IE" altLang="en-US" sz="1400">
                <a:solidFill>
                  <a:srgbClr val="000000"/>
                </a:solidFill>
              </a:rPr>
              <a:t>k</a:t>
            </a:r>
            <a:r>
              <a:rPr lang="en-IE" altLang="en-US">
                <a:solidFill>
                  <a:srgbClr val="000000"/>
                </a:solidFill>
              </a:rPr>
              <a:t> in an image Σ p(r</a:t>
            </a:r>
            <a:r>
              <a:rPr lang="en-IE" altLang="en-US" sz="1400">
                <a:solidFill>
                  <a:srgbClr val="000000"/>
                </a:solidFill>
              </a:rPr>
              <a:t>k</a:t>
            </a:r>
            <a:r>
              <a:rPr lang="en-IE" altLang="en-US">
                <a:solidFill>
                  <a:srgbClr val="000000"/>
                </a:solidFill>
              </a:rPr>
              <a:t>) = 1</a:t>
            </a:r>
          </a:p>
        </p:txBody>
      </p:sp>
    </p:spTree>
    <p:extLst>
      <p:ext uri="{BB962C8B-B14F-4D97-AF65-F5344CB8AC3E}">
        <p14:creationId xmlns:p14="http://schemas.microsoft.com/office/powerpoint/2010/main" val="4496269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latin typeface="ArialMT" pitchFamily="32" charset="0"/>
                <a:cs typeface="ArialMT" pitchFamily="32" charset="0"/>
              </a:rPr>
              <a:t>Uses for Histogram Processing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2200">
                <a:solidFill>
                  <a:srgbClr val="000000"/>
                </a:solidFill>
              </a:rPr>
              <a:t>•	Image enhancements 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2200">
                <a:solidFill>
                  <a:srgbClr val="000000"/>
                </a:solidFill>
              </a:rPr>
              <a:t>•	Image statistics 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2200">
                <a:solidFill>
                  <a:srgbClr val="000000"/>
                </a:solidFill>
              </a:rPr>
              <a:t>•	Image compression 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2200">
                <a:solidFill>
                  <a:srgbClr val="000000"/>
                </a:solidFill>
              </a:rPr>
              <a:t>•	Image segmentation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2200">
                <a:solidFill>
                  <a:srgbClr val="000000"/>
                </a:solidFill>
              </a:rPr>
              <a:t>•	Simple to calculate in software 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2200">
                <a:solidFill>
                  <a:srgbClr val="000000"/>
                </a:solidFill>
              </a:rPr>
              <a:t>•	Economic hardware implementations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2200">
                <a:solidFill>
                  <a:srgbClr val="000000"/>
                </a:solidFill>
              </a:rPr>
              <a:t>          – Popular tool in real-time image processing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2200">
                <a:solidFill>
                  <a:srgbClr val="000000"/>
                </a:solidFill>
              </a:rPr>
              <a:t>•	A plot of this function for all values of k provides a global description of the appearance of the image (gives useful information for contrast enhancement)</a:t>
            </a:r>
          </a:p>
          <a:p>
            <a:pPr eaLnBrk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	</a:t>
            </a:r>
            <a:r>
              <a:rPr lang="en-IE" altLang="en-US" sz="2200">
                <a:solidFill>
                  <a:srgbClr val="000000"/>
                </a:solidFill>
                <a:cs typeface="ArialMT" pitchFamily="32" charset="0"/>
              </a:rPr>
              <a:t>Histograms commonly viewed in plots as</a:t>
            </a:r>
          </a:p>
          <a:p>
            <a:pPr eaLnBrk="1">
              <a:buClrTx/>
              <a:buFontTx/>
              <a:buNone/>
            </a:pP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h</a:t>
            </a:r>
            <a:r>
              <a:rPr lang="en-IE" altLang="en-US" sz="2200">
                <a:solidFill>
                  <a:srgbClr val="000000"/>
                </a:solidFill>
                <a:cs typeface="ArialMT" pitchFamily="32" charset="0"/>
              </a:rPr>
              <a:t>(</a:t>
            </a: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r</a:t>
            </a:r>
            <a:r>
              <a:rPr lang="en-IE" altLang="en-US" sz="1400" i="1">
                <a:solidFill>
                  <a:srgbClr val="000000"/>
                </a:solidFill>
                <a:cs typeface="ArialMT" pitchFamily="32" charset="0"/>
              </a:rPr>
              <a:t>k</a:t>
            </a:r>
            <a:r>
              <a:rPr lang="en-IE" altLang="en-US" sz="2200">
                <a:solidFill>
                  <a:srgbClr val="000000"/>
                </a:solidFill>
                <a:cs typeface="ArialMT" pitchFamily="32" charset="0"/>
              </a:rPr>
              <a:t>) </a:t>
            </a: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= n</a:t>
            </a:r>
            <a:r>
              <a:rPr lang="en-IE" altLang="en-US" sz="1400" i="1">
                <a:solidFill>
                  <a:srgbClr val="000000"/>
                </a:solidFill>
                <a:cs typeface="ArialMT" pitchFamily="32" charset="0"/>
              </a:rPr>
              <a:t>k</a:t>
            </a: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 </a:t>
            </a:r>
            <a:r>
              <a:rPr lang="en-IE" altLang="en-US" sz="2200">
                <a:solidFill>
                  <a:srgbClr val="000000"/>
                </a:solidFill>
                <a:cs typeface="ArialMT" pitchFamily="32" charset="0"/>
              </a:rPr>
              <a:t>versus </a:t>
            </a: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r</a:t>
            </a:r>
            <a:r>
              <a:rPr lang="en-IE" altLang="en-US" sz="1400" i="1">
                <a:solidFill>
                  <a:srgbClr val="000000"/>
                </a:solidFill>
                <a:cs typeface="ArialMT" pitchFamily="32" charset="0"/>
              </a:rPr>
              <a:t>k</a:t>
            </a: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 </a:t>
            </a:r>
          </a:p>
          <a:p>
            <a:pPr eaLnBrk="1">
              <a:buClrTx/>
              <a:buFontTx/>
              <a:buNone/>
            </a:pP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p</a:t>
            </a:r>
            <a:r>
              <a:rPr lang="en-IE" altLang="en-US" sz="2200">
                <a:solidFill>
                  <a:srgbClr val="000000"/>
                </a:solidFill>
                <a:cs typeface="ArialMT" pitchFamily="32" charset="0"/>
              </a:rPr>
              <a:t>(</a:t>
            </a: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r</a:t>
            </a:r>
            <a:r>
              <a:rPr lang="en-IE" altLang="en-US" sz="1400" i="1">
                <a:solidFill>
                  <a:srgbClr val="000000"/>
                </a:solidFill>
                <a:cs typeface="ArialMT" pitchFamily="32" charset="0"/>
              </a:rPr>
              <a:t>k</a:t>
            </a:r>
            <a:r>
              <a:rPr lang="en-IE" altLang="en-US" sz="2200">
                <a:solidFill>
                  <a:srgbClr val="000000"/>
                </a:solidFill>
                <a:cs typeface="ArialMT" pitchFamily="32" charset="0"/>
              </a:rPr>
              <a:t>) </a:t>
            </a: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= </a:t>
            </a:r>
            <a:r>
              <a:rPr lang="en-IE" altLang="en-US" sz="2200">
                <a:solidFill>
                  <a:srgbClr val="000000"/>
                </a:solidFill>
                <a:cs typeface="ArialMT" pitchFamily="32" charset="0"/>
              </a:rPr>
              <a:t>n</a:t>
            </a:r>
            <a:r>
              <a:rPr lang="en-IE" altLang="en-US" sz="1400">
                <a:solidFill>
                  <a:srgbClr val="000000"/>
                </a:solidFill>
                <a:cs typeface="ArialMT" pitchFamily="32" charset="0"/>
              </a:rPr>
              <a:t>k</a:t>
            </a:r>
            <a:r>
              <a:rPr lang="en-IE" altLang="en-US" sz="2200">
                <a:solidFill>
                  <a:srgbClr val="000000"/>
                </a:solidFill>
                <a:cs typeface="ArialMT" pitchFamily="32" charset="0"/>
              </a:rPr>
              <a:t> /</a:t>
            </a: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MN </a:t>
            </a:r>
            <a:r>
              <a:rPr lang="en-IE" altLang="en-US" sz="2200">
                <a:solidFill>
                  <a:srgbClr val="000000"/>
                </a:solidFill>
                <a:cs typeface="ArialMT" pitchFamily="32" charset="0"/>
              </a:rPr>
              <a:t>versus </a:t>
            </a:r>
            <a:r>
              <a:rPr lang="en-IE" altLang="en-US" sz="2200" i="1">
                <a:solidFill>
                  <a:srgbClr val="000000"/>
                </a:solidFill>
                <a:cs typeface="ArialMT" pitchFamily="32" charset="0"/>
              </a:rPr>
              <a:t>r</a:t>
            </a:r>
            <a:r>
              <a:rPr lang="en-IE" altLang="en-US" sz="1400" i="1">
                <a:solidFill>
                  <a:srgbClr val="000000"/>
                </a:solidFill>
                <a:cs typeface="ArialMT" pitchFamily="32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846714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51" y="1349376"/>
            <a:ext cx="5427663" cy="542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2292" name="Group 3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12293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294" name="Rectangle 5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72664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75" y="1484314"/>
            <a:ext cx="5886450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1" y="2484439"/>
            <a:ext cx="2879725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4342" name="Group 5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14343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83632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1" y="1347788"/>
            <a:ext cx="5427663" cy="542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6388" name="Group 3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16389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390" name="Rectangle 5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29403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1500189"/>
            <a:ext cx="5886450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1" y="2474914"/>
            <a:ext cx="2879725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8437" name="Group 4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18438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8439" name="Rectangle 6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56305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700" y="1363664"/>
            <a:ext cx="5272088" cy="527208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0484" name="Group 3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20485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486" name="Rectangle 5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40833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1501776"/>
            <a:ext cx="5886450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1" y="2536826"/>
            <a:ext cx="2879725" cy="287972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2533" name="Group 4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22534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35" name="Rectangle 6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27053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335088"/>
            <a:ext cx="5427662" cy="542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4580" name="Group 3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24581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4582" name="Rectangle 5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87127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9" y="2487614"/>
            <a:ext cx="2879725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338" y="1487489"/>
            <a:ext cx="5886450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6629" name="Group 4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26630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631" name="Rectangle 6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6621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352551"/>
            <a:ext cx="5427662" cy="542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8676" name="Group 3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28677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678" name="Rectangle 5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70054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6" y="2590801"/>
            <a:ext cx="2879725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2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213" y="1481139"/>
            <a:ext cx="5886450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0725" name="Group 4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30726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27" name="Rectangle 6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6566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Examples (cont…)</a:t>
            </a: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 selection of images and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their histograms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Notice the relationships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between the images and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their histograms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Note that the high contrast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image has the most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evenly spaced histogram</a:t>
            </a:r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050" y="1284288"/>
            <a:ext cx="3276600" cy="554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2773" name="Picture 4"/>
          <p:cNvPicPr>
            <a:picLocks noChangeAspect="1" noChangeArrowheads="1"/>
          </p:cNvPicPr>
          <p:nvPr/>
        </p:nvPicPr>
        <p:blipFill>
          <a:blip r:embed="rId3">
            <a:lum bright="-54000" contrast="7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61"/>
          <a:stretch>
            <a:fillRect/>
          </a:stretch>
        </p:blipFill>
        <p:spPr bwMode="auto">
          <a:xfrm>
            <a:off x="8407400" y="1284288"/>
            <a:ext cx="1905000" cy="554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lum bright="-54000" contrast="72000"/>
                  </a:blip>
                  <a:srcRect l="4186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2774" name="Group 5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32775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76" name="Rectangle 7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75284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US" altLang="en-US" sz="4000">
                <a:solidFill>
                  <a:srgbClr val="FFFFFF"/>
                </a:solidFill>
              </a:rPr>
              <a:t>Contrast Stretching</a:t>
            </a: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US" altLang="en-US" sz="3200">
                <a:solidFill>
                  <a:srgbClr val="000000"/>
                </a:solidFill>
              </a:rPr>
              <a:t>We can fix images that have poor contrast by applying a pretty simple contrast specification</a:t>
            </a:r>
          </a:p>
          <a:p>
            <a:pPr>
              <a:spcBef>
                <a:spcPts val="800"/>
              </a:spcBef>
              <a:buClrTx/>
            </a:pPr>
            <a:r>
              <a:rPr lang="en-US" altLang="en-US" sz="3200">
                <a:solidFill>
                  <a:srgbClr val="000000"/>
                </a:solidFill>
              </a:rPr>
              <a:t>The interesting part is how do we decide on this transformation function?</a:t>
            </a:r>
          </a:p>
        </p:txBody>
      </p:sp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151" y="4860925"/>
            <a:ext cx="2246313" cy="188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7547098"/>
      </p:ext>
    </p:extLst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Equalisation</a:t>
            </a:r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1981200" y="1333501"/>
            <a:ext cx="8229600" cy="577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• Histogram equalization is a process for increasing the contrast in an image by spreading the histogram out to be approximately uniformly distributed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• The gray levels of an image that has been subjected to histogram equalization are spread out and always reach white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– The increase of dynamic range produces an increase in contrast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• For images with low contrast, histogram equalization has the adverse effect of increasing visual graininess</a:t>
            </a:r>
          </a:p>
        </p:txBody>
      </p:sp>
    </p:spTree>
    <p:extLst>
      <p:ext uri="{BB962C8B-B14F-4D97-AF65-F5344CB8AC3E}">
        <p14:creationId xmlns:p14="http://schemas.microsoft.com/office/powerpoint/2010/main" val="1368371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Equalisation</a:t>
            </a:r>
          </a:p>
        </p:txBody>
      </p: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1981200" y="1333501"/>
            <a:ext cx="8229600" cy="577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	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The intensity transformation function we are constructing is of the form</a:t>
            </a:r>
          </a:p>
          <a:p>
            <a:pPr eaLnBrk="1" hangingPunct="1">
              <a:buClrTx/>
              <a:buFontTx/>
              <a:buNone/>
            </a:pPr>
            <a:r>
              <a:rPr lang="en-IE" altLang="en-US" i="1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             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  <a:cs typeface="TimesNewRomanPSMT"/>
              </a:rPr>
              <a:t> s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  <a:cs typeface="TimesNewRomanPSMT"/>
              </a:rPr>
              <a:t>T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  <a:cs typeface="TimesNewRomanPSMT"/>
              </a:rPr>
              <a:t>(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  <a:cs typeface="TimesNewRomanPSMT"/>
              </a:rPr>
              <a:t>r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  <a:cs typeface="TimesNewRomanPSMT"/>
              </a:rPr>
              <a:t>)       0 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≤ 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  <a:cs typeface="TimesNewRomanPSMT"/>
              </a:rPr>
              <a:t>r 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≤ 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  <a:cs typeface="TimesNewRomanPSMT"/>
              </a:rPr>
              <a:t>L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−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  <a:cs typeface="TimesNewRomanPSMT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 </a:t>
            </a:r>
          </a:p>
          <a:p>
            <a:pPr eaLnBrk="1" hangingPunct="1">
              <a:buClrTx/>
              <a:buFontTx/>
              <a:buNone/>
            </a:pPr>
            <a:endParaRPr lang="en-IE" altLang="en-US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	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An output intensity level 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s 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is produced for every pixel in the</a:t>
            </a:r>
            <a:r>
              <a:rPr lang="en-IE" altLang="en-US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 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input image having intensity 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r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	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We assume 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2617C0"/>
                </a:solidFill>
                <a:latin typeface="ArialMT" pitchFamily="32" charset="0"/>
                <a:cs typeface="ArialMT" pitchFamily="32" charset="0"/>
              </a:rPr>
              <a:t>– 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T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(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r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) is monotonically increasing in the interval 0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≤ 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r 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≤ 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L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-1 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2617C0"/>
                </a:solidFill>
                <a:latin typeface="ArialMT" pitchFamily="32" charset="0"/>
                <a:cs typeface="ArialMT" pitchFamily="32" charset="0"/>
              </a:rPr>
              <a:t>                – 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0 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≤ Τ(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r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) 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≤ 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L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-1          for 0 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≤ 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r 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≤ 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L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-1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	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If we define the inverse 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                   </a:t>
            </a:r>
            <a:r>
              <a:rPr lang="en-IE" altLang="en-US" i="1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r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=</a:t>
            </a:r>
            <a:r>
              <a:rPr lang="en-IE" altLang="en-US" i="1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T^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−</a:t>
            </a:r>
            <a:r>
              <a:rPr lang="en-IE" altLang="en-US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1(</a:t>
            </a:r>
            <a:r>
              <a:rPr lang="en-IE" altLang="en-US" i="1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s</a:t>
            </a:r>
            <a:r>
              <a:rPr lang="en-IE" altLang="en-US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)        0 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≤ </a:t>
            </a:r>
            <a:r>
              <a:rPr lang="en-IE" altLang="en-US" i="1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s 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≤ </a:t>
            </a:r>
            <a:r>
              <a:rPr lang="en-IE" altLang="en-US" i="1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L</a:t>
            </a:r>
            <a:r>
              <a:rPr lang="en-IE" altLang="en-US">
                <a:solidFill>
                  <a:srgbClr val="000000"/>
                </a:solidFill>
                <a:cs typeface="Arial" panose="020B0604020202020204" pitchFamily="34" charset="0"/>
              </a:rPr>
              <a:t>−</a:t>
            </a:r>
            <a:r>
              <a:rPr lang="en-IE" altLang="en-US">
                <a:solidFill>
                  <a:srgbClr val="000000"/>
                </a:solidFill>
                <a:latin typeface="TimesNewRomanPSMT"/>
                <a:ea typeface="TimesNewRomanPSMT"/>
                <a:cs typeface="TimesNewRomanPSMT"/>
              </a:rPr>
              <a:t>1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	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Then 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T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(</a:t>
            </a:r>
            <a:r>
              <a:rPr lang="en-IE" altLang="en-US" i="1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r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) should be strictly monotonically increasing</a:t>
            </a:r>
          </a:p>
        </p:txBody>
      </p:sp>
    </p:spTree>
    <p:extLst>
      <p:ext uri="{BB962C8B-B14F-4D97-AF65-F5344CB8AC3E}">
        <p14:creationId xmlns:p14="http://schemas.microsoft.com/office/powerpoint/2010/main" val="3674551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Equalisation</a:t>
            </a:r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6" y="1987550"/>
            <a:ext cx="761682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43381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Equalisation</a:t>
            </a: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1981200" y="1333501"/>
            <a:ext cx="8229600" cy="577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352425" algn="l"/>
                <a:tab pos="708025" algn="l"/>
                <a:tab pos="1062038" algn="l"/>
                <a:tab pos="1417638" algn="l"/>
                <a:tab pos="1774825" algn="l"/>
                <a:tab pos="2130425" algn="l"/>
                <a:tab pos="2484438" algn="l"/>
                <a:tab pos="2840038" algn="l"/>
                <a:tab pos="3200400" algn="l"/>
                <a:tab pos="3552825" algn="l"/>
                <a:tab pos="3908425" algn="l"/>
                <a:tab pos="4262438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959725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•	Histogram equalization requires construction of a transformation function s</a:t>
            </a:r>
            <a:r>
              <a:rPr lang="en-IE" altLang="en-US" sz="1400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k</a:t>
            </a:r>
          </a:p>
          <a:p>
            <a:pPr eaLnBrk="1" hangingPunct="1">
              <a:buClrTx/>
              <a:buFontTx/>
              <a:buNone/>
            </a:pPr>
            <a:endParaRPr lang="en-IE" altLang="en-US">
              <a:solidFill>
                <a:srgbClr val="000000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>
              <a:solidFill>
                <a:srgbClr val="000000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>
              <a:solidFill>
                <a:srgbClr val="000000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•	where r</a:t>
            </a:r>
            <a:r>
              <a:rPr lang="en-IE" altLang="en-US" sz="1400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k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 is the kth gray level, n</a:t>
            </a:r>
            <a:r>
              <a:rPr lang="en-IE" altLang="en-US" sz="1400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k</a:t>
            </a: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 is the number of pixels with that gray level, MxN is the number of pixels in the image, and k=0,1,...,L-1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•	This yields an s with as many elements as the original image’s histogram (normally 256 for our test images)</a:t>
            </a:r>
          </a:p>
          <a:p>
            <a:pPr eaLnBrk="1" hangingPunct="1">
              <a:buClrTx/>
              <a:buFontTx/>
              <a:buNone/>
            </a:pPr>
            <a:r>
              <a:rPr lang="en-IE" altLang="en-US">
                <a:solidFill>
                  <a:srgbClr val="000000"/>
                </a:solidFill>
                <a:latin typeface="ArialMT" pitchFamily="32" charset="0"/>
                <a:cs typeface="ArialMT" pitchFamily="32" charset="0"/>
              </a:rPr>
              <a:t>•	The values of s will be in the range [0,1]. For constructing a new image, s would be scaled to the range [1,256]</a:t>
            </a:r>
          </a:p>
        </p:txBody>
      </p:sp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41538"/>
            <a:ext cx="75707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13814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Equalisation</a:t>
            </a:r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51" y="1250950"/>
            <a:ext cx="416877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45203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Histogram Equalisation</a:t>
            </a: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981200" y="1333501"/>
            <a:ext cx="8229600" cy="577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0738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2000">
                <a:solidFill>
                  <a:srgbClr val="000000"/>
                </a:solidFill>
              </a:rPr>
              <a:t>Spreading out the frequencies in an image (or equalising the image) is a simple way to improve dark or washed out images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2000">
                <a:solidFill>
                  <a:srgbClr val="000000"/>
                </a:solidFill>
              </a:rPr>
              <a:t>The formula for histogram equalisation is given where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–"/>
            </a:pPr>
            <a:r>
              <a:rPr lang="en-IE" altLang="en-US" sz="2000" i="1">
                <a:solidFill>
                  <a:srgbClr val="000000"/>
                </a:solidFill>
              </a:rPr>
              <a:t>r</a:t>
            </a:r>
            <a:r>
              <a:rPr lang="en-IE" altLang="en-US" sz="2000" i="1" baseline="-25000">
                <a:solidFill>
                  <a:srgbClr val="000000"/>
                </a:solidFill>
              </a:rPr>
              <a:t>k</a:t>
            </a:r>
            <a:r>
              <a:rPr lang="en-IE" altLang="en-US" sz="2000">
                <a:solidFill>
                  <a:srgbClr val="000000"/>
                </a:solidFill>
              </a:rPr>
              <a:t>:	input intensity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–"/>
            </a:pPr>
            <a:r>
              <a:rPr lang="en-IE" altLang="en-US" sz="2000" i="1">
                <a:solidFill>
                  <a:srgbClr val="000000"/>
                </a:solidFill>
              </a:rPr>
              <a:t>s</a:t>
            </a:r>
            <a:r>
              <a:rPr lang="en-IE" altLang="en-US" sz="2000" i="1" baseline="-25000">
                <a:solidFill>
                  <a:srgbClr val="000000"/>
                </a:solidFill>
              </a:rPr>
              <a:t>k</a:t>
            </a:r>
            <a:r>
              <a:rPr lang="en-IE" altLang="en-US" sz="2000">
                <a:solidFill>
                  <a:srgbClr val="000000"/>
                </a:solidFill>
              </a:rPr>
              <a:t>:	processed intensity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–"/>
            </a:pPr>
            <a:r>
              <a:rPr lang="en-IE" altLang="en-US" sz="2000" i="1">
                <a:solidFill>
                  <a:srgbClr val="000000"/>
                </a:solidFill>
              </a:rPr>
              <a:t>k</a:t>
            </a:r>
            <a:r>
              <a:rPr lang="en-IE" altLang="en-US" sz="2000">
                <a:solidFill>
                  <a:srgbClr val="000000"/>
                </a:solidFill>
              </a:rPr>
              <a:t>: 	the intensity range </a:t>
            </a:r>
            <a:br>
              <a:rPr lang="en-IE" altLang="en-US" sz="2000">
                <a:solidFill>
                  <a:srgbClr val="000000"/>
                </a:solidFill>
              </a:rPr>
            </a:br>
            <a:r>
              <a:rPr lang="en-IE" altLang="en-US" sz="2000">
                <a:solidFill>
                  <a:srgbClr val="000000"/>
                </a:solidFill>
              </a:rPr>
              <a:t>	(e.g 0.0 – 1.0)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–"/>
            </a:pPr>
            <a:r>
              <a:rPr lang="en-IE" altLang="en-US" sz="2000" i="1">
                <a:solidFill>
                  <a:srgbClr val="000000"/>
                </a:solidFill>
              </a:rPr>
              <a:t>n</a:t>
            </a:r>
            <a:r>
              <a:rPr lang="en-IE" altLang="en-US" sz="2000" i="1" baseline="-25000">
                <a:solidFill>
                  <a:srgbClr val="000000"/>
                </a:solidFill>
              </a:rPr>
              <a:t>j</a:t>
            </a:r>
            <a:r>
              <a:rPr lang="en-IE" altLang="en-US" sz="2000">
                <a:solidFill>
                  <a:srgbClr val="000000"/>
                </a:solidFill>
              </a:rPr>
              <a:t>:	the frequency of intensity </a:t>
            </a:r>
            <a:r>
              <a:rPr lang="en-IE" altLang="en-US" sz="2000" i="1">
                <a:solidFill>
                  <a:srgbClr val="000000"/>
                </a:solidFill>
              </a:rPr>
              <a:t>j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–"/>
            </a:pPr>
            <a:r>
              <a:rPr lang="en-IE" altLang="en-US" sz="2000" i="1">
                <a:solidFill>
                  <a:srgbClr val="000000"/>
                </a:solidFill>
              </a:rPr>
              <a:t>n</a:t>
            </a:r>
            <a:r>
              <a:rPr lang="en-IE" altLang="en-US" sz="2000">
                <a:solidFill>
                  <a:srgbClr val="000000"/>
                </a:solidFill>
              </a:rPr>
              <a:t>:	the sum of all frequencies</a:t>
            </a:r>
          </a:p>
          <a:p>
            <a:pPr>
              <a:lnSpc>
                <a:spcPct val="90000"/>
              </a:lnSpc>
              <a:spcBef>
                <a:spcPts val="700"/>
              </a:spcBef>
              <a:buClrTx/>
              <a:buSzTx/>
            </a:pPr>
            <a:endParaRPr lang="en-IE" altLang="en-US" sz="20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700"/>
              </a:spcBef>
              <a:buClrTx/>
              <a:buSzTx/>
            </a:pPr>
            <a:r>
              <a:rPr lang="en-IE" altLang="en-US" sz="2000">
                <a:solidFill>
                  <a:srgbClr val="000000"/>
                </a:solidFill>
              </a:rPr>
              <a:t>The transformation function in the next slide is </a:t>
            </a:r>
          </a:p>
          <a:p>
            <a:pPr>
              <a:lnSpc>
                <a:spcPct val="90000"/>
              </a:lnSpc>
              <a:spcBef>
                <a:spcPts val="700"/>
              </a:spcBef>
              <a:buClrTx/>
              <a:buSzTx/>
            </a:pPr>
            <a:r>
              <a:rPr lang="en-IE" altLang="en-US" sz="2000">
                <a:solidFill>
                  <a:srgbClr val="000000"/>
                </a:solidFill>
              </a:rPr>
              <a:t>Obtained by applying the RHS formula to the</a:t>
            </a:r>
          </a:p>
          <a:p>
            <a:pPr>
              <a:lnSpc>
                <a:spcPct val="90000"/>
              </a:lnSpc>
              <a:spcBef>
                <a:spcPts val="700"/>
              </a:spcBef>
              <a:buClrTx/>
              <a:buSzTx/>
            </a:pPr>
            <a:r>
              <a:rPr lang="en-IE" altLang="en-US" sz="2000">
                <a:solidFill>
                  <a:srgbClr val="000000"/>
                </a:solidFill>
              </a:rPr>
              <a:t>Original image in the next side.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ClrTx/>
            </a:pPr>
            <a:endParaRPr lang="en-IE" altLang="en-US" sz="2800">
              <a:solidFill>
                <a:srgbClr val="000000"/>
              </a:solidFill>
            </a:endParaRPr>
          </a:p>
        </p:txBody>
      </p:sp>
      <p:grpSp>
        <p:nvGrpSpPr>
          <p:cNvPr id="47108" name="Group 3"/>
          <p:cNvGrpSpPr>
            <a:grpSpLocks/>
          </p:cNvGrpSpPr>
          <p:nvPr/>
        </p:nvGrpSpPr>
        <p:grpSpPr bwMode="auto">
          <a:xfrm>
            <a:off x="7621588" y="2957513"/>
            <a:ext cx="2819400" cy="3440112"/>
            <a:chOff x="3841" y="1863"/>
            <a:chExt cx="1776" cy="2167"/>
          </a:xfrm>
        </p:grpSpPr>
        <p:sp>
          <p:nvSpPr>
            <p:cNvPr id="47109" name="Rectangle 4"/>
            <p:cNvSpPr>
              <a:spLocks noChangeArrowheads="1"/>
            </p:cNvSpPr>
            <p:nvPr/>
          </p:nvSpPr>
          <p:spPr bwMode="auto">
            <a:xfrm>
              <a:off x="3841" y="1863"/>
              <a:ext cx="1776" cy="2167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grpSp>
          <p:nvGrpSpPr>
            <p:cNvPr id="47110" name="Group 5"/>
            <p:cNvGrpSpPr>
              <a:grpSpLocks/>
            </p:cNvGrpSpPr>
            <p:nvPr/>
          </p:nvGrpSpPr>
          <p:grpSpPr bwMode="auto">
            <a:xfrm>
              <a:off x="3891" y="1876"/>
              <a:ext cx="1689" cy="2133"/>
              <a:chOff x="3891" y="1876"/>
              <a:chExt cx="1689" cy="2133"/>
            </a:xfrm>
          </p:grpSpPr>
          <p:graphicFrame>
            <p:nvGraphicFramePr>
              <p:cNvPr id="47111" name="Object 6"/>
              <p:cNvGraphicFramePr>
                <a:graphicFrameLocks noChangeAspect="1"/>
              </p:cNvGraphicFramePr>
              <p:nvPr/>
            </p:nvGraphicFramePr>
            <p:xfrm>
              <a:off x="3891" y="1876"/>
              <a:ext cx="1336" cy="4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" r:id="rId4" imgW="491473" imgH="228585" progId="">
                      <p:embed/>
                    </p:oleObj>
                  </mc:Choice>
                  <mc:Fallback>
                    <p:oleObj r:id="rId4" imgW="491473" imgH="228585" progId="">
                      <p:embed/>
                      <p:pic>
                        <p:nvPicPr>
                          <p:cNvPr id="47111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91" y="1876"/>
                            <a:ext cx="1336" cy="4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blipFill dpi="0" rotWithShape="0">
                                  <a:blip/>
                                  <a:srcRect/>
                                  <a:stretch>
                                    <a:fillRect/>
                                  </a:stretch>
                                </a:blip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12" name="Object 7"/>
              <p:cNvGraphicFramePr>
                <a:graphicFrameLocks noChangeAspect="1"/>
              </p:cNvGraphicFramePr>
              <p:nvPr/>
            </p:nvGraphicFramePr>
            <p:xfrm>
              <a:off x="4229" y="2291"/>
              <a:ext cx="1351" cy="8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9" r:id="rId6" imgW="491271" imgH="444284" progId="">
                      <p:embed/>
                    </p:oleObj>
                  </mc:Choice>
                  <mc:Fallback>
                    <p:oleObj r:id="rId6" imgW="491271" imgH="444284" progId="">
                      <p:embed/>
                      <p:pic>
                        <p:nvPicPr>
                          <p:cNvPr id="47112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9" y="2291"/>
                            <a:ext cx="1351" cy="8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blipFill dpi="0" rotWithShape="0">
                                  <a:blip/>
                                  <a:srcRect/>
                                  <a:stretch>
                                    <a:fillRect/>
                                  </a:stretch>
                                </a:blip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13" name="Object 8"/>
              <p:cNvGraphicFramePr>
                <a:graphicFrameLocks noChangeAspect="1"/>
              </p:cNvGraphicFramePr>
              <p:nvPr/>
            </p:nvGraphicFramePr>
            <p:xfrm>
              <a:off x="4239" y="3133"/>
              <a:ext cx="973" cy="8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30" r:id="rId8" imgW="491481" imgH="457178" progId="">
                      <p:embed/>
                    </p:oleObj>
                  </mc:Choice>
                  <mc:Fallback>
                    <p:oleObj r:id="rId8" imgW="491481" imgH="457178" progId="">
                      <p:embed/>
                      <p:pic>
                        <p:nvPicPr>
                          <p:cNvPr id="47113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39" y="3133"/>
                            <a:ext cx="973" cy="8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blipFill dpi="0" rotWithShape="0">
                                  <a:blip/>
                                  <a:srcRect/>
                                  <a:stretch>
                                    <a:fillRect/>
                                  </a:stretch>
                                </a:blip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0356787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Equalisation Transformation Function</a:t>
            </a:r>
          </a:p>
        </p:txBody>
      </p:sp>
      <p:grpSp>
        <p:nvGrpSpPr>
          <p:cNvPr id="49155" name="Group 2"/>
          <p:cNvGrpSpPr>
            <a:grpSpLocks/>
          </p:cNvGrpSpPr>
          <p:nvPr/>
        </p:nvGrpSpPr>
        <p:grpSpPr bwMode="auto">
          <a:xfrm>
            <a:off x="7083426" y="2630489"/>
            <a:ext cx="3421063" cy="2751137"/>
            <a:chOff x="3502" y="1657"/>
            <a:chExt cx="2155" cy="1733"/>
          </a:xfrm>
        </p:grpSpPr>
        <p:graphicFrame>
          <p:nvGraphicFramePr>
            <p:cNvPr id="49164" name="Object 3"/>
            <p:cNvGraphicFramePr>
              <a:graphicFrameLocks noChangeAspect="1"/>
            </p:cNvGraphicFramePr>
            <p:nvPr/>
          </p:nvGraphicFramePr>
          <p:xfrm>
            <a:off x="3502" y="1657"/>
            <a:ext cx="2155" cy="1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" r:id="rId4" imgW="3427193" imgH="2756922" progId="">
                    <p:embed/>
                  </p:oleObj>
                </mc:Choice>
                <mc:Fallback>
                  <p:oleObj r:id="rId4" imgW="3427193" imgH="2756922" progId="">
                    <p:embed/>
                    <p:pic>
                      <p:nvPicPr>
                        <p:cNvPr id="49164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2" y="1657"/>
                          <a:ext cx="2155" cy="17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5" name="Text Box 4"/>
            <p:cNvSpPr txBox="1">
              <a:spLocks noChangeArrowheads="1"/>
            </p:cNvSpPr>
            <p:nvPr/>
          </p:nvSpPr>
          <p:spPr bwMode="auto">
            <a:xfrm>
              <a:off x="3502" y="1657"/>
              <a:ext cx="2155" cy="1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49156" name="Group 5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49162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9163" name="Rectangle 7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grpSp>
        <p:nvGrpSpPr>
          <p:cNvPr id="49157" name="Group 8"/>
          <p:cNvGrpSpPr>
            <a:grpSpLocks/>
          </p:cNvGrpSpPr>
          <p:nvPr/>
        </p:nvGrpSpPr>
        <p:grpSpPr bwMode="auto">
          <a:xfrm>
            <a:off x="1974851" y="1530351"/>
            <a:ext cx="4867275" cy="4951413"/>
            <a:chOff x="284" y="964"/>
            <a:chExt cx="3066" cy="3119"/>
          </a:xfrm>
        </p:grpSpPr>
        <p:graphicFrame>
          <p:nvGraphicFramePr>
            <p:cNvPr id="49160" name="Object 9"/>
            <p:cNvGraphicFramePr>
              <a:graphicFrameLocks noChangeAspect="1"/>
            </p:cNvGraphicFramePr>
            <p:nvPr/>
          </p:nvGraphicFramePr>
          <p:xfrm>
            <a:off x="284" y="964"/>
            <a:ext cx="3066" cy="3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" r:id="rId7" imgW="4268552" imgH="4343409" progId="">
                    <p:embed/>
                  </p:oleObj>
                </mc:Choice>
                <mc:Fallback>
                  <p:oleObj r:id="rId7" imgW="4268552" imgH="4343409" progId="">
                    <p:embed/>
                    <p:pic>
                      <p:nvPicPr>
                        <p:cNvPr id="4916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" y="964"/>
                          <a:ext cx="3066" cy="3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1" name="Text Box 10"/>
            <p:cNvSpPr txBox="1">
              <a:spLocks noChangeArrowheads="1"/>
            </p:cNvSpPr>
            <p:nvPr/>
          </p:nvSpPr>
          <p:spPr bwMode="auto">
            <a:xfrm>
              <a:off x="284" y="964"/>
              <a:ext cx="3066" cy="3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49158" name="AutoShape 11"/>
          <p:cNvSpPr>
            <a:spLocks noChangeArrowheads="1"/>
          </p:cNvSpPr>
          <p:nvPr/>
        </p:nvSpPr>
        <p:spPr bwMode="auto">
          <a:xfrm rot="17760000">
            <a:off x="7390607" y="904082"/>
            <a:ext cx="885825" cy="2071688"/>
          </a:xfrm>
          <a:prstGeom prst="curvedLeftArrow">
            <a:avLst>
              <a:gd name="adj1" fmla="val 39347"/>
              <a:gd name="adj2" fmla="val 96125"/>
              <a:gd name="adj3" fmla="val 43162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9159" name="AutoShape 12"/>
          <p:cNvSpPr>
            <a:spLocks noChangeArrowheads="1"/>
          </p:cNvSpPr>
          <p:nvPr/>
        </p:nvSpPr>
        <p:spPr bwMode="auto">
          <a:xfrm rot="13740000" flipH="1" flipV="1">
            <a:off x="7181057" y="5153819"/>
            <a:ext cx="885825" cy="2071688"/>
          </a:xfrm>
          <a:prstGeom prst="curvedLeftArrow">
            <a:avLst>
              <a:gd name="adj1" fmla="val 39347"/>
              <a:gd name="adj2" fmla="val 96125"/>
              <a:gd name="adj3" fmla="val 43162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11167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Equalisation Examples</a:t>
            </a: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2251075" y="1381125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51204" name="Group 3"/>
          <p:cNvGrpSpPr>
            <a:grpSpLocks/>
          </p:cNvGrpSpPr>
          <p:nvPr/>
        </p:nvGrpSpPr>
        <p:grpSpPr bwMode="auto">
          <a:xfrm>
            <a:off x="6548439" y="1412876"/>
            <a:ext cx="3254375" cy="3344863"/>
            <a:chOff x="3165" y="890"/>
            <a:chExt cx="2050" cy="2107"/>
          </a:xfrm>
        </p:grpSpPr>
        <p:pic>
          <p:nvPicPr>
            <p:cNvPr id="51211" name="Picture 4"/>
            <p:cNvPicPr>
              <a:picLocks noChangeAspect="1" noChangeArrowheads="1"/>
            </p:cNvPicPr>
            <p:nvPr/>
          </p:nvPicPr>
          <p:blipFill>
            <a:blip r:embed="rId4">
              <a:lum bright="-24000" contrast="4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080" t="13255" b="74797"/>
            <a:stretch>
              <a:fillRect/>
            </a:stretch>
          </p:blipFill>
          <p:spPr bwMode="auto">
            <a:xfrm>
              <a:off x="3165" y="890"/>
              <a:ext cx="2050" cy="1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>
                      <a:lum bright="-24000" contrast="42000"/>
                    </a:blip>
                    <a:srcRect l="77080" t="13255" b="74797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1212" name="Line 5"/>
            <p:cNvSpPr>
              <a:spLocks noChangeShapeType="1"/>
            </p:cNvSpPr>
            <p:nvPr/>
          </p:nvSpPr>
          <p:spPr bwMode="auto">
            <a:xfrm flipV="1">
              <a:off x="3277" y="1526"/>
              <a:ext cx="0" cy="93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13" name="Line 6"/>
            <p:cNvSpPr>
              <a:spLocks noChangeShapeType="1"/>
            </p:cNvSpPr>
            <p:nvPr/>
          </p:nvSpPr>
          <p:spPr bwMode="auto">
            <a:xfrm flipV="1">
              <a:off x="3372" y="1917"/>
              <a:ext cx="0" cy="53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14" name="Line 7"/>
            <p:cNvSpPr>
              <a:spLocks noChangeShapeType="1"/>
            </p:cNvSpPr>
            <p:nvPr/>
          </p:nvSpPr>
          <p:spPr bwMode="auto">
            <a:xfrm flipV="1">
              <a:off x="3508" y="1526"/>
              <a:ext cx="0" cy="95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15" name="Line 8"/>
            <p:cNvSpPr>
              <a:spLocks noChangeShapeType="1"/>
            </p:cNvSpPr>
            <p:nvPr/>
          </p:nvSpPr>
          <p:spPr bwMode="auto">
            <a:xfrm flipV="1">
              <a:off x="3561" y="1886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16" name="Line 9"/>
            <p:cNvSpPr>
              <a:spLocks noChangeShapeType="1"/>
            </p:cNvSpPr>
            <p:nvPr/>
          </p:nvSpPr>
          <p:spPr bwMode="auto">
            <a:xfrm flipV="1">
              <a:off x="3604" y="2300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17" name="Line 10"/>
            <p:cNvSpPr>
              <a:spLocks noChangeShapeType="1"/>
            </p:cNvSpPr>
            <p:nvPr/>
          </p:nvSpPr>
          <p:spPr bwMode="auto">
            <a:xfrm flipV="1">
              <a:off x="3658" y="2096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18" name="Line 11"/>
            <p:cNvSpPr>
              <a:spLocks noChangeShapeType="1"/>
            </p:cNvSpPr>
            <p:nvPr/>
          </p:nvSpPr>
          <p:spPr bwMode="auto">
            <a:xfrm flipV="1">
              <a:off x="3691" y="2212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19" name="Line 12"/>
            <p:cNvSpPr>
              <a:spLocks noChangeShapeType="1"/>
            </p:cNvSpPr>
            <p:nvPr/>
          </p:nvSpPr>
          <p:spPr bwMode="auto">
            <a:xfrm flipV="1">
              <a:off x="3735" y="2204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0" name="Line 13"/>
            <p:cNvSpPr>
              <a:spLocks noChangeShapeType="1"/>
            </p:cNvSpPr>
            <p:nvPr/>
          </p:nvSpPr>
          <p:spPr bwMode="auto">
            <a:xfrm flipV="1">
              <a:off x="3757" y="2320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1" name="Line 14"/>
            <p:cNvSpPr>
              <a:spLocks noChangeShapeType="1"/>
            </p:cNvSpPr>
            <p:nvPr/>
          </p:nvSpPr>
          <p:spPr bwMode="auto">
            <a:xfrm flipV="1">
              <a:off x="3821" y="2126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2" name="Line 15"/>
            <p:cNvSpPr>
              <a:spLocks noChangeShapeType="1"/>
            </p:cNvSpPr>
            <p:nvPr/>
          </p:nvSpPr>
          <p:spPr bwMode="auto">
            <a:xfrm flipV="1">
              <a:off x="3865" y="2241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3" name="Line 16"/>
            <p:cNvSpPr>
              <a:spLocks noChangeShapeType="1"/>
            </p:cNvSpPr>
            <p:nvPr/>
          </p:nvSpPr>
          <p:spPr bwMode="auto">
            <a:xfrm flipV="1">
              <a:off x="3908" y="2203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4" name="Line 17"/>
            <p:cNvSpPr>
              <a:spLocks noChangeShapeType="1"/>
            </p:cNvSpPr>
            <p:nvPr/>
          </p:nvSpPr>
          <p:spPr bwMode="auto">
            <a:xfrm flipV="1">
              <a:off x="3962" y="2113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5" name="Line 18"/>
            <p:cNvSpPr>
              <a:spLocks noChangeShapeType="1"/>
            </p:cNvSpPr>
            <p:nvPr/>
          </p:nvSpPr>
          <p:spPr bwMode="auto">
            <a:xfrm flipV="1">
              <a:off x="3985" y="2300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6" name="Line 19"/>
            <p:cNvSpPr>
              <a:spLocks noChangeShapeType="1"/>
            </p:cNvSpPr>
            <p:nvPr/>
          </p:nvSpPr>
          <p:spPr bwMode="auto">
            <a:xfrm flipV="1">
              <a:off x="4028" y="2179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7" name="Line 20"/>
            <p:cNvSpPr>
              <a:spLocks noChangeShapeType="1"/>
            </p:cNvSpPr>
            <p:nvPr/>
          </p:nvSpPr>
          <p:spPr bwMode="auto">
            <a:xfrm flipV="1">
              <a:off x="4103" y="2068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8" name="Line 21"/>
            <p:cNvSpPr>
              <a:spLocks noChangeShapeType="1"/>
            </p:cNvSpPr>
            <p:nvPr/>
          </p:nvSpPr>
          <p:spPr bwMode="auto">
            <a:xfrm flipV="1">
              <a:off x="4176" y="2235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29" name="Line 22"/>
            <p:cNvSpPr>
              <a:spLocks noChangeShapeType="1"/>
            </p:cNvSpPr>
            <p:nvPr/>
          </p:nvSpPr>
          <p:spPr bwMode="auto">
            <a:xfrm flipV="1">
              <a:off x="4240" y="2083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0" name="Line 23"/>
            <p:cNvSpPr>
              <a:spLocks noChangeShapeType="1"/>
            </p:cNvSpPr>
            <p:nvPr/>
          </p:nvSpPr>
          <p:spPr bwMode="auto">
            <a:xfrm flipV="1">
              <a:off x="4284" y="2065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1" name="Line 24"/>
            <p:cNvSpPr>
              <a:spLocks noChangeShapeType="1"/>
            </p:cNvSpPr>
            <p:nvPr/>
          </p:nvSpPr>
          <p:spPr bwMode="auto">
            <a:xfrm flipV="1">
              <a:off x="4378" y="2067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2" name="Line 25"/>
            <p:cNvSpPr>
              <a:spLocks noChangeShapeType="1"/>
            </p:cNvSpPr>
            <p:nvPr/>
          </p:nvSpPr>
          <p:spPr bwMode="auto">
            <a:xfrm flipV="1">
              <a:off x="4433" y="1895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3" name="Line 26"/>
            <p:cNvSpPr>
              <a:spLocks noChangeShapeType="1"/>
            </p:cNvSpPr>
            <p:nvPr/>
          </p:nvSpPr>
          <p:spPr bwMode="auto">
            <a:xfrm flipV="1">
              <a:off x="4496" y="2154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4" name="Line 27"/>
            <p:cNvSpPr>
              <a:spLocks noChangeShapeType="1"/>
            </p:cNvSpPr>
            <p:nvPr/>
          </p:nvSpPr>
          <p:spPr bwMode="auto">
            <a:xfrm flipV="1">
              <a:off x="4551" y="2187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5" name="Line 28"/>
            <p:cNvSpPr>
              <a:spLocks noChangeShapeType="1"/>
            </p:cNvSpPr>
            <p:nvPr/>
          </p:nvSpPr>
          <p:spPr bwMode="auto">
            <a:xfrm flipV="1">
              <a:off x="4625" y="2261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6" name="Line 29"/>
            <p:cNvSpPr>
              <a:spLocks noChangeShapeType="1"/>
            </p:cNvSpPr>
            <p:nvPr/>
          </p:nvSpPr>
          <p:spPr bwMode="auto">
            <a:xfrm flipV="1">
              <a:off x="4576" y="2243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7" name="Line 30"/>
            <p:cNvSpPr>
              <a:spLocks noChangeShapeType="1"/>
            </p:cNvSpPr>
            <p:nvPr/>
          </p:nvSpPr>
          <p:spPr bwMode="auto">
            <a:xfrm flipV="1">
              <a:off x="4690" y="2142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8" name="Line 31"/>
            <p:cNvSpPr>
              <a:spLocks noChangeShapeType="1"/>
            </p:cNvSpPr>
            <p:nvPr/>
          </p:nvSpPr>
          <p:spPr bwMode="auto">
            <a:xfrm flipV="1">
              <a:off x="4734" y="2124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39" name="Line 32"/>
            <p:cNvSpPr>
              <a:spLocks noChangeShapeType="1"/>
            </p:cNvSpPr>
            <p:nvPr/>
          </p:nvSpPr>
          <p:spPr bwMode="auto">
            <a:xfrm flipV="1">
              <a:off x="4788" y="2219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40" name="Line 33"/>
            <p:cNvSpPr>
              <a:spLocks noChangeShapeType="1"/>
            </p:cNvSpPr>
            <p:nvPr/>
          </p:nvSpPr>
          <p:spPr bwMode="auto">
            <a:xfrm flipV="1">
              <a:off x="4851" y="2221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41" name="Line 34"/>
            <p:cNvSpPr>
              <a:spLocks noChangeShapeType="1"/>
            </p:cNvSpPr>
            <p:nvPr/>
          </p:nvSpPr>
          <p:spPr bwMode="auto">
            <a:xfrm flipV="1">
              <a:off x="4916" y="2254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42" name="Line 35"/>
            <p:cNvSpPr>
              <a:spLocks noChangeShapeType="1"/>
            </p:cNvSpPr>
            <p:nvPr/>
          </p:nvSpPr>
          <p:spPr bwMode="auto">
            <a:xfrm flipV="1">
              <a:off x="4947" y="2318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43" name="Line 36"/>
            <p:cNvSpPr>
              <a:spLocks noChangeShapeType="1"/>
            </p:cNvSpPr>
            <p:nvPr/>
          </p:nvSpPr>
          <p:spPr bwMode="auto">
            <a:xfrm flipV="1">
              <a:off x="4981" y="2372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44" name="Line 37"/>
            <p:cNvSpPr>
              <a:spLocks noChangeShapeType="1"/>
            </p:cNvSpPr>
            <p:nvPr/>
          </p:nvSpPr>
          <p:spPr bwMode="auto">
            <a:xfrm flipV="1">
              <a:off x="5024" y="2323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45" name="Line 38"/>
            <p:cNvSpPr>
              <a:spLocks noChangeShapeType="1"/>
            </p:cNvSpPr>
            <p:nvPr/>
          </p:nvSpPr>
          <p:spPr bwMode="auto">
            <a:xfrm flipV="1">
              <a:off x="5047" y="2377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46" name="Rectangle 39"/>
            <p:cNvSpPr>
              <a:spLocks noChangeArrowheads="1"/>
            </p:cNvSpPr>
            <p:nvPr/>
          </p:nvSpPr>
          <p:spPr bwMode="auto">
            <a:xfrm>
              <a:off x="3215" y="2477"/>
              <a:ext cx="1981" cy="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51205" name="Group 40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51209" name="Picture 4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1210" name="Rectangle 42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51206" name="Picture 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65" b="75105"/>
          <a:stretch>
            <a:fillRect/>
          </a:stretch>
        </p:blipFill>
        <p:spPr bwMode="auto">
          <a:xfrm>
            <a:off x="3403601" y="4021138"/>
            <a:ext cx="5381625" cy="267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22565" b="7510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51207" name="Object 44"/>
          <p:cNvGraphicFramePr>
            <a:graphicFrameLocks noChangeAspect="1"/>
          </p:cNvGraphicFramePr>
          <p:nvPr/>
        </p:nvGraphicFramePr>
        <p:xfrm>
          <a:off x="2373314" y="1241426"/>
          <a:ext cx="3240087" cy="2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r:id="rId6" imgW="2035810" imgH="1740264" progId="">
                  <p:embed/>
                </p:oleObj>
              </mc:Choice>
              <mc:Fallback>
                <p:oleObj r:id="rId6" imgW="2035810" imgH="1740264" progId="">
                  <p:embed/>
                  <p:pic>
                    <p:nvPicPr>
                      <p:cNvPr id="51207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14" y="1241426"/>
                        <a:ext cx="3240087" cy="276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Oval 45"/>
          <p:cNvSpPr>
            <a:spLocks noChangeArrowheads="1"/>
          </p:cNvSpPr>
          <p:nvPr/>
        </p:nvSpPr>
        <p:spPr bwMode="auto">
          <a:xfrm>
            <a:off x="9347201" y="1246189"/>
            <a:ext cx="587375" cy="587375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b="1">
                <a:solidFill>
                  <a:srgbClr val="FF66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998686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Equalisation Transformation Functions</a:t>
            </a: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functions used to equalise the images in the previous example</a:t>
            </a:r>
          </a:p>
        </p:txBody>
      </p:sp>
      <p:pic>
        <p:nvPicPr>
          <p:cNvPr id="5325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2"/>
          <a:stretch>
            <a:fillRect/>
          </a:stretch>
        </p:blipFill>
        <p:spPr bwMode="auto">
          <a:xfrm>
            <a:off x="3070226" y="2365375"/>
            <a:ext cx="5927725" cy="444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2328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3253" name="Group 4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53254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3255" name="Rectangle 6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01225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Equalisation Examples</a:t>
            </a:r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2251075" y="1381125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55300" name="Group 3"/>
          <p:cNvGrpSpPr>
            <a:grpSpLocks/>
          </p:cNvGrpSpPr>
          <p:nvPr/>
        </p:nvGrpSpPr>
        <p:grpSpPr bwMode="auto">
          <a:xfrm>
            <a:off x="6429376" y="1352550"/>
            <a:ext cx="3260725" cy="4260850"/>
            <a:chOff x="3090" y="852"/>
            <a:chExt cx="2054" cy="2684"/>
          </a:xfrm>
        </p:grpSpPr>
        <p:pic>
          <p:nvPicPr>
            <p:cNvPr id="55307" name="Picture 4"/>
            <p:cNvPicPr>
              <a:picLocks noChangeAspect="1" noChangeArrowheads="1"/>
            </p:cNvPicPr>
            <p:nvPr/>
          </p:nvPicPr>
          <p:blipFill>
            <a:blip r:embed="rId3">
              <a:lum bright="-36000" contrast="5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881" t="37921" b="50104"/>
            <a:stretch>
              <a:fillRect/>
            </a:stretch>
          </p:blipFill>
          <p:spPr bwMode="auto">
            <a:xfrm>
              <a:off x="3090" y="852"/>
              <a:ext cx="2054" cy="1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>
                      <a:lum bright="-36000" contrast="54000"/>
                    </a:blip>
                    <a:srcRect l="76881" t="37921" b="50104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5308" name="Line 5"/>
            <p:cNvSpPr>
              <a:spLocks noChangeShapeType="1"/>
            </p:cNvSpPr>
            <p:nvPr/>
          </p:nvSpPr>
          <p:spPr bwMode="auto">
            <a:xfrm flipV="1">
              <a:off x="3216" y="1436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09" name="Line 6"/>
            <p:cNvSpPr>
              <a:spLocks noChangeShapeType="1"/>
            </p:cNvSpPr>
            <p:nvPr/>
          </p:nvSpPr>
          <p:spPr bwMode="auto">
            <a:xfrm flipV="1">
              <a:off x="3382" y="2693"/>
              <a:ext cx="0" cy="5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0" name="Line 7"/>
            <p:cNvSpPr>
              <a:spLocks noChangeShapeType="1"/>
            </p:cNvSpPr>
            <p:nvPr/>
          </p:nvSpPr>
          <p:spPr bwMode="auto">
            <a:xfrm flipV="1">
              <a:off x="3322" y="1891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1" name="Line 8"/>
            <p:cNvSpPr>
              <a:spLocks noChangeShapeType="1"/>
            </p:cNvSpPr>
            <p:nvPr/>
          </p:nvSpPr>
          <p:spPr bwMode="auto">
            <a:xfrm flipV="1">
              <a:off x="3457" y="1486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2" name="Line 9"/>
            <p:cNvSpPr>
              <a:spLocks noChangeShapeType="1"/>
            </p:cNvSpPr>
            <p:nvPr/>
          </p:nvSpPr>
          <p:spPr bwMode="auto">
            <a:xfrm flipV="1">
              <a:off x="3541" y="1844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3" name="Line 10"/>
            <p:cNvSpPr>
              <a:spLocks noChangeShapeType="1"/>
            </p:cNvSpPr>
            <p:nvPr/>
          </p:nvSpPr>
          <p:spPr bwMode="auto">
            <a:xfrm flipV="1">
              <a:off x="3595" y="2042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4" name="Line 11"/>
            <p:cNvSpPr>
              <a:spLocks noChangeShapeType="1"/>
            </p:cNvSpPr>
            <p:nvPr/>
          </p:nvSpPr>
          <p:spPr bwMode="auto">
            <a:xfrm flipV="1">
              <a:off x="3639" y="2167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5" name="Line 12"/>
            <p:cNvSpPr>
              <a:spLocks noChangeShapeType="1"/>
            </p:cNvSpPr>
            <p:nvPr/>
          </p:nvSpPr>
          <p:spPr bwMode="auto">
            <a:xfrm flipV="1">
              <a:off x="3703" y="2210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6" name="Line 13"/>
            <p:cNvSpPr>
              <a:spLocks noChangeShapeType="1"/>
            </p:cNvSpPr>
            <p:nvPr/>
          </p:nvSpPr>
          <p:spPr bwMode="auto">
            <a:xfrm flipV="1">
              <a:off x="3767" y="2082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7" name="Line 14"/>
            <p:cNvSpPr>
              <a:spLocks noChangeShapeType="1"/>
            </p:cNvSpPr>
            <p:nvPr/>
          </p:nvSpPr>
          <p:spPr bwMode="auto">
            <a:xfrm flipV="1">
              <a:off x="3810" y="2213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8" name="Line 15"/>
            <p:cNvSpPr>
              <a:spLocks noChangeShapeType="1"/>
            </p:cNvSpPr>
            <p:nvPr/>
          </p:nvSpPr>
          <p:spPr bwMode="auto">
            <a:xfrm flipV="1">
              <a:off x="3854" y="2209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19" name="Line 16"/>
            <p:cNvSpPr>
              <a:spLocks noChangeShapeType="1"/>
            </p:cNvSpPr>
            <p:nvPr/>
          </p:nvSpPr>
          <p:spPr bwMode="auto">
            <a:xfrm flipV="1">
              <a:off x="3908" y="2082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0" name="Line 17"/>
            <p:cNvSpPr>
              <a:spLocks noChangeShapeType="1"/>
            </p:cNvSpPr>
            <p:nvPr/>
          </p:nvSpPr>
          <p:spPr bwMode="auto">
            <a:xfrm flipV="1">
              <a:off x="3982" y="2167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1" name="Line 18"/>
            <p:cNvSpPr>
              <a:spLocks noChangeShapeType="1"/>
            </p:cNvSpPr>
            <p:nvPr/>
          </p:nvSpPr>
          <p:spPr bwMode="auto">
            <a:xfrm flipV="1">
              <a:off x="4026" y="2042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2" name="Line 19"/>
            <p:cNvSpPr>
              <a:spLocks noChangeShapeType="1"/>
            </p:cNvSpPr>
            <p:nvPr/>
          </p:nvSpPr>
          <p:spPr bwMode="auto">
            <a:xfrm flipV="1">
              <a:off x="4059" y="2171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3" name="Line 20"/>
            <p:cNvSpPr>
              <a:spLocks noChangeShapeType="1"/>
            </p:cNvSpPr>
            <p:nvPr/>
          </p:nvSpPr>
          <p:spPr bwMode="auto">
            <a:xfrm flipV="1">
              <a:off x="4112" y="2225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4" name="Line 21"/>
            <p:cNvSpPr>
              <a:spLocks noChangeShapeType="1"/>
            </p:cNvSpPr>
            <p:nvPr/>
          </p:nvSpPr>
          <p:spPr bwMode="auto">
            <a:xfrm flipV="1">
              <a:off x="4176" y="2042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5" name="Line 22"/>
            <p:cNvSpPr>
              <a:spLocks noChangeShapeType="1"/>
            </p:cNvSpPr>
            <p:nvPr/>
          </p:nvSpPr>
          <p:spPr bwMode="auto">
            <a:xfrm flipV="1">
              <a:off x="4250" y="2042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6" name="Line 23"/>
            <p:cNvSpPr>
              <a:spLocks noChangeShapeType="1"/>
            </p:cNvSpPr>
            <p:nvPr/>
          </p:nvSpPr>
          <p:spPr bwMode="auto">
            <a:xfrm flipV="1">
              <a:off x="4294" y="2042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7" name="Line 24"/>
            <p:cNvSpPr>
              <a:spLocks noChangeShapeType="1"/>
            </p:cNvSpPr>
            <p:nvPr/>
          </p:nvSpPr>
          <p:spPr bwMode="auto">
            <a:xfrm flipV="1">
              <a:off x="4379" y="1902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8" name="Line 25"/>
            <p:cNvSpPr>
              <a:spLocks noChangeShapeType="1"/>
            </p:cNvSpPr>
            <p:nvPr/>
          </p:nvSpPr>
          <p:spPr bwMode="auto">
            <a:xfrm flipV="1">
              <a:off x="4443" y="2112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29" name="Line 26"/>
            <p:cNvSpPr>
              <a:spLocks noChangeShapeType="1"/>
            </p:cNvSpPr>
            <p:nvPr/>
          </p:nvSpPr>
          <p:spPr bwMode="auto">
            <a:xfrm flipV="1">
              <a:off x="4507" y="2174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30" name="Line 27"/>
            <p:cNvSpPr>
              <a:spLocks noChangeShapeType="1"/>
            </p:cNvSpPr>
            <p:nvPr/>
          </p:nvSpPr>
          <p:spPr bwMode="auto">
            <a:xfrm flipV="1">
              <a:off x="4571" y="2217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31" name="Line 28"/>
            <p:cNvSpPr>
              <a:spLocks noChangeShapeType="1"/>
            </p:cNvSpPr>
            <p:nvPr/>
          </p:nvSpPr>
          <p:spPr bwMode="auto">
            <a:xfrm flipV="1">
              <a:off x="4624" y="2116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32" name="Line 29"/>
            <p:cNvSpPr>
              <a:spLocks noChangeShapeType="1"/>
            </p:cNvSpPr>
            <p:nvPr/>
          </p:nvSpPr>
          <p:spPr bwMode="auto">
            <a:xfrm flipV="1">
              <a:off x="4679" y="2121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33" name="Line 30"/>
            <p:cNvSpPr>
              <a:spLocks noChangeShapeType="1"/>
            </p:cNvSpPr>
            <p:nvPr/>
          </p:nvSpPr>
          <p:spPr bwMode="auto">
            <a:xfrm flipV="1">
              <a:off x="4722" y="2183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34" name="Line 31"/>
            <p:cNvSpPr>
              <a:spLocks noChangeShapeType="1"/>
            </p:cNvSpPr>
            <p:nvPr/>
          </p:nvSpPr>
          <p:spPr bwMode="auto">
            <a:xfrm flipV="1">
              <a:off x="4796" y="2237"/>
              <a:ext cx="0" cy="1217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335" name="Rectangle 32"/>
            <p:cNvSpPr>
              <a:spLocks noChangeArrowheads="1"/>
            </p:cNvSpPr>
            <p:nvPr/>
          </p:nvSpPr>
          <p:spPr bwMode="auto">
            <a:xfrm>
              <a:off x="3108" y="2471"/>
              <a:ext cx="1981" cy="10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55301" name="Group 33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55305" name="Picture 3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5306" name="Rectangle 35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55302" name="Picture 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80" r="22543" b="50104"/>
          <a:stretch>
            <a:fillRect/>
          </a:stretch>
        </p:blipFill>
        <p:spPr bwMode="auto">
          <a:xfrm>
            <a:off x="3402013" y="4021138"/>
            <a:ext cx="5383212" cy="267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24980" r="22543" b="5010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5303" name="Picture 3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36" t="25034" b="49788"/>
          <a:stretch>
            <a:fillRect/>
          </a:stretch>
        </p:blipFill>
        <p:spPr bwMode="auto">
          <a:xfrm>
            <a:off x="2201864" y="1436689"/>
            <a:ext cx="3451225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1336" t="25034" b="4978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5304" name="Oval 38"/>
          <p:cNvSpPr>
            <a:spLocks noChangeArrowheads="1"/>
          </p:cNvSpPr>
          <p:nvPr/>
        </p:nvSpPr>
        <p:spPr bwMode="auto">
          <a:xfrm>
            <a:off x="9204326" y="1262064"/>
            <a:ext cx="587375" cy="587375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b="1">
                <a:solidFill>
                  <a:srgbClr val="FF66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75394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Equalisation Transformation Functions</a:t>
            </a: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functions used to equalise the images in the previous example</a:t>
            </a:r>
          </a:p>
        </p:txBody>
      </p:sp>
      <p:pic>
        <p:nvPicPr>
          <p:cNvPr id="573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2"/>
          <a:stretch>
            <a:fillRect/>
          </a:stretch>
        </p:blipFill>
        <p:spPr bwMode="auto">
          <a:xfrm>
            <a:off x="3070226" y="2365375"/>
            <a:ext cx="5927725" cy="444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2328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7349" name="Group 4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57350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7351" name="Rectangle 6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35988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Equalisation Examples (cont…)</a:t>
            </a:r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59396" name="Picture 3"/>
          <p:cNvPicPr>
            <a:picLocks noChangeAspect="1" noChangeArrowheads="1"/>
          </p:cNvPicPr>
          <p:nvPr/>
        </p:nvPicPr>
        <p:blipFill>
          <a:blip r:embed="rId3">
            <a:lum bright="-84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49" t="63051" b="24858"/>
          <a:stretch>
            <a:fillRect/>
          </a:stretch>
        </p:blipFill>
        <p:spPr bwMode="auto">
          <a:xfrm>
            <a:off x="7272338" y="1349376"/>
            <a:ext cx="3321050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lum bright="-84000" contrast="100000"/>
                  </a:blip>
                  <a:srcRect l="76949" t="63051" b="2485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9397" name="Picture 4"/>
          <p:cNvPicPr>
            <a:picLocks noChangeAspect="1" noChangeArrowheads="1"/>
          </p:cNvPicPr>
          <p:nvPr/>
        </p:nvPicPr>
        <p:blipFill>
          <a:blip r:embed="rId3">
            <a:lum bright="-78000" contrast="9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17" t="87775"/>
          <a:stretch>
            <a:fillRect/>
          </a:stretch>
        </p:blipFill>
        <p:spPr bwMode="auto">
          <a:xfrm>
            <a:off x="7219951" y="4029075"/>
            <a:ext cx="343217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lum bright="-78000" contrast="96000"/>
                  </a:blip>
                  <a:srcRect l="76717" t="8777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939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04" r="23636"/>
          <a:stretch>
            <a:fillRect/>
          </a:stretch>
        </p:blipFill>
        <p:spPr bwMode="auto">
          <a:xfrm>
            <a:off x="1812926" y="1330325"/>
            <a:ext cx="5432425" cy="547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50104" r="23636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9399" name="Group 6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59402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9403" name="Rectangle 8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sp>
        <p:nvSpPr>
          <p:cNvPr id="59400" name="Oval 9"/>
          <p:cNvSpPr>
            <a:spLocks noChangeArrowheads="1"/>
          </p:cNvSpPr>
          <p:nvPr/>
        </p:nvSpPr>
        <p:spPr bwMode="auto">
          <a:xfrm>
            <a:off x="9953626" y="1397001"/>
            <a:ext cx="587375" cy="587375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b="1">
                <a:solidFill>
                  <a:srgbClr val="FF6600"/>
                </a:solidFill>
              </a:rPr>
              <a:t>3</a:t>
            </a:r>
          </a:p>
        </p:txBody>
      </p:sp>
      <p:sp>
        <p:nvSpPr>
          <p:cNvPr id="59401" name="Oval 10"/>
          <p:cNvSpPr>
            <a:spLocks noChangeArrowheads="1"/>
          </p:cNvSpPr>
          <p:nvPr/>
        </p:nvSpPr>
        <p:spPr bwMode="auto">
          <a:xfrm>
            <a:off x="9953626" y="4075114"/>
            <a:ext cx="587375" cy="587375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b="1">
                <a:solidFill>
                  <a:srgbClr val="FF66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26915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Equalisation Examples (cont…)</a:t>
            </a: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61444" name="Picture 3"/>
          <p:cNvPicPr>
            <a:picLocks noChangeAspect="1" noChangeArrowheads="1"/>
          </p:cNvPicPr>
          <p:nvPr/>
        </p:nvPicPr>
        <p:blipFill>
          <a:blip r:embed="rId3">
            <a:lum bright="-84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49" t="63051" b="24858"/>
          <a:stretch>
            <a:fillRect/>
          </a:stretch>
        </p:blipFill>
        <p:spPr bwMode="auto">
          <a:xfrm>
            <a:off x="7272338" y="1349376"/>
            <a:ext cx="3321050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lum bright="-84000" contrast="100000"/>
                  </a:blip>
                  <a:srcRect l="76949" t="63051" b="2485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1445" name="Picture 4"/>
          <p:cNvPicPr>
            <a:picLocks noChangeAspect="1" noChangeArrowheads="1"/>
          </p:cNvPicPr>
          <p:nvPr/>
        </p:nvPicPr>
        <p:blipFill>
          <a:blip r:embed="rId3">
            <a:lum bright="-78000" contrast="9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17" t="87775"/>
          <a:stretch>
            <a:fillRect/>
          </a:stretch>
        </p:blipFill>
        <p:spPr bwMode="auto">
          <a:xfrm>
            <a:off x="7219951" y="4029075"/>
            <a:ext cx="343217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lum bright="-78000" contrast="96000"/>
                  </a:blip>
                  <a:srcRect l="76717" t="8777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144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04" r="23636"/>
          <a:stretch>
            <a:fillRect/>
          </a:stretch>
        </p:blipFill>
        <p:spPr bwMode="auto">
          <a:xfrm>
            <a:off x="1812926" y="1330325"/>
            <a:ext cx="5432425" cy="547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50104" r="23636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1447" name="Group 6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61450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1451" name="Rectangle 8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sp>
        <p:nvSpPr>
          <p:cNvPr id="61448" name="Oval 9"/>
          <p:cNvSpPr>
            <a:spLocks noChangeArrowheads="1"/>
          </p:cNvSpPr>
          <p:nvPr/>
        </p:nvSpPr>
        <p:spPr bwMode="auto">
          <a:xfrm>
            <a:off x="9953626" y="1397001"/>
            <a:ext cx="587375" cy="587375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b="1">
                <a:solidFill>
                  <a:srgbClr val="FF6600"/>
                </a:solidFill>
              </a:rPr>
              <a:t>3</a:t>
            </a:r>
          </a:p>
        </p:txBody>
      </p:sp>
      <p:sp>
        <p:nvSpPr>
          <p:cNvPr id="61449" name="Oval 10"/>
          <p:cNvSpPr>
            <a:spLocks noChangeArrowheads="1"/>
          </p:cNvSpPr>
          <p:nvPr/>
        </p:nvSpPr>
        <p:spPr bwMode="auto">
          <a:xfrm>
            <a:off x="9953626" y="4075114"/>
            <a:ext cx="587375" cy="587375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b="1">
                <a:solidFill>
                  <a:srgbClr val="FF66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453135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Equalisation Transformation Functions</a:t>
            </a:r>
          </a:p>
        </p:txBody>
      </p:sp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functions used to equalise the images in the previous examples</a:t>
            </a:r>
          </a:p>
        </p:txBody>
      </p:sp>
      <p:pic>
        <p:nvPicPr>
          <p:cNvPr id="634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2"/>
          <a:stretch>
            <a:fillRect/>
          </a:stretch>
        </p:blipFill>
        <p:spPr bwMode="auto">
          <a:xfrm>
            <a:off x="3070226" y="2365375"/>
            <a:ext cx="5927725" cy="444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2328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3493" name="Group 4"/>
          <p:cNvGrpSpPr>
            <a:grpSpLocks/>
          </p:cNvGrpSpPr>
          <p:nvPr/>
        </p:nvGrpSpPr>
        <p:grpSpPr bwMode="auto">
          <a:xfrm>
            <a:off x="1524000" y="1625600"/>
            <a:ext cx="254000" cy="5226050"/>
            <a:chOff x="0" y="1024"/>
            <a:chExt cx="160" cy="3292"/>
          </a:xfrm>
        </p:grpSpPr>
        <p:pic>
          <p:nvPicPr>
            <p:cNvPr id="63494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95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3495" name="Rectangle 6"/>
            <p:cNvSpPr>
              <a:spLocks noChangeArrowheads="1"/>
            </p:cNvSpPr>
            <p:nvPr/>
          </p:nvSpPr>
          <p:spPr bwMode="auto">
            <a:xfrm rot="-5400000">
              <a:off x="-1501" y="2531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58745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Filtering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000"/>
              <a:t>•	Filters in the frequency domain and corresponding spatial filters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•	Basic approach is to sum products between mask coefficients and pixel values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     – R=w</a:t>
            </a:r>
            <a:r>
              <a:rPr lang="en-IE" altLang="en-US" sz="1200"/>
              <a:t>1</a:t>
            </a:r>
            <a:r>
              <a:rPr lang="en-IE" altLang="en-US" sz="2000"/>
              <a:t>z</a:t>
            </a:r>
            <a:r>
              <a:rPr lang="en-IE" altLang="en-US" sz="1200"/>
              <a:t>1</a:t>
            </a:r>
            <a:r>
              <a:rPr lang="en-IE" altLang="en-US" sz="2000"/>
              <a:t> +w</a:t>
            </a:r>
            <a:r>
              <a:rPr lang="en-IE" altLang="en-US" sz="1200"/>
              <a:t>2</a:t>
            </a:r>
            <a:r>
              <a:rPr lang="en-IE" altLang="en-US" sz="2000"/>
              <a:t>z</a:t>
            </a:r>
            <a:r>
              <a:rPr lang="en-IE" altLang="en-US" sz="1200"/>
              <a:t>2</a:t>
            </a:r>
            <a:r>
              <a:rPr lang="en-IE" altLang="en-US" sz="2000"/>
              <a:t> +....+w</a:t>
            </a:r>
            <a:r>
              <a:rPr lang="en-IE" altLang="en-US" sz="1200"/>
              <a:t>9</a:t>
            </a:r>
            <a:r>
              <a:rPr lang="en-IE" altLang="en-US" sz="2000"/>
              <a:t>z</a:t>
            </a:r>
            <a:r>
              <a:rPr lang="en-IE" altLang="en-US" sz="1200"/>
              <a:t>9</a:t>
            </a: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738" y="3035300"/>
            <a:ext cx="6604000" cy="346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48221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latin typeface="ArialMT" pitchFamily="32" charset="0"/>
                <a:cs typeface="ArialMT" pitchFamily="32" charset="0"/>
              </a:rPr>
              <a:t>Order-Statistic nonlinear spatial filters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000"/>
              <a:t>•  Nonlinear spatial filters also operate on neighborhoods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IE" altLang="en-US" sz="2000"/>
              <a:t>•  Their operation is based directly on pixel values in the neighborhood       under consideration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– They do not explicitly use coefficient values as in the linear spatial          filters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IE" altLang="en-US" sz="2000"/>
              <a:t> </a:t>
            </a:r>
            <a:r>
              <a:rPr lang="en-IE" altLang="en-US" sz="2000">
                <a:cs typeface="Arial" panose="020B0604020202020204" pitchFamily="34" charset="0"/>
              </a:rPr>
              <a:t>•  Example nonlinear spatial filters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" panose="020B0604020202020204" pitchFamily="34" charset="0"/>
              </a:rPr>
              <a:t>     – Median filter: Computes the median gray-level value of the                     neighborhood. Used for noise reduction.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" panose="020B0604020202020204" pitchFamily="34" charset="0"/>
              </a:rPr>
              <a:t>     – Max filter: Used to find the brightest points in an image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" panose="020B0604020202020204" pitchFamily="34" charset="0"/>
              </a:rPr>
              <a:t>                      R=max{z</a:t>
            </a:r>
            <a:r>
              <a:rPr lang="en-IE" altLang="en-US" sz="1200">
                <a:cs typeface="Arial" panose="020B0604020202020204" pitchFamily="34" charset="0"/>
              </a:rPr>
              <a:t>k</a:t>
            </a:r>
            <a:r>
              <a:rPr lang="en-IE" altLang="en-US" sz="2000">
                <a:cs typeface="Arial" panose="020B0604020202020204" pitchFamily="34" charset="0"/>
              </a:rPr>
              <a:t> |k=1,2,...,9}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" panose="020B0604020202020204" pitchFamily="34" charset="0"/>
              </a:rPr>
              <a:t>     – Min filter: Used to find the dimmest points in an image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" panose="020B0604020202020204" pitchFamily="34" charset="0"/>
              </a:rPr>
              <a:t>                      R=min{z</a:t>
            </a:r>
            <a:r>
              <a:rPr lang="en-IE" altLang="en-US" sz="1200">
                <a:cs typeface="Arial" panose="020B0604020202020204" pitchFamily="34" charset="0"/>
              </a:rPr>
              <a:t>k</a:t>
            </a:r>
            <a:r>
              <a:rPr lang="en-IE" altLang="en-US" sz="2000">
                <a:cs typeface="Arial" panose="020B0604020202020204" pitchFamily="34" charset="0"/>
              </a:rPr>
              <a:t> |k=1,2,...,9}</a:t>
            </a:r>
          </a:p>
        </p:txBody>
      </p:sp>
    </p:spTree>
    <p:extLst>
      <p:ext uri="{BB962C8B-B14F-4D97-AF65-F5344CB8AC3E}">
        <p14:creationId xmlns:p14="http://schemas.microsoft.com/office/powerpoint/2010/main" val="12191479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Neighbourhood Operations</a:t>
            </a: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Neighbourhood operations simply operate on a larger neighbourhood of pixels than point operations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Neighbourhoods are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mostly a rectangle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around a central pixel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Any size rectangle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and any shape filter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are possible</a:t>
            </a:r>
          </a:p>
        </p:txBody>
      </p:sp>
      <p:grpSp>
        <p:nvGrpSpPr>
          <p:cNvPr id="12292" name="Group 3"/>
          <p:cNvGrpSpPr>
            <a:grpSpLocks/>
          </p:cNvGrpSpPr>
          <p:nvPr/>
        </p:nvGrpSpPr>
        <p:grpSpPr bwMode="auto">
          <a:xfrm>
            <a:off x="5843589" y="2517776"/>
            <a:ext cx="5043489" cy="4113213"/>
            <a:chOff x="2721" y="1586"/>
            <a:chExt cx="3177" cy="2591"/>
          </a:xfrm>
        </p:grpSpPr>
        <p:grpSp>
          <p:nvGrpSpPr>
            <p:cNvPr id="12293" name="Group 4"/>
            <p:cNvGrpSpPr>
              <a:grpSpLocks/>
            </p:cNvGrpSpPr>
            <p:nvPr/>
          </p:nvGrpSpPr>
          <p:grpSpPr bwMode="auto">
            <a:xfrm>
              <a:off x="3052" y="1818"/>
              <a:ext cx="2280" cy="2129"/>
              <a:chOff x="3052" y="1818"/>
              <a:chExt cx="2280" cy="2129"/>
            </a:xfrm>
          </p:grpSpPr>
          <p:sp>
            <p:nvSpPr>
              <p:cNvPr id="12313" name="Rectangle 5"/>
              <p:cNvSpPr>
                <a:spLocks noChangeArrowheads="1"/>
              </p:cNvSpPr>
              <p:nvPr/>
            </p:nvSpPr>
            <p:spPr bwMode="auto">
              <a:xfrm>
                <a:off x="3052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14" name="Rectangle 6"/>
              <p:cNvSpPr>
                <a:spLocks noChangeArrowheads="1"/>
              </p:cNvSpPr>
              <p:nvPr/>
            </p:nvSpPr>
            <p:spPr bwMode="auto">
              <a:xfrm>
                <a:off x="3195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15" name="Rectangle 7"/>
              <p:cNvSpPr>
                <a:spLocks noChangeArrowheads="1"/>
              </p:cNvSpPr>
              <p:nvPr/>
            </p:nvSpPr>
            <p:spPr bwMode="auto">
              <a:xfrm>
                <a:off x="3339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16" name="Rectangle 8"/>
              <p:cNvSpPr>
                <a:spLocks noChangeArrowheads="1"/>
              </p:cNvSpPr>
              <p:nvPr/>
            </p:nvSpPr>
            <p:spPr bwMode="auto">
              <a:xfrm>
                <a:off x="3483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17" name="Rectangle 9"/>
              <p:cNvSpPr>
                <a:spLocks noChangeArrowheads="1"/>
              </p:cNvSpPr>
              <p:nvPr/>
            </p:nvSpPr>
            <p:spPr bwMode="auto">
              <a:xfrm>
                <a:off x="3627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18" name="Rectangle 10"/>
              <p:cNvSpPr>
                <a:spLocks noChangeArrowheads="1"/>
              </p:cNvSpPr>
              <p:nvPr/>
            </p:nvSpPr>
            <p:spPr bwMode="auto">
              <a:xfrm>
                <a:off x="3766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19" name="Rectangle 11"/>
              <p:cNvSpPr>
                <a:spLocks noChangeArrowheads="1"/>
              </p:cNvSpPr>
              <p:nvPr/>
            </p:nvSpPr>
            <p:spPr bwMode="auto">
              <a:xfrm>
                <a:off x="3910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0" name="Rectangle 12"/>
              <p:cNvSpPr>
                <a:spLocks noChangeArrowheads="1"/>
              </p:cNvSpPr>
              <p:nvPr/>
            </p:nvSpPr>
            <p:spPr bwMode="auto">
              <a:xfrm>
                <a:off x="4054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1" name="Rectangle 13"/>
              <p:cNvSpPr>
                <a:spLocks noChangeArrowheads="1"/>
              </p:cNvSpPr>
              <p:nvPr/>
            </p:nvSpPr>
            <p:spPr bwMode="auto">
              <a:xfrm>
                <a:off x="4198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2" name="Rectangle 14"/>
              <p:cNvSpPr>
                <a:spLocks noChangeArrowheads="1"/>
              </p:cNvSpPr>
              <p:nvPr/>
            </p:nvSpPr>
            <p:spPr bwMode="auto">
              <a:xfrm>
                <a:off x="4337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3" name="Rectangle 15"/>
              <p:cNvSpPr>
                <a:spLocks noChangeArrowheads="1"/>
              </p:cNvSpPr>
              <p:nvPr/>
            </p:nvSpPr>
            <p:spPr bwMode="auto">
              <a:xfrm>
                <a:off x="3052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4" name="Rectangle 16"/>
              <p:cNvSpPr>
                <a:spLocks noChangeArrowheads="1"/>
              </p:cNvSpPr>
              <p:nvPr/>
            </p:nvSpPr>
            <p:spPr bwMode="auto">
              <a:xfrm>
                <a:off x="3195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5" name="Rectangle 17"/>
              <p:cNvSpPr>
                <a:spLocks noChangeArrowheads="1"/>
              </p:cNvSpPr>
              <p:nvPr/>
            </p:nvSpPr>
            <p:spPr bwMode="auto">
              <a:xfrm>
                <a:off x="3339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6" name="Rectangle 18"/>
              <p:cNvSpPr>
                <a:spLocks noChangeArrowheads="1"/>
              </p:cNvSpPr>
              <p:nvPr/>
            </p:nvSpPr>
            <p:spPr bwMode="auto">
              <a:xfrm>
                <a:off x="3483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7" name="Rectangle 19"/>
              <p:cNvSpPr>
                <a:spLocks noChangeArrowheads="1"/>
              </p:cNvSpPr>
              <p:nvPr/>
            </p:nvSpPr>
            <p:spPr bwMode="auto">
              <a:xfrm>
                <a:off x="3627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8" name="Rectangle 20"/>
              <p:cNvSpPr>
                <a:spLocks noChangeArrowheads="1"/>
              </p:cNvSpPr>
              <p:nvPr/>
            </p:nvSpPr>
            <p:spPr bwMode="auto">
              <a:xfrm>
                <a:off x="3766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29" name="Rectangle 21"/>
              <p:cNvSpPr>
                <a:spLocks noChangeArrowheads="1"/>
              </p:cNvSpPr>
              <p:nvPr/>
            </p:nvSpPr>
            <p:spPr bwMode="auto">
              <a:xfrm>
                <a:off x="3910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0" name="Rectangle 22"/>
              <p:cNvSpPr>
                <a:spLocks noChangeArrowheads="1"/>
              </p:cNvSpPr>
              <p:nvPr/>
            </p:nvSpPr>
            <p:spPr bwMode="auto">
              <a:xfrm>
                <a:off x="4054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1" name="Rectangle 23"/>
              <p:cNvSpPr>
                <a:spLocks noChangeArrowheads="1"/>
              </p:cNvSpPr>
              <p:nvPr/>
            </p:nvSpPr>
            <p:spPr bwMode="auto">
              <a:xfrm>
                <a:off x="4198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2" name="Rectangle 24"/>
              <p:cNvSpPr>
                <a:spLocks noChangeArrowheads="1"/>
              </p:cNvSpPr>
              <p:nvPr/>
            </p:nvSpPr>
            <p:spPr bwMode="auto">
              <a:xfrm>
                <a:off x="4337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3" name="Rectangle 25"/>
              <p:cNvSpPr>
                <a:spLocks noChangeArrowheads="1"/>
              </p:cNvSpPr>
              <p:nvPr/>
            </p:nvSpPr>
            <p:spPr bwMode="auto">
              <a:xfrm>
                <a:off x="3052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4" name="Rectangle 26"/>
              <p:cNvSpPr>
                <a:spLocks noChangeArrowheads="1"/>
              </p:cNvSpPr>
              <p:nvPr/>
            </p:nvSpPr>
            <p:spPr bwMode="auto">
              <a:xfrm>
                <a:off x="3195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5" name="Rectangle 27"/>
              <p:cNvSpPr>
                <a:spLocks noChangeArrowheads="1"/>
              </p:cNvSpPr>
              <p:nvPr/>
            </p:nvSpPr>
            <p:spPr bwMode="auto">
              <a:xfrm>
                <a:off x="3339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6" name="Rectangle 28"/>
              <p:cNvSpPr>
                <a:spLocks noChangeArrowheads="1"/>
              </p:cNvSpPr>
              <p:nvPr/>
            </p:nvSpPr>
            <p:spPr bwMode="auto">
              <a:xfrm>
                <a:off x="3483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7" name="Rectangle 29"/>
              <p:cNvSpPr>
                <a:spLocks noChangeArrowheads="1"/>
              </p:cNvSpPr>
              <p:nvPr/>
            </p:nvSpPr>
            <p:spPr bwMode="auto">
              <a:xfrm>
                <a:off x="3627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8" name="Rectangle 30"/>
              <p:cNvSpPr>
                <a:spLocks noChangeArrowheads="1"/>
              </p:cNvSpPr>
              <p:nvPr/>
            </p:nvSpPr>
            <p:spPr bwMode="auto">
              <a:xfrm>
                <a:off x="3766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39" name="Rectangle 31"/>
              <p:cNvSpPr>
                <a:spLocks noChangeArrowheads="1"/>
              </p:cNvSpPr>
              <p:nvPr/>
            </p:nvSpPr>
            <p:spPr bwMode="auto">
              <a:xfrm>
                <a:off x="3910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0" name="Rectangle 32"/>
              <p:cNvSpPr>
                <a:spLocks noChangeArrowheads="1"/>
              </p:cNvSpPr>
              <p:nvPr/>
            </p:nvSpPr>
            <p:spPr bwMode="auto">
              <a:xfrm>
                <a:off x="4054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1" name="Rectangle 33"/>
              <p:cNvSpPr>
                <a:spLocks noChangeArrowheads="1"/>
              </p:cNvSpPr>
              <p:nvPr/>
            </p:nvSpPr>
            <p:spPr bwMode="auto">
              <a:xfrm>
                <a:off x="4198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2" name="Rectangle 34"/>
              <p:cNvSpPr>
                <a:spLocks noChangeArrowheads="1"/>
              </p:cNvSpPr>
              <p:nvPr/>
            </p:nvSpPr>
            <p:spPr bwMode="auto">
              <a:xfrm>
                <a:off x="4337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3" name="Rectangle 35"/>
              <p:cNvSpPr>
                <a:spLocks noChangeArrowheads="1"/>
              </p:cNvSpPr>
              <p:nvPr/>
            </p:nvSpPr>
            <p:spPr bwMode="auto">
              <a:xfrm>
                <a:off x="3052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4" name="Rectangle 36"/>
              <p:cNvSpPr>
                <a:spLocks noChangeArrowheads="1"/>
              </p:cNvSpPr>
              <p:nvPr/>
            </p:nvSpPr>
            <p:spPr bwMode="auto">
              <a:xfrm>
                <a:off x="3195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5" name="Rectangle 37"/>
              <p:cNvSpPr>
                <a:spLocks noChangeArrowheads="1"/>
              </p:cNvSpPr>
              <p:nvPr/>
            </p:nvSpPr>
            <p:spPr bwMode="auto">
              <a:xfrm>
                <a:off x="3339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6" name="Rectangle 38"/>
              <p:cNvSpPr>
                <a:spLocks noChangeArrowheads="1"/>
              </p:cNvSpPr>
              <p:nvPr/>
            </p:nvSpPr>
            <p:spPr bwMode="auto">
              <a:xfrm>
                <a:off x="3483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7" name="Rectangle 39"/>
              <p:cNvSpPr>
                <a:spLocks noChangeArrowheads="1"/>
              </p:cNvSpPr>
              <p:nvPr/>
            </p:nvSpPr>
            <p:spPr bwMode="auto">
              <a:xfrm>
                <a:off x="3627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8" name="Rectangle 40"/>
              <p:cNvSpPr>
                <a:spLocks noChangeArrowheads="1"/>
              </p:cNvSpPr>
              <p:nvPr/>
            </p:nvSpPr>
            <p:spPr bwMode="auto">
              <a:xfrm>
                <a:off x="3766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49" name="Rectangle 41"/>
              <p:cNvSpPr>
                <a:spLocks noChangeArrowheads="1"/>
              </p:cNvSpPr>
              <p:nvPr/>
            </p:nvSpPr>
            <p:spPr bwMode="auto">
              <a:xfrm>
                <a:off x="3910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0" name="Rectangle 42"/>
              <p:cNvSpPr>
                <a:spLocks noChangeArrowheads="1"/>
              </p:cNvSpPr>
              <p:nvPr/>
            </p:nvSpPr>
            <p:spPr bwMode="auto">
              <a:xfrm>
                <a:off x="4054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1" name="Rectangle 43"/>
              <p:cNvSpPr>
                <a:spLocks noChangeArrowheads="1"/>
              </p:cNvSpPr>
              <p:nvPr/>
            </p:nvSpPr>
            <p:spPr bwMode="auto">
              <a:xfrm>
                <a:off x="4198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2" name="Rectangle 44"/>
              <p:cNvSpPr>
                <a:spLocks noChangeArrowheads="1"/>
              </p:cNvSpPr>
              <p:nvPr/>
            </p:nvSpPr>
            <p:spPr bwMode="auto">
              <a:xfrm>
                <a:off x="4337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3" name="Rectangle 45"/>
              <p:cNvSpPr>
                <a:spLocks noChangeArrowheads="1"/>
              </p:cNvSpPr>
              <p:nvPr/>
            </p:nvSpPr>
            <p:spPr bwMode="auto">
              <a:xfrm>
                <a:off x="3052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4" name="Rectangle 46"/>
              <p:cNvSpPr>
                <a:spLocks noChangeArrowheads="1"/>
              </p:cNvSpPr>
              <p:nvPr/>
            </p:nvSpPr>
            <p:spPr bwMode="auto">
              <a:xfrm>
                <a:off x="3195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5" name="Rectangle 47"/>
              <p:cNvSpPr>
                <a:spLocks noChangeArrowheads="1"/>
              </p:cNvSpPr>
              <p:nvPr/>
            </p:nvSpPr>
            <p:spPr bwMode="auto">
              <a:xfrm>
                <a:off x="3339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6" name="Rectangle 48"/>
              <p:cNvSpPr>
                <a:spLocks noChangeArrowheads="1"/>
              </p:cNvSpPr>
              <p:nvPr/>
            </p:nvSpPr>
            <p:spPr bwMode="auto">
              <a:xfrm>
                <a:off x="3483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7" name="Rectangle 49"/>
              <p:cNvSpPr>
                <a:spLocks noChangeArrowheads="1"/>
              </p:cNvSpPr>
              <p:nvPr/>
            </p:nvSpPr>
            <p:spPr bwMode="auto">
              <a:xfrm>
                <a:off x="3627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8" name="Rectangle 50"/>
              <p:cNvSpPr>
                <a:spLocks noChangeArrowheads="1"/>
              </p:cNvSpPr>
              <p:nvPr/>
            </p:nvSpPr>
            <p:spPr bwMode="auto">
              <a:xfrm>
                <a:off x="3766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59" name="Rectangle 51"/>
              <p:cNvSpPr>
                <a:spLocks noChangeArrowheads="1"/>
              </p:cNvSpPr>
              <p:nvPr/>
            </p:nvSpPr>
            <p:spPr bwMode="auto">
              <a:xfrm>
                <a:off x="3910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0" name="Rectangle 52"/>
              <p:cNvSpPr>
                <a:spLocks noChangeArrowheads="1"/>
              </p:cNvSpPr>
              <p:nvPr/>
            </p:nvSpPr>
            <p:spPr bwMode="auto">
              <a:xfrm>
                <a:off x="4054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1" name="Rectangle 53"/>
              <p:cNvSpPr>
                <a:spLocks noChangeArrowheads="1"/>
              </p:cNvSpPr>
              <p:nvPr/>
            </p:nvSpPr>
            <p:spPr bwMode="auto">
              <a:xfrm>
                <a:off x="4198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2" name="Rectangle 54"/>
              <p:cNvSpPr>
                <a:spLocks noChangeArrowheads="1"/>
              </p:cNvSpPr>
              <p:nvPr/>
            </p:nvSpPr>
            <p:spPr bwMode="auto">
              <a:xfrm>
                <a:off x="4337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3" name="Rectangle 55"/>
              <p:cNvSpPr>
                <a:spLocks noChangeArrowheads="1"/>
              </p:cNvSpPr>
              <p:nvPr/>
            </p:nvSpPr>
            <p:spPr bwMode="auto">
              <a:xfrm>
                <a:off x="3052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4" name="Rectangle 56"/>
              <p:cNvSpPr>
                <a:spLocks noChangeArrowheads="1"/>
              </p:cNvSpPr>
              <p:nvPr/>
            </p:nvSpPr>
            <p:spPr bwMode="auto">
              <a:xfrm>
                <a:off x="3195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5" name="Rectangle 57"/>
              <p:cNvSpPr>
                <a:spLocks noChangeArrowheads="1"/>
              </p:cNvSpPr>
              <p:nvPr/>
            </p:nvSpPr>
            <p:spPr bwMode="auto">
              <a:xfrm>
                <a:off x="3339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6" name="Rectangle 58"/>
              <p:cNvSpPr>
                <a:spLocks noChangeArrowheads="1"/>
              </p:cNvSpPr>
              <p:nvPr/>
            </p:nvSpPr>
            <p:spPr bwMode="auto">
              <a:xfrm>
                <a:off x="3483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7" name="Rectangle 59"/>
              <p:cNvSpPr>
                <a:spLocks noChangeArrowheads="1"/>
              </p:cNvSpPr>
              <p:nvPr/>
            </p:nvSpPr>
            <p:spPr bwMode="auto">
              <a:xfrm>
                <a:off x="3627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8" name="Rectangle 60"/>
              <p:cNvSpPr>
                <a:spLocks noChangeArrowheads="1"/>
              </p:cNvSpPr>
              <p:nvPr/>
            </p:nvSpPr>
            <p:spPr bwMode="auto">
              <a:xfrm>
                <a:off x="3766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69" name="Rectangle 61"/>
              <p:cNvSpPr>
                <a:spLocks noChangeArrowheads="1"/>
              </p:cNvSpPr>
              <p:nvPr/>
            </p:nvSpPr>
            <p:spPr bwMode="auto">
              <a:xfrm>
                <a:off x="3910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0" name="Rectangle 62"/>
              <p:cNvSpPr>
                <a:spLocks noChangeArrowheads="1"/>
              </p:cNvSpPr>
              <p:nvPr/>
            </p:nvSpPr>
            <p:spPr bwMode="auto">
              <a:xfrm>
                <a:off x="4054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1" name="Rectangle 63"/>
              <p:cNvSpPr>
                <a:spLocks noChangeArrowheads="1"/>
              </p:cNvSpPr>
              <p:nvPr/>
            </p:nvSpPr>
            <p:spPr bwMode="auto">
              <a:xfrm>
                <a:off x="4198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2" name="Rectangle 64"/>
              <p:cNvSpPr>
                <a:spLocks noChangeArrowheads="1"/>
              </p:cNvSpPr>
              <p:nvPr/>
            </p:nvSpPr>
            <p:spPr bwMode="auto">
              <a:xfrm>
                <a:off x="4337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3" name="Rectangle 65"/>
              <p:cNvSpPr>
                <a:spLocks noChangeArrowheads="1"/>
              </p:cNvSpPr>
              <p:nvPr/>
            </p:nvSpPr>
            <p:spPr bwMode="auto">
              <a:xfrm>
                <a:off x="3052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4" name="Rectangle 66"/>
              <p:cNvSpPr>
                <a:spLocks noChangeArrowheads="1"/>
              </p:cNvSpPr>
              <p:nvPr/>
            </p:nvSpPr>
            <p:spPr bwMode="auto">
              <a:xfrm>
                <a:off x="3195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5" name="Rectangle 67"/>
              <p:cNvSpPr>
                <a:spLocks noChangeArrowheads="1"/>
              </p:cNvSpPr>
              <p:nvPr/>
            </p:nvSpPr>
            <p:spPr bwMode="auto">
              <a:xfrm>
                <a:off x="3339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6" name="Rectangle 68"/>
              <p:cNvSpPr>
                <a:spLocks noChangeArrowheads="1"/>
              </p:cNvSpPr>
              <p:nvPr/>
            </p:nvSpPr>
            <p:spPr bwMode="auto">
              <a:xfrm>
                <a:off x="3483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7" name="Rectangle 69"/>
              <p:cNvSpPr>
                <a:spLocks noChangeArrowheads="1"/>
              </p:cNvSpPr>
              <p:nvPr/>
            </p:nvSpPr>
            <p:spPr bwMode="auto">
              <a:xfrm>
                <a:off x="3627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8" name="Rectangle 70"/>
              <p:cNvSpPr>
                <a:spLocks noChangeArrowheads="1"/>
              </p:cNvSpPr>
              <p:nvPr/>
            </p:nvSpPr>
            <p:spPr bwMode="auto">
              <a:xfrm>
                <a:off x="3766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79" name="Rectangle 71"/>
              <p:cNvSpPr>
                <a:spLocks noChangeArrowheads="1"/>
              </p:cNvSpPr>
              <p:nvPr/>
            </p:nvSpPr>
            <p:spPr bwMode="auto">
              <a:xfrm>
                <a:off x="3910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0" name="Rectangle 72"/>
              <p:cNvSpPr>
                <a:spLocks noChangeArrowheads="1"/>
              </p:cNvSpPr>
              <p:nvPr/>
            </p:nvSpPr>
            <p:spPr bwMode="auto">
              <a:xfrm>
                <a:off x="4054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1" name="Rectangle 73"/>
              <p:cNvSpPr>
                <a:spLocks noChangeArrowheads="1"/>
              </p:cNvSpPr>
              <p:nvPr/>
            </p:nvSpPr>
            <p:spPr bwMode="auto">
              <a:xfrm>
                <a:off x="4198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2" name="Rectangle 74"/>
              <p:cNvSpPr>
                <a:spLocks noChangeArrowheads="1"/>
              </p:cNvSpPr>
              <p:nvPr/>
            </p:nvSpPr>
            <p:spPr bwMode="auto">
              <a:xfrm>
                <a:off x="4337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3" name="Rectangle 75"/>
              <p:cNvSpPr>
                <a:spLocks noChangeArrowheads="1"/>
              </p:cNvSpPr>
              <p:nvPr/>
            </p:nvSpPr>
            <p:spPr bwMode="auto">
              <a:xfrm>
                <a:off x="3052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4" name="Rectangle 76"/>
              <p:cNvSpPr>
                <a:spLocks noChangeArrowheads="1"/>
              </p:cNvSpPr>
              <p:nvPr/>
            </p:nvSpPr>
            <p:spPr bwMode="auto">
              <a:xfrm>
                <a:off x="3195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5" name="Rectangle 77"/>
              <p:cNvSpPr>
                <a:spLocks noChangeArrowheads="1"/>
              </p:cNvSpPr>
              <p:nvPr/>
            </p:nvSpPr>
            <p:spPr bwMode="auto">
              <a:xfrm>
                <a:off x="3339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6" name="Rectangle 78"/>
              <p:cNvSpPr>
                <a:spLocks noChangeArrowheads="1"/>
              </p:cNvSpPr>
              <p:nvPr/>
            </p:nvSpPr>
            <p:spPr bwMode="auto">
              <a:xfrm>
                <a:off x="3483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7" name="Rectangle 79"/>
              <p:cNvSpPr>
                <a:spLocks noChangeArrowheads="1"/>
              </p:cNvSpPr>
              <p:nvPr/>
            </p:nvSpPr>
            <p:spPr bwMode="auto">
              <a:xfrm>
                <a:off x="3627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8" name="Rectangle 80"/>
              <p:cNvSpPr>
                <a:spLocks noChangeArrowheads="1"/>
              </p:cNvSpPr>
              <p:nvPr/>
            </p:nvSpPr>
            <p:spPr bwMode="auto">
              <a:xfrm>
                <a:off x="3766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89" name="Rectangle 81"/>
              <p:cNvSpPr>
                <a:spLocks noChangeArrowheads="1"/>
              </p:cNvSpPr>
              <p:nvPr/>
            </p:nvSpPr>
            <p:spPr bwMode="auto">
              <a:xfrm>
                <a:off x="3910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0" name="Rectangle 82"/>
              <p:cNvSpPr>
                <a:spLocks noChangeArrowheads="1"/>
              </p:cNvSpPr>
              <p:nvPr/>
            </p:nvSpPr>
            <p:spPr bwMode="auto">
              <a:xfrm>
                <a:off x="4054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1" name="Rectangle 83"/>
              <p:cNvSpPr>
                <a:spLocks noChangeArrowheads="1"/>
              </p:cNvSpPr>
              <p:nvPr/>
            </p:nvSpPr>
            <p:spPr bwMode="auto">
              <a:xfrm>
                <a:off x="4198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2" name="Rectangle 84"/>
              <p:cNvSpPr>
                <a:spLocks noChangeArrowheads="1"/>
              </p:cNvSpPr>
              <p:nvPr/>
            </p:nvSpPr>
            <p:spPr bwMode="auto">
              <a:xfrm>
                <a:off x="4337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3" name="Rectangle 85"/>
              <p:cNvSpPr>
                <a:spLocks noChangeArrowheads="1"/>
              </p:cNvSpPr>
              <p:nvPr/>
            </p:nvSpPr>
            <p:spPr bwMode="auto">
              <a:xfrm>
                <a:off x="3052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4" name="Rectangle 86"/>
              <p:cNvSpPr>
                <a:spLocks noChangeArrowheads="1"/>
              </p:cNvSpPr>
              <p:nvPr/>
            </p:nvSpPr>
            <p:spPr bwMode="auto">
              <a:xfrm>
                <a:off x="3195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5" name="Rectangle 87"/>
              <p:cNvSpPr>
                <a:spLocks noChangeArrowheads="1"/>
              </p:cNvSpPr>
              <p:nvPr/>
            </p:nvSpPr>
            <p:spPr bwMode="auto">
              <a:xfrm>
                <a:off x="3339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6" name="Rectangle 88"/>
              <p:cNvSpPr>
                <a:spLocks noChangeArrowheads="1"/>
              </p:cNvSpPr>
              <p:nvPr/>
            </p:nvSpPr>
            <p:spPr bwMode="auto">
              <a:xfrm>
                <a:off x="3483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7" name="Rectangle 89"/>
              <p:cNvSpPr>
                <a:spLocks noChangeArrowheads="1"/>
              </p:cNvSpPr>
              <p:nvPr/>
            </p:nvSpPr>
            <p:spPr bwMode="auto">
              <a:xfrm>
                <a:off x="3627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8" name="Rectangle 90"/>
              <p:cNvSpPr>
                <a:spLocks noChangeArrowheads="1"/>
              </p:cNvSpPr>
              <p:nvPr/>
            </p:nvSpPr>
            <p:spPr bwMode="auto">
              <a:xfrm>
                <a:off x="3766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99" name="Rectangle 91"/>
              <p:cNvSpPr>
                <a:spLocks noChangeArrowheads="1"/>
              </p:cNvSpPr>
              <p:nvPr/>
            </p:nvSpPr>
            <p:spPr bwMode="auto">
              <a:xfrm>
                <a:off x="3910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0" name="Rectangle 92"/>
              <p:cNvSpPr>
                <a:spLocks noChangeArrowheads="1"/>
              </p:cNvSpPr>
              <p:nvPr/>
            </p:nvSpPr>
            <p:spPr bwMode="auto">
              <a:xfrm>
                <a:off x="4054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1" name="Rectangle 93"/>
              <p:cNvSpPr>
                <a:spLocks noChangeArrowheads="1"/>
              </p:cNvSpPr>
              <p:nvPr/>
            </p:nvSpPr>
            <p:spPr bwMode="auto">
              <a:xfrm>
                <a:off x="4198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2" name="Rectangle 94"/>
              <p:cNvSpPr>
                <a:spLocks noChangeArrowheads="1"/>
              </p:cNvSpPr>
              <p:nvPr/>
            </p:nvSpPr>
            <p:spPr bwMode="auto">
              <a:xfrm>
                <a:off x="4337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3" name="Rectangle 95"/>
              <p:cNvSpPr>
                <a:spLocks noChangeArrowheads="1"/>
              </p:cNvSpPr>
              <p:nvPr/>
            </p:nvSpPr>
            <p:spPr bwMode="auto">
              <a:xfrm>
                <a:off x="3052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4" name="Rectangle 96"/>
              <p:cNvSpPr>
                <a:spLocks noChangeArrowheads="1"/>
              </p:cNvSpPr>
              <p:nvPr/>
            </p:nvSpPr>
            <p:spPr bwMode="auto">
              <a:xfrm>
                <a:off x="3195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5" name="Rectangle 97"/>
              <p:cNvSpPr>
                <a:spLocks noChangeArrowheads="1"/>
              </p:cNvSpPr>
              <p:nvPr/>
            </p:nvSpPr>
            <p:spPr bwMode="auto">
              <a:xfrm>
                <a:off x="3339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6" name="Rectangle 98"/>
              <p:cNvSpPr>
                <a:spLocks noChangeArrowheads="1"/>
              </p:cNvSpPr>
              <p:nvPr/>
            </p:nvSpPr>
            <p:spPr bwMode="auto">
              <a:xfrm>
                <a:off x="3483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7" name="Rectangle 99"/>
              <p:cNvSpPr>
                <a:spLocks noChangeArrowheads="1"/>
              </p:cNvSpPr>
              <p:nvPr/>
            </p:nvSpPr>
            <p:spPr bwMode="auto">
              <a:xfrm>
                <a:off x="3627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8" name="Rectangle 100"/>
              <p:cNvSpPr>
                <a:spLocks noChangeArrowheads="1"/>
              </p:cNvSpPr>
              <p:nvPr/>
            </p:nvSpPr>
            <p:spPr bwMode="auto">
              <a:xfrm>
                <a:off x="3766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09" name="Rectangle 101"/>
              <p:cNvSpPr>
                <a:spLocks noChangeArrowheads="1"/>
              </p:cNvSpPr>
              <p:nvPr/>
            </p:nvSpPr>
            <p:spPr bwMode="auto">
              <a:xfrm>
                <a:off x="3910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0" name="Rectangle 102"/>
              <p:cNvSpPr>
                <a:spLocks noChangeArrowheads="1"/>
              </p:cNvSpPr>
              <p:nvPr/>
            </p:nvSpPr>
            <p:spPr bwMode="auto">
              <a:xfrm>
                <a:off x="4054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1" name="Rectangle 103"/>
              <p:cNvSpPr>
                <a:spLocks noChangeArrowheads="1"/>
              </p:cNvSpPr>
              <p:nvPr/>
            </p:nvSpPr>
            <p:spPr bwMode="auto">
              <a:xfrm>
                <a:off x="4198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2" name="Rectangle 104"/>
              <p:cNvSpPr>
                <a:spLocks noChangeArrowheads="1"/>
              </p:cNvSpPr>
              <p:nvPr/>
            </p:nvSpPr>
            <p:spPr bwMode="auto">
              <a:xfrm>
                <a:off x="4337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3" name="Rectangle 105"/>
              <p:cNvSpPr>
                <a:spLocks noChangeArrowheads="1"/>
              </p:cNvSpPr>
              <p:nvPr/>
            </p:nvSpPr>
            <p:spPr bwMode="auto">
              <a:xfrm>
                <a:off x="4476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4" name="Rectangle 106"/>
              <p:cNvSpPr>
                <a:spLocks noChangeArrowheads="1"/>
              </p:cNvSpPr>
              <p:nvPr/>
            </p:nvSpPr>
            <p:spPr bwMode="auto">
              <a:xfrm>
                <a:off x="4620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5" name="Rectangle 107"/>
              <p:cNvSpPr>
                <a:spLocks noChangeArrowheads="1"/>
              </p:cNvSpPr>
              <p:nvPr/>
            </p:nvSpPr>
            <p:spPr bwMode="auto">
              <a:xfrm>
                <a:off x="4764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6" name="Rectangle 108"/>
              <p:cNvSpPr>
                <a:spLocks noChangeArrowheads="1"/>
              </p:cNvSpPr>
              <p:nvPr/>
            </p:nvSpPr>
            <p:spPr bwMode="auto">
              <a:xfrm>
                <a:off x="4908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7" name="Rectangle 109"/>
              <p:cNvSpPr>
                <a:spLocks noChangeArrowheads="1"/>
              </p:cNvSpPr>
              <p:nvPr/>
            </p:nvSpPr>
            <p:spPr bwMode="auto">
              <a:xfrm>
                <a:off x="5052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8" name="Rectangle 110"/>
              <p:cNvSpPr>
                <a:spLocks noChangeArrowheads="1"/>
              </p:cNvSpPr>
              <p:nvPr/>
            </p:nvSpPr>
            <p:spPr bwMode="auto">
              <a:xfrm>
                <a:off x="5191" y="181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19" name="Rectangle 111"/>
              <p:cNvSpPr>
                <a:spLocks noChangeArrowheads="1"/>
              </p:cNvSpPr>
              <p:nvPr/>
            </p:nvSpPr>
            <p:spPr bwMode="auto">
              <a:xfrm>
                <a:off x="4476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0" name="Rectangle 112"/>
              <p:cNvSpPr>
                <a:spLocks noChangeArrowheads="1"/>
              </p:cNvSpPr>
              <p:nvPr/>
            </p:nvSpPr>
            <p:spPr bwMode="auto">
              <a:xfrm>
                <a:off x="4620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1" name="Rectangle 113"/>
              <p:cNvSpPr>
                <a:spLocks noChangeArrowheads="1"/>
              </p:cNvSpPr>
              <p:nvPr/>
            </p:nvSpPr>
            <p:spPr bwMode="auto">
              <a:xfrm>
                <a:off x="4764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2" name="Rectangle 114"/>
              <p:cNvSpPr>
                <a:spLocks noChangeArrowheads="1"/>
              </p:cNvSpPr>
              <p:nvPr/>
            </p:nvSpPr>
            <p:spPr bwMode="auto">
              <a:xfrm>
                <a:off x="4908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3" name="Rectangle 115"/>
              <p:cNvSpPr>
                <a:spLocks noChangeArrowheads="1"/>
              </p:cNvSpPr>
              <p:nvPr/>
            </p:nvSpPr>
            <p:spPr bwMode="auto">
              <a:xfrm>
                <a:off x="5052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4" name="Rectangle 116"/>
              <p:cNvSpPr>
                <a:spLocks noChangeArrowheads="1"/>
              </p:cNvSpPr>
              <p:nvPr/>
            </p:nvSpPr>
            <p:spPr bwMode="auto">
              <a:xfrm>
                <a:off x="5191" y="196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5" name="Rectangle 117"/>
              <p:cNvSpPr>
                <a:spLocks noChangeArrowheads="1"/>
              </p:cNvSpPr>
              <p:nvPr/>
            </p:nvSpPr>
            <p:spPr bwMode="auto">
              <a:xfrm>
                <a:off x="4476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6" name="Rectangle 118"/>
              <p:cNvSpPr>
                <a:spLocks noChangeArrowheads="1"/>
              </p:cNvSpPr>
              <p:nvPr/>
            </p:nvSpPr>
            <p:spPr bwMode="auto">
              <a:xfrm>
                <a:off x="4620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7" name="Rectangle 119"/>
              <p:cNvSpPr>
                <a:spLocks noChangeArrowheads="1"/>
              </p:cNvSpPr>
              <p:nvPr/>
            </p:nvSpPr>
            <p:spPr bwMode="auto">
              <a:xfrm>
                <a:off x="4764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8" name="Rectangle 120"/>
              <p:cNvSpPr>
                <a:spLocks noChangeArrowheads="1"/>
              </p:cNvSpPr>
              <p:nvPr/>
            </p:nvSpPr>
            <p:spPr bwMode="auto">
              <a:xfrm>
                <a:off x="4908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29" name="Rectangle 121"/>
              <p:cNvSpPr>
                <a:spLocks noChangeArrowheads="1"/>
              </p:cNvSpPr>
              <p:nvPr/>
            </p:nvSpPr>
            <p:spPr bwMode="auto">
              <a:xfrm>
                <a:off x="5052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0" name="Rectangle 122"/>
              <p:cNvSpPr>
                <a:spLocks noChangeArrowheads="1"/>
              </p:cNvSpPr>
              <p:nvPr/>
            </p:nvSpPr>
            <p:spPr bwMode="auto">
              <a:xfrm>
                <a:off x="5191" y="2104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1" name="Rectangle 123"/>
              <p:cNvSpPr>
                <a:spLocks noChangeArrowheads="1"/>
              </p:cNvSpPr>
              <p:nvPr/>
            </p:nvSpPr>
            <p:spPr bwMode="auto">
              <a:xfrm>
                <a:off x="4476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2" name="Rectangle 124"/>
              <p:cNvSpPr>
                <a:spLocks noChangeArrowheads="1"/>
              </p:cNvSpPr>
              <p:nvPr/>
            </p:nvSpPr>
            <p:spPr bwMode="auto">
              <a:xfrm>
                <a:off x="4620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3" name="Rectangle 125"/>
              <p:cNvSpPr>
                <a:spLocks noChangeArrowheads="1"/>
              </p:cNvSpPr>
              <p:nvPr/>
            </p:nvSpPr>
            <p:spPr bwMode="auto">
              <a:xfrm>
                <a:off x="4764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4" name="Rectangle 126"/>
              <p:cNvSpPr>
                <a:spLocks noChangeArrowheads="1"/>
              </p:cNvSpPr>
              <p:nvPr/>
            </p:nvSpPr>
            <p:spPr bwMode="auto">
              <a:xfrm>
                <a:off x="4908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5" name="Rectangle 127"/>
              <p:cNvSpPr>
                <a:spLocks noChangeArrowheads="1"/>
              </p:cNvSpPr>
              <p:nvPr/>
            </p:nvSpPr>
            <p:spPr bwMode="auto">
              <a:xfrm>
                <a:off x="5052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6" name="Rectangle 128"/>
              <p:cNvSpPr>
                <a:spLocks noChangeArrowheads="1"/>
              </p:cNvSpPr>
              <p:nvPr/>
            </p:nvSpPr>
            <p:spPr bwMode="auto">
              <a:xfrm>
                <a:off x="5191" y="224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7" name="Rectangle 129"/>
              <p:cNvSpPr>
                <a:spLocks noChangeArrowheads="1"/>
              </p:cNvSpPr>
              <p:nvPr/>
            </p:nvSpPr>
            <p:spPr bwMode="auto">
              <a:xfrm>
                <a:off x="4476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8" name="Rectangle 130"/>
              <p:cNvSpPr>
                <a:spLocks noChangeArrowheads="1"/>
              </p:cNvSpPr>
              <p:nvPr/>
            </p:nvSpPr>
            <p:spPr bwMode="auto">
              <a:xfrm>
                <a:off x="4620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39" name="Rectangle 131"/>
              <p:cNvSpPr>
                <a:spLocks noChangeArrowheads="1"/>
              </p:cNvSpPr>
              <p:nvPr/>
            </p:nvSpPr>
            <p:spPr bwMode="auto">
              <a:xfrm>
                <a:off x="4764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0" name="Rectangle 132"/>
              <p:cNvSpPr>
                <a:spLocks noChangeArrowheads="1"/>
              </p:cNvSpPr>
              <p:nvPr/>
            </p:nvSpPr>
            <p:spPr bwMode="auto">
              <a:xfrm>
                <a:off x="4908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1" name="Rectangle 133"/>
              <p:cNvSpPr>
                <a:spLocks noChangeArrowheads="1"/>
              </p:cNvSpPr>
              <p:nvPr/>
            </p:nvSpPr>
            <p:spPr bwMode="auto">
              <a:xfrm>
                <a:off x="5052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2" name="Rectangle 134"/>
              <p:cNvSpPr>
                <a:spLocks noChangeArrowheads="1"/>
              </p:cNvSpPr>
              <p:nvPr/>
            </p:nvSpPr>
            <p:spPr bwMode="auto">
              <a:xfrm>
                <a:off x="5191" y="2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3" name="Rectangle 135"/>
              <p:cNvSpPr>
                <a:spLocks noChangeArrowheads="1"/>
              </p:cNvSpPr>
              <p:nvPr/>
            </p:nvSpPr>
            <p:spPr bwMode="auto">
              <a:xfrm>
                <a:off x="4476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4" name="Rectangle 136"/>
              <p:cNvSpPr>
                <a:spLocks noChangeArrowheads="1"/>
              </p:cNvSpPr>
              <p:nvPr/>
            </p:nvSpPr>
            <p:spPr bwMode="auto">
              <a:xfrm>
                <a:off x="4620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5" name="Rectangle 137"/>
              <p:cNvSpPr>
                <a:spLocks noChangeArrowheads="1"/>
              </p:cNvSpPr>
              <p:nvPr/>
            </p:nvSpPr>
            <p:spPr bwMode="auto">
              <a:xfrm>
                <a:off x="4764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6" name="Rectangle 138"/>
              <p:cNvSpPr>
                <a:spLocks noChangeArrowheads="1"/>
              </p:cNvSpPr>
              <p:nvPr/>
            </p:nvSpPr>
            <p:spPr bwMode="auto">
              <a:xfrm>
                <a:off x="4908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7" name="Rectangle 139"/>
              <p:cNvSpPr>
                <a:spLocks noChangeArrowheads="1"/>
              </p:cNvSpPr>
              <p:nvPr/>
            </p:nvSpPr>
            <p:spPr bwMode="auto">
              <a:xfrm>
                <a:off x="5052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8" name="Rectangle 140"/>
              <p:cNvSpPr>
                <a:spLocks noChangeArrowheads="1"/>
              </p:cNvSpPr>
              <p:nvPr/>
            </p:nvSpPr>
            <p:spPr bwMode="auto">
              <a:xfrm>
                <a:off x="5191" y="2525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49" name="Rectangle 141"/>
              <p:cNvSpPr>
                <a:spLocks noChangeArrowheads="1"/>
              </p:cNvSpPr>
              <p:nvPr/>
            </p:nvSpPr>
            <p:spPr bwMode="auto">
              <a:xfrm>
                <a:off x="4476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0" name="Rectangle 142"/>
              <p:cNvSpPr>
                <a:spLocks noChangeArrowheads="1"/>
              </p:cNvSpPr>
              <p:nvPr/>
            </p:nvSpPr>
            <p:spPr bwMode="auto">
              <a:xfrm>
                <a:off x="4620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1" name="Rectangle 143"/>
              <p:cNvSpPr>
                <a:spLocks noChangeArrowheads="1"/>
              </p:cNvSpPr>
              <p:nvPr/>
            </p:nvSpPr>
            <p:spPr bwMode="auto">
              <a:xfrm>
                <a:off x="4764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2" name="Rectangle 144"/>
              <p:cNvSpPr>
                <a:spLocks noChangeArrowheads="1"/>
              </p:cNvSpPr>
              <p:nvPr/>
            </p:nvSpPr>
            <p:spPr bwMode="auto">
              <a:xfrm>
                <a:off x="4908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3" name="Rectangle 145"/>
              <p:cNvSpPr>
                <a:spLocks noChangeArrowheads="1"/>
              </p:cNvSpPr>
              <p:nvPr/>
            </p:nvSpPr>
            <p:spPr bwMode="auto">
              <a:xfrm>
                <a:off x="5052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4" name="Rectangle 146"/>
              <p:cNvSpPr>
                <a:spLocks noChangeArrowheads="1"/>
              </p:cNvSpPr>
              <p:nvPr/>
            </p:nvSpPr>
            <p:spPr bwMode="auto">
              <a:xfrm>
                <a:off x="5191" y="2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5" name="Rectangle 147"/>
              <p:cNvSpPr>
                <a:spLocks noChangeArrowheads="1"/>
              </p:cNvSpPr>
              <p:nvPr/>
            </p:nvSpPr>
            <p:spPr bwMode="auto">
              <a:xfrm>
                <a:off x="4476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6" name="Rectangle 148"/>
              <p:cNvSpPr>
                <a:spLocks noChangeArrowheads="1"/>
              </p:cNvSpPr>
              <p:nvPr/>
            </p:nvSpPr>
            <p:spPr bwMode="auto">
              <a:xfrm>
                <a:off x="4620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7" name="Rectangle 149"/>
              <p:cNvSpPr>
                <a:spLocks noChangeArrowheads="1"/>
              </p:cNvSpPr>
              <p:nvPr/>
            </p:nvSpPr>
            <p:spPr bwMode="auto">
              <a:xfrm>
                <a:off x="4764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8" name="Rectangle 150"/>
              <p:cNvSpPr>
                <a:spLocks noChangeArrowheads="1"/>
              </p:cNvSpPr>
              <p:nvPr/>
            </p:nvSpPr>
            <p:spPr bwMode="auto">
              <a:xfrm>
                <a:off x="4908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59" name="Rectangle 151"/>
              <p:cNvSpPr>
                <a:spLocks noChangeArrowheads="1"/>
              </p:cNvSpPr>
              <p:nvPr/>
            </p:nvSpPr>
            <p:spPr bwMode="auto">
              <a:xfrm>
                <a:off x="5052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0" name="Rectangle 152"/>
              <p:cNvSpPr>
                <a:spLocks noChangeArrowheads="1"/>
              </p:cNvSpPr>
              <p:nvPr/>
            </p:nvSpPr>
            <p:spPr bwMode="auto">
              <a:xfrm>
                <a:off x="5191" y="281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1" name="Rectangle 153"/>
              <p:cNvSpPr>
                <a:spLocks noChangeArrowheads="1"/>
              </p:cNvSpPr>
              <p:nvPr/>
            </p:nvSpPr>
            <p:spPr bwMode="auto">
              <a:xfrm>
                <a:off x="4476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2" name="Rectangle 154"/>
              <p:cNvSpPr>
                <a:spLocks noChangeArrowheads="1"/>
              </p:cNvSpPr>
              <p:nvPr/>
            </p:nvSpPr>
            <p:spPr bwMode="auto">
              <a:xfrm>
                <a:off x="4620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3" name="Rectangle 155"/>
              <p:cNvSpPr>
                <a:spLocks noChangeArrowheads="1"/>
              </p:cNvSpPr>
              <p:nvPr/>
            </p:nvSpPr>
            <p:spPr bwMode="auto">
              <a:xfrm>
                <a:off x="4764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4" name="Rectangle 156"/>
              <p:cNvSpPr>
                <a:spLocks noChangeArrowheads="1"/>
              </p:cNvSpPr>
              <p:nvPr/>
            </p:nvSpPr>
            <p:spPr bwMode="auto">
              <a:xfrm>
                <a:off x="4908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5" name="Rectangle 157"/>
              <p:cNvSpPr>
                <a:spLocks noChangeArrowheads="1"/>
              </p:cNvSpPr>
              <p:nvPr/>
            </p:nvSpPr>
            <p:spPr bwMode="auto">
              <a:xfrm>
                <a:off x="5052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6" name="Rectangle 158"/>
              <p:cNvSpPr>
                <a:spLocks noChangeArrowheads="1"/>
              </p:cNvSpPr>
              <p:nvPr/>
            </p:nvSpPr>
            <p:spPr bwMode="auto">
              <a:xfrm>
                <a:off x="5191" y="295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7" name="Rectangle 159"/>
              <p:cNvSpPr>
                <a:spLocks noChangeArrowheads="1"/>
              </p:cNvSpPr>
              <p:nvPr/>
            </p:nvSpPr>
            <p:spPr bwMode="auto">
              <a:xfrm>
                <a:off x="4476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8" name="Rectangle 160"/>
              <p:cNvSpPr>
                <a:spLocks noChangeArrowheads="1"/>
              </p:cNvSpPr>
              <p:nvPr/>
            </p:nvSpPr>
            <p:spPr bwMode="auto">
              <a:xfrm>
                <a:off x="4620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69" name="Rectangle 161"/>
              <p:cNvSpPr>
                <a:spLocks noChangeArrowheads="1"/>
              </p:cNvSpPr>
              <p:nvPr/>
            </p:nvSpPr>
            <p:spPr bwMode="auto">
              <a:xfrm>
                <a:off x="4764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0" name="Rectangle 162"/>
              <p:cNvSpPr>
                <a:spLocks noChangeArrowheads="1"/>
              </p:cNvSpPr>
              <p:nvPr/>
            </p:nvSpPr>
            <p:spPr bwMode="auto">
              <a:xfrm>
                <a:off x="4908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1" name="Rectangle 163"/>
              <p:cNvSpPr>
                <a:spLocks noChangeArrowheads="1"/>
              </p:cNvSpPr>
              <p:nvPr/>
            </p:nvSpPr>
            <p:spPr bwMode="auto">
              <a:xfrm>
                <a:off x="5052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2" name="Rectangle 164"/>
              <p:cNvSpPr>
                <a:spLocks noChangeArrowheads="1"/>
              </p:cNvSpPr>
              <p:nvPr/>
            </p:nvSpPr>
            <p:spPr bwMode="auto">
              <a:xfrm>
                <a:off x="5191" y="309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3" name="Rectangle 165"/>
              <p:cNvSpPr>
                <a:spLocks noChangeArrowheads="1"/>
              </p:cNvSpPr>
              <p:nvPr/>
            </p:nvSpPr>
            <p:spPr bwMode="auto">
              <a:xfrm>
                <a:off x="3052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4" name="Rectangle 166"/>
              <p:cNvSpPr>
                <a:spLocks noChangeArrowheads="1"/>
              </p:cNvSpPr>
              <p:nvPr/>
            </p:nvSpPr>
            <p:spPr bwMode="auto">
              <a:xfrm>
                <a:off x="3195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5" name="Rectangle 167"/>
              <p:cNvSpPr>
                <a:spLocks noChangeArrowheads="1"/>
              </p:cNvSpPr>
              <p:nvPr/>
            </p:nvSpPr>
            <p:spPr bwMode="auto">
              <a:xfrm>
                <a:off x="3339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6" name="Rectangle 168"/>
              <p:cNvSpPr>
                <a:spLocks noChangeArrowheads="1"/>
              </p:cNvSpPr>
              <p:nvPr/>
            </p:nvSpPr>
            <p:spPr bwMode="auto">
              <a:xfrm>
                <a:off x="3483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7" name="Rectangle 169"/>
              <p:cNvSpPr>
                <a:spLocks noChangeArrowheads="1"/>
              </p:cNvSpPr>
              <p:nvPr/>
            </p:nvSpPr>
            <p:spPr bwMode="auto">
              <a:xfrm>
                <a:off x="3627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8" name="Rectangle 170"/>
              <p:cNvSpPr>
                <a:spLocks noChangeArrowheads="1"/>
              </p:cNvSpPr>
              <p:nvPr/>
            </p:nvSpPr>
            <p:spPr bwMode="auto">
              <a:xfrm>
                <a:off x="3766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79" name="Rectangle 171"/>
              <p:cNvSpPr>
                <a:spLocks noChangeArrowheads="1"/>
              </p:cNvSpPr>
              <p:nvPr/>
            </p:nvSpPr>
            <p:spPr bwMode="auto">
              <a:xfrm>
                <a:off x="3910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0" name="Rectangle 172"/>
              <p:cNvSpPr>
                <a:spLocks noChangeArrowheads="1"/>
              </p:cNvSpPr>
              <p:nvPr/>
            </p:nvSpPr>
            <p:spPr bwMode="auto">
              <a:xfrm>
                <a:off x="4054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1" name="Rectangle 173"/>
              <p:cNvSpPr>
                <a:spLocks noChangeArrowheads="1"/>
              </p:cNvSpPr>
              <p:nvPr/>
            </p:nvSpPr>
            <p:spPr bwMode="auto">
              <a:xfrm>
                <a:off x="4198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2" name="Rectangle 174"/>
              <p:cNvSpPr>
                <a:spLocks noChangeArrowheads="1"/>
              </p:cNvSpPr>
              <p:nvPr/>
            </p:nvSpPr>
            <p:spPr bwMode="auto">
              <a:xfrm>
                <a:off x="4337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3" name="Rectangle 175"/>
              <p:cNvSpPr>
                <a:spLocks noChangeArrowheads="1"/>
              </p:cNvSpPr>
              <p:nvPr/>
            </p:nvSpPr>
            <p:spPr bwMode="auto">
              <a:xfrm>
                <a:off x="3052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4" name="Rectangle 176"/>
              <p:cNvSpPr>
                <a:spLocks noChangeArrowheads="1"/>
              </p:cNvSpPr>
              <p:nvPr/>
            </p:nvSpPr>
            <p:spPr bwMode="auto">
              <a:xfrm>
                <a:off x="3195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5" name="Rectangle 177"/>
              <p:cNvSpPr>
                <a:spLocks noChangeArrowheads="1"/>
              </p:cNvSpPr>
              <p:nvPr/>
            </p:nvSpPr>
            <p:spPr bwMode="auto">
              <a:xfrm>
                <a:off x="3339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6" name="Rectangle 178"/>
              <p:cNvSpPr>
                <a:spLocks noChangeArrowheads="1"/>
              </p:cNvSpPr>
              <p:nvPr/>
            </p:nvSpPr>
            <p:spPr bwMode="auto">
              <a:xfrm>
                <a:off x="3483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7" name="Rectangle 179"/>
              <p:cNvSpPr>
                <a:spLocks noChangeArrowheads="1"/>
              </p:cNvSpPr>
              <p:nvPr/>
            </p:nvSpPr>
            <p:spPr bwMode="auto">
              <a:xfrm>
                <a:off x="3627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8" name="Rectangle 180"/>
              <p:cNvSpPr>
                <a:spLocks noChangeArrowheads="1"/>
              </p:cNvSpPr>
              <p:nvPr/>
            </p:nvSpPr>
            <p:spPr bwMode="auto">
              <a:xfrm>
                <a:off x="3766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89" name="Rectangle 181"/>
              <p:cNvSpPr>
                <a:spLocks noChangeArrowheads="1"/>
              </p:cNvSpPr>
              <p:nvPr/>
            </p:nvSpPr>
            <p:spPr bwMode="auto">
              <a:xfrm>
                <a:off x="3910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0" name="Rectangle 182"/>
              <p:cNvSpPr>
                <a:spLocks noChangeArrowheads="1"/>
              </p:cNvSpPr>
              <p:nvPr/>
            </p:nvSpPr>
            <p:spPr bwMode="auto">
              <a:xfrm>
                <a:off x="4054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1" name="Rectangle 183"/>
              <p:cNvSpPr>
                <a:spLocks noChangeArrowheads="1"/>
              </p:cNvSpPr>
              <p:nvPr/>
            </p:nvSpPr>
            <p:spPr bwMode="auto">
              <a:xfrm>
                <a:off x="4198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2" name="Rectangle 184"/>
              <p:cNvSpPr>
                <a:spLocks noChangeArrowheads="1"/>
              </p:cNvSpPr>
              <p:nvPr/>
            </p:nvSpPr>
            <p:spPr bwMode="auto">
              <a:xfrm>
                <a:off x="4337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3" name="Rectangle 185"/>
              <p:cNvSpPr>
                <a:spLocks noChangeArrowheads="1"/>
              </p:cNvSpPr>
              <p:nvPr/>
            </p:nvSpPr>
            <p:spPr bwMode="auto">
              <a:xfrm>
                <a:off x="3052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4" name="Rectangle 186"/>
              <p:cNvSpPr>
                <a:spLocks noChangeArrowheads="1"/>
              </p:cNvSpPr>
              <p:nvPr/>
            </p:nvSpPr>
            <p:spPr bwMode="auto">
              <a:xfrm>
                <a:off x="3195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5" name="Rectangle 187"/>
              <p:cNvSpPr>
                <a:spLocks noChangeArrowheads="1"/>
              </p:cNvSpPr>
              <p:nvPr/>
            </p:nvSpPr>
            <p:spPr bwMode="auto">
              <a:xfrm>
                <a:off x="3339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6" name="Rectangle 188"/>
              <p:cNvSpPr>
                <a:spLocks noChangeArrowheads="1"/>
              </p:cNvSpPr>
              <p:nvPr/>
            </p:nvSpPr>
            <p:spPr bwMode="auto">
              <a:xfrm>
                <a:off x="3483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7" name="Rectangle 189"/>
              <p:cNvSpPr>
                <a:spLocks noChangeArrowheads="1"/>
              </p:cNvSpPr>
              <p:nvPr/>
            </p:nvSpPr>
            <p:spPr bwMode="auto">
              <a:xfrm>
                <a:off x="3627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8" name="Rectangle 190"/>
              <p:cNvSpPr>
                <a:spLocks noChangeArrowheads="1"/>
              </p:cNvSpPr>
              <p:nvPr/>
            </p:nvSpPr>
            <p:spPr bwMode="auto">
              <a:xfrm>
                <a:off x="3766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499" name="Rectangle 191"/>
              <p:cNvSpPr>
                <a:spLocks noChangeArrowheads="1"/>
              </p:cNvSpPr>
              <p:nvPr/>
            </p:nvSpPr>
            <p:spPr bwMode="auto">
              <a:xfrm>
                <a:off x="3910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0" name="Rectangle 192"/>
              <p:cNvSpPr>
                <a:spLocks noChangeArrowheads="1"/>
              </p:cNvSpPr>
              <p:nvPr/>
            </p:nvSpPr>
            <p:spPr bwMode="auto">
              <a:xfrm>
                <a:off x="4054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1" name="Rectangle 193"/>
              <p:cNvSpPr>
                <a:spLocks noChangeArrowheads="1"/>
              </p:cNvSpPr>
              <p:nvPr/>
            </p:nvSpPr>
            <p:spPr bwMode="auto">
              <a:xfrm>
                <a:off x="4198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2" name="Rectangle 194"/>
              <p:cNvSpPr>
                <a:spLocks noChangeArrowheads="1"/>
              </p:cNvSpPr>
              <p:nvPr/>
            </p:nvSpPr>
            <p:spPr bwMode="auto">
              <a:xfrm>
                <a:off x="4337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3" name="Rectangle 195"/>
              <p:cNvSpPr>
                <a:spLocks noChangeArrowheads="1"/>
              </p:cNvSpPr>
              <p:nvPr/>
            </p:nvSpPr>
            <p:spPr bwMode="auto">
              <a:xfrm>
                <a:off x="3052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4" name="Rectangle 196"/>
              <p:cNvSpPr>
                <a:spLocks noChangeArrowheads="1"/>
              </p:cNvSpPr>
              <p:nvPr/>
            </p:nvSpPr>
            <p:spPr bwMode="auto">
              <a:xfrm>
                <a:off x="3195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5" name="Rectangle 197"/>
              <p:cNvSpPr>
                <a:spLocks noChangeArrowheads="1"/>
              </p:cNvSpPr>
              <p:nvPr/>
            </p:nvSpPr>
            <p:spPr bwMode="auto">
              <a:xfrm>
                <a:off x="3339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6" name="Rectangle 198"/>
              <p:cNvSpPr>
                <a:spLocks noChangeArrowheads="1"/>
              </p:cNvSpPr>
              <p:nvPr/>
            </p:nvSpPr>
            <p:spPr bwMode="auto">
              <a:xfrm>
                <a:off x="3483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7" name="Rectangle 199"/>
              <p:cNvSpPr>
                <a:spLocks noChangeArrowheads="1"/>
              </p:cNvSpPr>
              <p:nvPr/>
            </p:nvSpPr>
            <p:spPr bwMode="auto">
              <a:xfrm>
                <a:off x="3627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8" name="Rectangle 200"/>
              <p:cNvSpPr>
                <a:spLocks noChangeArrowheads="1"/>
              </p:cNvSpPr>
              <p:nvPr/>
            </p:nvSpPr>
            <p:spPr bwMode="auto">
              <a:xfrm>
                <a:off x="3766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09" name="Rectangle 201"/>
              <p:cNvSpPr>
                <a:spLocks noChangeArrowheads="1"/>
              </p:cNvSpPr>
              <p:nvPr/>
            </p:nvSpPr>
            <p:spPr bwMode="auto">
              <a:xfrm>
                <a:off x="3910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0" name="Rectangle 202"/>
              <p:cNvSpPr>
                <a:spLocks noChangeArrowheads="1"/>
              </p:cNvSpPr>
              <p:nvPr/>
            </p:nvSpPr>
            <p:spPr bwMode="auto">
              <a:xfrm>
                <a:off x="4054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1" name="Rectangle 203"/>
              <p:cNvSpPr>
                <a:spLocks noChangeArrowheads="1"/>
              </p:cNvSpPr>
              <p:nvPr/>
            </p:nvSpPr>
            <p:spPr bwMode="auto">
              <a:xfrm>
                <a:off x="4198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2" name="Rectangle 204"/>
              <p:cNvSpPr>
                <a:spLocks noChangeArrowheads="1"/>
              </p:cNvSpPr>
              <p:nvPr/>
            </p:nvSpPr>
            <p:spPr bwMode="auto">
              <a:xfrm>
                <a:off x="4337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3" name="Rectangle 205"/>
              <p:cNvSpPr>
                <a:spLocks noChangeArrowheads="1"/>
              </p:cNvSpPr>
              <p:nvPr/>
            </p:nvSpPr>
            <p:spPr bwMode="auto">
              <a:xfrm>
                <a:off x="3052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4" name="Rectangle 206"/>
              <p:cNvSpPr>
                <a:spLocks noChangeArrowheads="1"/>
              </p:cNvSpPr>
              <p:nvPr/>
            </p:nvSpPr>
            <p:spPr bwMode="auto">
              <a:xfrm>
                <a:off x="3195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5" name="Rectangle 207"/>
              <p:cNvSpPr>
                <a:spLocks noChangeArrowheads="1"/>
              </p:cNvSpPr>
              <p:nvPr/>
            </p:nvSpPr>
            <p:spPr bwMode="auto">
              <a:xfrm>
                <a:off x="3339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6" name="Rectangle 208"/>
              <p:cNvSpPr>
                <a:spLocks noChangeArrowheads="1"/>
              </p:cNvSpPr>
              <p:nvPr/>
            </p:nvSpPr>
            <p:spPr bwMode="auto">
              <a:xfrm>
                <a:off x="3483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7" name="Rectangle 209"/>
              <p:cNvSpPr>
                <a:spLocks noChangeArrowheads="1"/>
              </p:cNvSpPr>
              <p:nvPr/>
            </p:nvSpPr>
            <p:spPr bwMode="auto">
              <a:xfrm>
                <a:off x="3627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8" name="Rectangle 210"/>
              <p:cNvSpPr>
                <a:spLocks noChangeArrowheads="1"/>
              </p:cNvSpPr>
              <p:nvPr/>
            </p:nvSpPr>
            <p:spPr bwMode="auto">
              <a:xfrm>
                <a:off x="3766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19" name="Rectangle 211"/>
              <p:cNvSpPr>
                <a:spLocks noChangeArrowheads="1"/>
              </p:cNvSpPr>
              <p:nvPr/>
            </p:nvSpPr>
            <p:spPr bwMode="auto">
              <a:xfrm>
                <a:off x="3910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0" name="Rectangle 212"/>
              <p:cNvSpPr>
                <a:spLocks noChangeArrowheads="1"/>
              </p:cNvSpPr>
              <p:nvPr/>
            </p:nvSpPr>
            <p:spPr bwMode="auto">
              <a:xfrm>
                <a:off x="4054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1" name="Rectangle 213"/>
              <p:cNvSpPr>
                <a:spLocks noChangeArrowheads="1"/>
              </p:cNvSpPr>
              <p:nvPr/>
            </p:nvSpPr>
            <p:spPr bwMode="auto">
              <a:xfrm>
                <a:off x="4198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2" name="Rectangle 214"/>
              <p:cNvSpPr>
                <a:spLocks noChangeArrowheads="1"/>
              </p:cNvSpPr>
              <p:nvPr/>
            </p:nvSpPr>
            <p:spPr bwMode="auto">
              <a:xfrm>
                <a:off x="4337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3" name="Rectangle 215"/>
              <p:cNvSpPr>
                <a:spLocks noChangeArrowheads="1"/>
              </p:cNvSpPr>
              <p:nvPr/>
            </p:nvSpPr>
            <p:spPr bwMode="auto">
              <a:xfrm>
                <a:off x="4476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4" name="Rectangle 216"/>
              <p:cNvSpPr>
                <a:spLocks noChangeArrowheads="1"/>
              </p:cNvSpPr>
              <p:nvPr/>
            </p:nvSpPr>
            <p:spPr bwMode="auto">
              <a:xfrm>
                <a:off x="4620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5" name="Rectangle 217"/>
              <p:cNvSpPr>
                <a:spLocks noChangeArrowheads="1"/>
              </p:cNvSpPr>
              <p:nvPr/>
            </p:nvSpPr>
            <p:spPr bwMode="auto">
              <a:xfrm>
                <a:off x="4764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6" name="Rectangle 218"/>
              <p:cNvSpPr>
                <a:spLocks noChangeArrowheads="1"/>
              </p:cNvSpPr>
              <p:nvPr/>
            </p:nvSpPr>
            <p:spPr bwMode="auto">
              <a:xfrm>
                <a:off x="4908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7" name="Rectangle 219"/>
              <p:cNvSpPr>
                <a:spLocks noChangeArrowheads="1"/>
              </p:cNvSpPr>
              <p:nvPr/>
            </p:nvSpPr>
            <p:spPr bwMode="auto">
              <a:xfrm>
                <a:off x="5052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8" name="Rectangle 220"/>
              <p:cNvSpPr>
                <a:spLocks noChangeArrowheads="1"/>
              </p:cNvSpPr>
              <p:nvPr/>
            </p:nvSpPr>
            <p:spPr bwMode="auto">
              <a:xfrm>
                <a:off x="5191" y="3241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29" name="Rectangle 221"/>
              <p:cNvSpPr>
                <a:spLocks noChangeArrowheads="1"/>
              </p:cNvSpPr>
              <p:nvPr/>
            </p:nvSpPr>
            <p:spPr bwMode="auto">
              <a:xfrm>
                <a:off x="4476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0" name="Rectangle 222"/>
              <p:cNvSpPr>
                <a:spLocks noChangeArrowheads="1"/>
              </p:cNvSpPr>
              <p:nvPr/>
            </p:nvSpPr>
            <p:spPr bwMode="auto">
              <a:xfrm>
                <a:off x="4620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1" name="Rectangle 223"/>
              <p:cNvSpPr>
                <a:spLocks noChangeArrowheads="1"/>
              </p:cNvSpPr>
              <p:nvPr/>
            </p:nvSpPr>
            <p:spPr bwMode="auto">
              <a:xfrm>
                <a:off x="4764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2" name="Rectangle 224"/>
              <p:cNvSpPr>
                <a:spLocks noChangeArrowheads="1"/>
              </p:cNvSpPr>
              <p:nvPr/>
            </p:nvSpPr>
            <p:spPr bwMode="auto">
              <a:xfrm>
                <a:off x="4908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3" name="Rectangle 225"/>
              <p:cNvSpPr>
                <a:spLocks noChangeArrowheads="1"/>
              </p:cNvSpPr>
              <p:nvPr/>
            </p:nvSpPr>
            <p:spPr bwMode="auto">
              <a:xfrm>
                <a:off x="5052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4" name="Rectangle 226"/>
              <p:cNvSpPr>
                <a:spLocks noChangeArrowheads="1"/>
              </p:cNvSpPr>
              <p:nvPr/>
            </p:nvSpPr>
            <p:spPr bwMode="auto">
              <a:xfrm>
                <a:off x="5191" y="3383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5" name="Rectangle 227"/>
              <p:cNvSpPr>
                <a:spLocks noChangeArrowheads="1"/>
              </p:cNvSpPr>
              <p:nvPr/>
            </p:nvSpPr>
            <p:spPr bwMode="auto">
              <a:xfrm>
                <a:off x="4476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6" name="Rectangle 228"/>
              <p:cNvSpPr>
                <a:spLocks noChangeArrowheads="1"/>
              </p:cNvSpPr>
              <p:nvPr/>
            </p:nvSpPr>
            <p:spPr bwMode="auto">
              <a:xfrm>
                <a:off x="4620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7" name="Rectangle 229"/>
              <p:cNvSpPr>
                <a:spLocks noChangeArrowheads="1"/>
              </p:cNvSpPr>
              <p:nvPr/>
            </p:nvSpPr>
            <p:spPr bwMode="auto">
              <a:xfrm>
                <a:off x="4764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8" name="Rectangle 230"/>
              <p:cNvSpPr>
                <a:spLocks noChangeArrowheads="1"/>
              </p:cNvSpPr>
              <p:nvPr/>
            </p:nvSpPr>
            <p:spPr bwMode="auto">
              <a:xfrm>
                <a:off x="4908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39" name="Rectangle 231"/>
              <p:cNvSpPr>
                <a:spLocks noChangeArrowheads="1"/>
              </p:cNvSpPr>
              <p:nvPr/>
            </p:nvSpPr>
            <p:spPr bwMode="auto">
              <a:xfrm>
                <a:off x="5052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0" name="Rectangle 232"/>
              <p:cNvSpPr>
                <a:spLocks noChangeArrowheads="1"/>
              </p:cNvSpPr>
              <p:nvPr/>
            </p:nvSpPr>
            <p:spPr bwMode="auto">
              <a:xfrm>
                <a:off x="5191" y="352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1" name="Rectangle 233"/>
              <p:cNvSpPr>
                <a:spLocks noChangeArrowheads="1"/>
              </p:cNvSpPr>
              <p:nvPr/>
            </p:nvSpPr>
            <p:spPr bwMode="auto">
              <a:xfrm>
                <a:off x="4476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2" name="Rectangle 234"/>
              <p:cNvSpPr>
                <a:spLocks noChangeArrowheads="1"/>
              </p:cNvSpPr>
              <p:nvPr/>
            </p:nvSpPr>
            <p:spPr bwMode="auto">
              <a:xfrm>
                <a:off x="4620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3" name="Rectangle 235"/>
              <p:cNvSpPr>
                <a:spLocks noChangeArrowheads="1"/>
              </p:cNvSpPr>
              <p:nvPr/>
            </p:nvSpPr>
            <p:spPr bwMode="auto">
              <a:xfrm>
                <a:off x="4764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4" name="Rectangle 236"/>
              <p:cNvSpPr>
                <a:spLocks noChangeArrowheads="1"/>
              </p:cNvSpPr>
              <p:nvPr/>
            </p:nvSpPr>
            <p:spPr bwMode="auto">
              <a:xfrm>
                <a:off x="4908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5" name="Rectangle 237"/>
              <p:cNvSpPr>
                <a:spLocks noChangeArrowheads="1"/>
              </p:cNvSpPr>
              <p:nvPr/>
            </p:nvSpPr>
            <p:spPr bwMode="auto">
              <a:xfrm>
                <a:off x="5052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6" name="Rectangle 238"/>
              <p:cNvSpPr>
                <a:spLocks noChangeArrowheads="1"/>
              </p:cNvSpPr>
              <p:nvPr/>
            </p:nvSpPr>
            <p:spPr bwMode="auto">
              <a:xfrm>
                <a:off x="5191" y="366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7" name="Rectangle 239"/>
              <p:cNvSpPr>
                <a:spLocks noChangeArrowheads="1"/>
              </p:cNvSpPr>
              <p:nvPr/>
            </p:nvSpPr>
            <p:spPr bwMode="auto">
              <a:xfrm>
                <a:off x="4476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8" name="Rectangle 240"/>
              <p:cNvSpPr>
                <a:spLocks noChangeArrowheads="1"/>
              </p:cNvSpPr>
              <p:nvPr/>
            </p:nvSpPr>
            <p:spPr bwMode="auto">
              <a:xfrm>
                <a:off x="4620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49" name="Rectangle 241"/>
              <p:cNvSpPr>
                <a:spLocks noChangeArrowheads="1"/>
              </p:cNvSpPr>
              <p:nvPr/>
            </p:nvSpPr>
            <p:spPr bwMode="auto">
              <a:xfrm>
                <a:off x="4764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50" name="Rectangle 242"/>
              <p:cNvSpPr>
                <a:spLocks noChangeArrowheads="1"/>
              </p:cNvSpPr>
              <p:nvPr/>
            </p:nvSpPr>
            <p:spPr bwMode="auto">
              <a:xfrm>
                <a:off x="4908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51" name="Rectangle 243"/>
              <p:cNvSpPr>
                <a:spLocks noChangeArrowheads="1"/>
              </p:cNvSpPr>
              <p:nvPr/>
            </p:nvSpPr>
            <p:spPr bwMode="auto">
              <a:xfrm>
                <a:off x="5052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552" name="Rectangle 244"/>
              <p:cNvSpPr>
                <a:spLocks noChangeArrowheads="1"/>
              </p:cNvSpPr>
              <p:nvPr/>
            </p:nvSpPr>
            <p:spPr bwMode="auto">
              <a:xfrm>
                <a:off x="5191" y="380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sp>
          <p:nvSpPr>
            <p:cNvPr id="12294" name="Line 245"/>
            <p:cNvSpPr>
              <a:spLocks noChangeShapeType="1"/>
            </p:cNvSpPr>
            <p:nvPr/>
          </p:nvSpPr>
          <p:spPr bwMode="auto">
            <a:xfrm>
              <a:off x="3052" y="1818"/>
              <a:ext cx="2414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295" name="Line 246"/>
            <p:cNvSpPr>
              <a:spLocks noChangeShapeType="1"/>
            </p:cNvSpPr>
            <p:nvPr/>
          </p:nvSpPr>
          <p:spPr bwMode="auto">
            <a:xfrm>
              <a:off x="3052" y="1818"/>
              <a:ext cx="0" cy="224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296" name="Text Box 247"/>
            <p:cNvSpPr txBox="1">
              <a:spLocks noChangeArrowheads="1"/>
            </p:cNvSpPr>
            <p:nvPr/>
          </p:nvSpPr>
          <p:spPr bwMode="auto">
            <a:xfrm>
              <a:off x="2721" y="1586"/>
              <a:ext cx="686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Origin</a:t>
              </a:r>
            </a:p>
          </p:txBody>
        </p:sp>
        <p:sp>
          <p:nvSpPr>
            <p:cNvPr id="12297" name="Text Box 248"/>
            <p:cNvSpPr txBox="1">
              <a:spLocks noChangeArrowheads="1"/>
            </p:cNvSpPr>
            <p:nvPr/>
          </p:nvSpPr>
          <p:spPr bwMode="auto">
            <a:xfrm>
              <a:off x="5329" y="1587"/>
              <a:ext cx="21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2298" name="Text Box 249"/>
            <p:cNvSpPr txBox="1">
              <a:spLocks noChangeArrowheads="1"/>
            </p:cNvSpPr>
            <p:nvPr/>
          </p:nvSpPr>
          <p:spPr bwMode="auto">
            <a:xfrm>
              <a:off x="2872" y="3926"/>
              <a:ext cx="2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2299" name="Text Box 250"/>
            <p:cNvSpPr txBox="1">
              <a:spLocks noChangeArrowheads="1"/>
            </p:cNvSpPr>
            <p:nvPr/>
          </p:nvSpPr>
          <p:spPr bwMode="auto">
            <a:xfrm>
              <a:off x="4482" y="3943"/>
              <a:ext cx="1279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Image f (x, y)</a:t>
              </a:r>
            </a:p>
          </p:txBody>
        </p:sp>
        <p:grpSp>
          <p:nvGrpSpPr>
            <p:cNvPr id="12300" name="Group 251"/>
            <p:cNvGrpSpPr>
              <a:grpSpLocks/>
            </p:cNvGrpSpPr>
            <p:nvPr/>
          </p:nvGrpSpPr>
          <p:grpSpPr bwMode="auto">
            <a:xfrm>
              <a:off x="4330" y="2807"/>
              <a:ext cx="429" cy="427"/>
              <a:chOff x="4330" y="2807"/>
              <a:chExt cx="429" cy="427"/>
            </a:xfrm>
          </p:grpSpPr>
          <p:sp>
            <p:nvSpPr>
              <p:cNvPr id="12304" name="Rectangle 252"/>
              <p:cNvSpPr>
                <a:spLocks noChangeArrowheads="1"/>
              </p:cNvSpPr>
              <p:nvPr/>
            </p:nvSpPr>
            <p:spPr bwMode="auto">
              <a:xfrm>
                <a:off x="4330" y="2807"/>
                <a:ext cx="141" cy="141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05" name="Rectangle 253"/>
              <p:cNvSpPr>
                <a:spLocks noChangeArrowheads="1"/>
              </p:cNvSpPr>
              <p:nvPr/>
            </p:nvSpPr>
            <p:spPr bwMode="auto">
              <a:xfrm>
                <a:off x="4474" y="2807"/>
                <a:ext cx="141" cy="141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06" name="Rectangle 254"/>
              <p:cNvSpPr>
                <a:spLocks noChangeArrowheads="1"/>
              </p:cNvSpPr>
              <p:nvPr/>
            </p:nvSpPr>
            <p:spPr bwMode="auto">
              <a:xfrm>
                <a:off x="4618" y="2807"/>
                <a:ext cx="141" cy="141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07" name="Rectangle 255"/>
              <p:cNvSpPr>
                <a:spLocks noChangeArrowheads="1"/>
              </p:cNvSpPr>
              <p:nvPr/>
            </p:nvSpPr>
            <p:spPr bwMode="auto">
              <a:xfrm>
                <a:off x="4330" y="2949"/>
                <a:ext cx="141" cy="141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08" name="Rectangle 256"/>
              <p:cNvSpPr>
                <a:spLocks noChangeArrowheads="1"/>
              </p:cNvSpPr>
              <p:nvPr/>
            </p:nvSpPr>
            <p:spPr bwMode="auto">
              <a:xfrm>
                <a:off x="4474" y="2949"/>
                <a:ext cx="141" cy="141"/>
              </a:xfrm>
              <a:prstGeom prst="rect">
                <a:avLst/>
              </a:prstGeom>
              <a:solidFill>
                <a:srgbClr val="000080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09" name="Rectangle 257"/>
              <p:cNvSpPr>
                <a:spLocks noChangeArrowheads="1"/>
              </p:cNvSpPr>
              <p:nvPr/>
            </p:nvSpPr>
            <p:spPr bwMode="auto">
              <a:xfrm>
                <a:off x="4618" y="2949"/>
                <a:ext cx="141" cy="141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10" name="Rectangle 258"/>
              <p:cNvSpPr>
                <a:spLocks noChangeArrowheads="1"/>
              </p:cNvSpPr>
              <p:nvPr/>
            </p:nvSpPr>
            <p:spPr bwMode="auto">
              <a:xfrm>
                <a:off x="4330" y="3093"/>
                <a:ext cx="141" cy="141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11" name="Rectangle 259"/>
              <p:cNvSpPr>
                <a:spLocks noChangeArrowheads="1"/>
              </p:cNvSpPr>
              <p:nvPr/>
            </p:nvSpPr>
            <p:spPr bwMode="auto">
              <a:xfrm>
                <a:off x="4474" y="3093"/>
                <a:ext cx="141" cy="141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2312" name="Rectangle 260"/>
              <p:cNvSpPr>
                <a:spLocks noChangeArrowheads="1"/>
              </p:cNvSpPr>
              <p:nvPr/>
            </p:nvSpPr>
            <p:spPr bwMode="auto">
              <a:xfrm>
                <a:off x="4618" y="3093"/>
                <a:ext cx="141" cy="141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sp>
          <p:nvSpPr>
            <p:cNvPr id="12301" name="Text Box 261"/>
            <p:cNvSpPr txBox="1">
              <a:spLocks noChangeArrowheads="1"/>
            </p:cNvSpPr>
            <p:nvPr/>
          </p:nvSpPr>
          <p:spPr bwMode="auto">
            <a:xfrm>
              <a:off x="5405" y="2797"/>
              <a:ext cx="49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(x, y)</a:t>
              </a:r>
            </a:p>
          </p:txBody>
        </p:sp>
        <p:cxnSp>
          <p:nvCxnSpPr>
            <p:cNvPr id="12302" name="AutoShape 262"/>
            <p:cNvCxnSpPr>
              <a:cxnSpLocks noChangeShapeType="1"/>
              <a:stCxn id="12301" idx="1"/>
            </p:cNvCxnSpPr>
            <p:nvPr/>
          </p:nvCxnSpPr>
          <p:spPr bwMode="auto">
            <a:xfrm flipH="1">
              <a:off x="3636" y="2746"/>
              <a:ext cx="882" cy="138"/>
            </a:xfrm>
            <a:prstGeom prst="curvedConnector3">
              <a:avLst>
                <a:gd name="adj1" fmla="val 50000"/>
              </a:avLst>
            </a:prstGeom>
            <a:noFill/>
            <a:ln w="22320">
              <a:solidFill>
                <a:srgbClr val="00008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3" name="Text Box 263"/>
            <p:cNvSpPr txBox="1">
              <a:spLocks noChangeArrowheads="1"/>
            </p:cNvSpPr>
            <p:nvPr/>
          </p:nvSpPr>
          <p:spPr bwMode="auto">
            <a:xfrm>
              <a:off x="3252" y="2896"/>
              <a:ext cx="1337" cy="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Neighbourhood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64534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Simple Neighbourhood Operations</a:t>
            </a: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Some simple neighbourhood operations include: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 b="1">
                <a:solidFill>
                  <a:srgbClr val="000000"/>
                </a:solidFill>
              </a:rPr>
              <a:t>Min:</a:t>
            </a:r>
            <a:r>
              <a:rPr lang="en-IE" altLang="en-US" sz="2800">
                <a:solidFill>
                  <a:srgbClr val="000000"/>
                </a:solidFill>
              </a:rPr>
              <a:t> Set the pixel value to the minimum in the neighbourhood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 b="1">
                <a:solidFill>
                  <a:srgbClr val="000000"/>
                </a:solidFill>
              </a:rPr>
              <a:t>Max:</a:t>
            </a:r>
            <a:r>
              <a:rPr lang="en-IE" altLang="en-US" sz="2800">
                <a:solidFill>
                  <a:srgbClr val="000000"/>
                </a:solidFill>
              </a:rPr>
              <a:t> Set the pixel value to the maximum in the neighbourhood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 b="1">
                <a:solidFill>
                  <a:srgbClr val="000000"/>
                </a:solidFill>
              </a:rPr>
              <a:t>Median:</a:t>
            </a:r>
            <a:r>
              <a:rPr lang="en-IE" altLang="en-US" sz="2800">
                <a:solidFill>
                  <a:srgbClr val="000000"/>
                </a:solidFill>
              </a:rPr>
              <a:t> The median value of a set of numbers is the midpoint value in that set (e.g. from the set [1, 7, 15, 18, 24] 15 is the median). Sometimes the median works better than the average</a:t>
            </a:r>
          </a:p>
        </p:txBody>
      </p:sp>
    </p:spTree>
    <p:extLst>
      <p:ext uri="{BB962C8B-B14F-4D97-AF65-F5344CB8AC3E}">
        <p14:creationId xmlns:p14="http://schemas.microsoft.com/office/powerpoint/2010/main" val="16356118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Simple Neighbourhood Operations Example</a:t>
            </a:r>
          </a:p>
        </p:txBody>
      </p:sp>
      <p:grpSp>
        <p:nvGrpSpPr>
          <p:cNvPr id="16387" name="Group 2"/>
          <p:cNvGrpSpPr>
            <a:grpSpLocks/>
          </p:cNvGrpSpPr>
          <p:nvPr/>
        </p:nvGrpSpPr>
        <p:grpSpPr bwMode="auto">
          <a:xfrm>
            <a:off x="1493838" y="1862138"/>
            <a:ext cx="4565651" cy="4119562"/>
            <a:chOff x="-19" y="1173"/>
            <a:chExt cx="2876" cy="2595"/>
          </a:xfrm>
        </p:grpSpPr>
        <p:sp>
          <p:nvSpPr>
            <p:cNvPr id="16440" name="Rectangle 3"/>
            <p:cNvSpPr>
              <a:spLocks noChangeArrowheads="1"/>
            </p:cNvSpPr>
            <p:nvPr/>
          </p:nvSpPr>
          <p:spPr bwMode="auto">
            <a:xfrm>
              <a:off x="158" y="1493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123</a:t>
              </a:r>
            </a:p>
          </p:txBody>
        </p:sp>
        <p:sp>
          <p:nvSpPr>
            <p:cNvPr id="16441" name="Rectangle 4"/>
            <p:cNvSpPr>
              <a:spLocks noChangeArrowheads="1"/>
            </p:cNvSpPr>
            <p:nvPr/>
          </p:nvSpPr>
          <p:spPr bwMode="auto">
            <a:xfrm>
              <a:off x="542" y="1493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127</a:t>
              </a:r>
            </a:p>
          </p:txBody>
        </p:sp>
        <p:sp>
          <p:nvSpPr>
            <p:cNvPr id="16442" name="Rectangle 5"/>
            <p:cNvSpPr>
              <a:spLocks noChangeArrowheads="1"/>
            </p:cNvSpPr>
            <p:nvPr/>
          </p:nvSpPr>
          <p:spPr bwMode="auto">
            <a:xfrm>
              <a:off x="923" y="1493"/>
              <a:ext cx="379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16443" name="Rectangle 6"/>
            <p:cNvSpPr>
              <a:spLocks noChangeArrowheads="1"/>
            </p:cNvSpPr>
            <p:nvPr/>
          </p:nvSpPr>
          <p:spPr bwMode="auto">
            <a:xfrm>
              <a:off x="1305" y="1493"/>
              <a:ext cx="380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119</a:t>
              </a:r>
            </a:p>
          </p:txBody>
        </p:sp>
        <p:sp>
          <p:nvSpPr>
            <p:cNvPr id="16444" name="Rectangle 7"/>
            <p:cNvSpPr>
              <a:spLocks noChangeArrowheads="1"/>
            </p:cNvSpPr>
            <p:nvPr/>
          </p:nvSpPr>
          <p:spPr bwMode="auto">
            <a:xfrm>
              <a:off x="1688" y="1493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115</a:t>
              </a:r>
            </a:p>
          </p:txBody>
        </p:sp>
        <p:sp>
          <p:nvSpPr>
            <p:cNvPr id="16445" name="Rectangle 8"/>
            <p:cNvSpPr>
              <a:spLocks noChangeArrowheads="1"/>
            </p:cNvSpPr>
            <p:nvPr/>
          </p:nvSpPr>
          <p:spPr bwMode="auto">
            <a:xfrm>
              <a:off x="2055" y="1493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130</a:t>
              </a:r>
            </a:p>
          </p:txBody>
        </p:sp>
        <p:sp>
          <p:nvSpPr>
            <p:cNvPr id="16446" name="Rectangle 9"/>
            <p:cNvSpPr>
              <a:spLocks noChangeArrowheads="1"/>
            </p:cNvSpPr>
            <p:nvPr/>
          </p:nvSpPr>
          <p:spPr bwMode="auto">
            <a:xfrm>
              <a:off x="158" y="1869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140</a:t>
              </a:r>
            </a:p>
          </p:txBody>
        </p:sp>
        <p:sp>
          <p:nvSpPr>
            <p:cNvPr id="16447" name="Rectangle 10"/>
            <p:cNvSpPr>
              <a:spLocks noChangeArrowheads="1"/>
            </p:cNvSpPr>
            <p:nvPr/>
          </p:nvSpPr>
          <p:spPr bwMode="auto">
            <a:xfrm>
              <a:off x="542" y="1869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145</a:t>
              </a:r>
            </a:p>
          </p:txBody>
        </p:sp>
        <p:sp>
          <p:nvSpPr>
            <p:cNvPr id="16448" name="Rectangle 11"/>
            <p:cNvSpPr>
              <a:spLocks noChangeArrowheads="1"/>
            </p:cNvSpPr>
            <p:nvPr/>
          </p:nvSpPr>
          <p:spPr bwMode="auto">
            <a:xfrm>
              <a:off x="923" y="1869"/>
              <a:ext cx="379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148</a:t>
              </a:r>
            </a:p>
          </p:txBody>
        </p:sp>
        <p:sp>
          <p:nvSpPr>
            <p:cNvPr id="16449" name="Rectangle 12"/>
            <p:cNvSpPr>
              <a:spLocks noChangeArrowheads="1"/>
            </p:cNvSpPr>
            <p:nvPr/>
          </p:nvSpPr>
          <p:spPr bwMode="auto">
            <a:xfrm>
              <a:off x="1305" y="1869"/>
              <a:ext cx="380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153</a:t>
              </a:r>
            </a:p>
          </p:txBody>
        </p:sp>
        <p:sp>
          <p:nvSpPr>
            <p:cNvPr id="16450" name="Rectangle 13"/>
            <p:cNvSpPr>
              <a:spLocks noChangeArrowheads="1"/>
            </p:cNvSpPr>
            <p:nvPr/>
          </p:nvSpPr>
          <p:spPr bwMode="auto">
            <a:xfrm>
              <a:off x="1688" y="1869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167</a:t>
              </a:r>
            </a:p>
          </p:txBody>
        </p:sp>
        <p:sp>
          <p:nvSpPr>
            <p:cNvPr id="16451" name="Rectangle 14"/>
            <p:cNvSpPr>
              <a:spLocks noChangeArrowheads="1"/>
            </p:cNvSpPr>
            <p:nvPr/>
          </p:nvSpPr>
          <p:spPr bwMode="auto">
            <a:xfrm>
              <a:off x="2055" y="1869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172</a:t>
              </a:r>
            </a:p>
          </p:txBody>
        </p:sp>
        <p:sp>
          <p:nvSpPr>
            <p:cNvPr id="16452" name="Rectangle 15"/>
            <p:cNvSpPr>
              <a:spLocks noChangeArrowheads="1"/>
            </p:cNvSpPr>
            <p:nvPr/>
          </p:nvSpPr>
          <p:spPr bwMode="auto">
            <a:xfrm>
              <a:off x="158" y="2252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133</a:t>
              </a:r>
            </a:p>
          </p:txBody>
        </p:sp>
        <p:sp>
          <p:nvSpPr>
            <p:cNvPr id="16453" name="Rectangle 16"/>
            <p:cNvSpPr>
              <a:spLocks noChangeArrowheads="1"/>
            </p:cNvSpPr>
            <p:nvPr/>
          </p:nvSpPr>
          <p:spPr bwMode="auto">
            <a:xfrm>
              <a:off x="542" y="2252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154</a:t>
              </a:r>
            </a:p>
          </p:txBody>
        </p:sp>
        <p:sp>
          <p:nvSpPr>
            <p:cNvPr id="16454" name="Rectangle 17"/>
            <p:cNvSpPr>
              <a:spLocks noChangeArrowheads="1"/>
            </p:cNvSpPr>
            <p:nvPr/>
          </p:nvSpPr>
          <p:spPr bwMode="auto">
            <a:xfrm>
              <a:off x="923" y="2252"/>
              <a:ext cx="379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183</a:t>
              </a:r>
            </a:p>
          </p:txBody>
        </p:sp>
        <p:sp>
          <p:nvSpPr>
            <p:cNvPr id="16455" name="Rectangle 18"/>
            <p:cNvSpPr>
              <a:spLocks noChangeArrowheads="1"/>
            </p:cNvSpPr>
            <p:nvPr/>
          </p:nvSpPr>
          <p:spPr bwMode="auto">
            <a:xfrm>
              <a:off x="1305" y="2252"/>
              <a:ext cx="380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192</a:t>
              </a:r>
            </a:p>
          </p:txBody>
        </p:sp>
        <p:sp>
          <p:nvSpPr>
            <p:cNvPr id="16456" name="Rectangle 19"/>
            <p:cNvSpPr>
              <a:spLocks noChangeArrowheads="1"/>
            </p:cNvSpPr>
            <p:nvPr/>
          </p:nvSpPr>
          <p:spPr bwMode="auto">
            <a:xfrm>
              <a:off x="1688" y="2252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194</a:t>
              </a:r>
            </a:p>
          </p:txBody>
        </p:sp>
        <p:sp>
          <p:nvSpPr>
            <p:cNvPr id="16457" name="Rectangle 20"/>
            <p:cNvSpPr>
              <a:spLocks noChangeArrowheads="1"/>
            </p:cNvSpPr>
            <p:nvPr/>
          </p:nvSpPr>
          <p:spPr bwMode="auto">
            <a:xfrm>
              <a:off x="2055" y="2252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191</a:t>
              </a:r>
            </a:p>
          </p:txBody>
        </p:sp>
        <p:sp>
          <p:nvSpPr>
            <p:cNvPr id="16458" name="Rectangle 21"/>
            <p:cNvSpPr>
              <a:spLocks noChangeArrowheads="1"/>
            </p:cNvSpPr>
            <p:nvPr/>
          </p:nvSpPr>
          <p:spPr bwMode="auto">
            <a:xfrm>
              <a:off x="158" y="2628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194</a:t>
              </a:r>
            </a:p>
          </p:txBody>
        </p:sp>
        <p:sp>
          <p:nvSpPr>
            <p:cNvPr id="16459" name="Rectangle 22"/>
            <p:cNvSpPr>
              <a:spLocks noChangeArrowheads="1"/>
            </p:cNvSpPr>
            <p:nvPr/>
          </p:nvSpPr>
          <p:spPr bwMode="auto">
            <a:xfrm>
              <a:off x="542" y="2628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199</a:t>
              </a:r>
            </a:p>
          </p:txBody>
        </p:sp>
        <p:sp>
          <p:nvSpPr>
            <p:cNvPr id="16460" name="Rectangle 23"/>
            <p:cNvSpPr>
              <a:spLocks noChangeArrowheads="1"/>
            </p:cNvSpPr>
            <p:nvPr/>
          </p:nvSpPr>
          <p:spPr bwMode="auto">
            <a:xfrm>
              <a:off x="923" y="2628"/>
              <a:ext cx="379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207</a:t>
              </a:r>
            </a:p>
          </p:txBody>
        </p:sp>
        <p:sp>
          <p:nvSpPr>
            <p:cNvPr id="16461" name="Rectangle 24"/>
            <p:cNvSpPr>
              <a:spLocks noChangeArrowheads="1"/>
            </p:cNvSpPr>
            <p:nvPr/>
          </p:nvSpPr>
          <p:spPr bwMode="auto">
            <a:xfrm>
              <a:off x="1305" y="2628"/>
              <a:ext cx="380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210</a:t>
              </a:r>
            </a:p>
          </p:txBody>
        </p:sp>
        <p:sp>
          <p:nvSpPr>
            <p:cNvPr id="16462" name="Rectangle 25"/>
            <p:cNvSpPr>
              <a:spLocks noChangeArrowheads="1"/>
            </p:cNvSpPr>
            <p:nvPr/>
          </p:nvSpPr>
          <p:spPr bwMode="auto">
            <a:xfrm>
              <a:off x="1688" y="2628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198</a:t>
              </a:r>
            </a:p>
          </p:txBody>
        </p:sp>
        <p:sp>
          <p:nvSpPr>
            <p:cNvPr id="16463" name="Rectangle 26"/>
            <p:cNvSpPr>
              <a:spLocks noChangeArrowheads="1"/>
            </p:cNvSpPr>
            <p:nvPr/>
          </p:nvSpPr>
          <p:spPr bwMode="auto">
            <a:xfrm>
              <a:off x="2055" y="2628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195</a:t>
              </a:r>
            </a:p>
          </p:txBody>
        </p:sp>
        <p:sp>
          <p:nvSpPr>
            <p:cNvPr id="16464" name="Rectangle 27"/>
            <p:cNvSpPr>
              <a:spLocks noChangeArrowheads="1"/>
            </p:cNvSpPr>
            <p:nvPr/>
          </p:nvSpPr>
          <p:spPr bwMode="auto">
            <a:xfrm>
              <a:off x="158" y="2993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164</a:t>
              </a:r>
            </a:p>
          </p:txBody>
        </p:sp>
        <p:sp>
          <p:nvSpPr>
            <p:cNvPr id="16465" name="Rectangle 28"/>
            <p:cNvSpPr>
              <a:spLocks noChangeArrowheads="1"/>
            </p:cNvSpPr>
            <p:nvPr/>
          </p:nvSpPr>
          <p:spPr bwMode="auto">
            <a:xfrm>
              <a:off x="542" y="2993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170</a:t>
              </a:r>
            </a:p>
          </p:txBody>
        </p:sp>
        <p:sp>
          <p:nvSpPr>
            <p:cNvPr id="16466" name="Rectangle 29"/>
            <p:cNvSpPr>
              <a:spLocks noChangeArrowheads="1"/>
            </p:cNvSpPr>
            <p:nvPr/>
          </p:nvSpPr>
          <p:spPr bwMode="auto">
            <a:xfrm>
              <a:off x="923" y="2993"/>
              <a:ext cx="379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175</a:t>
              </a:r>
            </a:p>
          </p:txBody>
        </p:sp>
        <p:sp>
          <p:nvSpPr>
            <p:cNvPr id="16467" name="Rectangle 30"/>
            <p:cNvSpPr>
              <a:spLocks noChangeArrowheads="1"/>
            </p:cNvSpPr>
            <p:nvPr/>
          </p:nvSpPr>
          <p:spPr bwMode="auto">
            <a:xfrm>
              <a:off x="1305" y="2993"/>
              <a:ext cx="380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162</a:t>
              </a:r>
            </a:p>
          </p:txBody>
        </p:sp>
        <p:sp>
          <p:nvSpPr>
            <p:cNvPr id="16468" name="Rectangle 31"/>
            <p:cNvSpPr>
              <a:spLocks noChangeArrowheads="1"/>
            </p:cNvSpPr>
            <p:nvPr/>
          </p:nvSpPr>
          <p:spPr bwMode="auto">
            <a:xfrm>
              <a:off x="1688" y="2993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173</a:t>
              </a:r>
            </a:p>
          </p:txBody>
        </p:sp>
        <p:sp>
          <p:nvSpPr>
            <p:cNvPr id="16469" name="Rectangle 32"/>
            <p:cNvSpPr>
              <a:spLocks noChangeArrowheads="1"/>
            </p:cNvSpPr>
            <p:nvPr/>
          </p:nvSpPr>
          <p:spPr bwMode="auto">
            <a:xfrm>
              <a:off x="2055" y="2993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151</a:t>
              </a:r>
            </a:p>
          </p:txBody>
        </p:sp>
        <p:sp>
          <p:nvSpPr>
            <p:cNvPr id="16470" name="Line 33"/>
            <p:cNvSpPr>
              <a:spLocks noChangeShapeType="1"/>
            </p:cNvSpPr>
            <p:nvPr/>
          </p:nvSpPr>
          <p:spPr bwMode="auto">
            <a:xfrm>
              <a:off x="158" y="1493"/>
              <a:ext cx="2600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71" name="Line 34"/>
            <p:cNvSpPr>
              <a:spLocks noChangeShapeType="1"/>
            </p:cNvSpPr>
            <p:nvPr/>
          </p:nvSpPr>
          <p:spPr bwMode="auto">
            <a:xfrm>
              <a:off x="158" y="1493"/>
              <a:ext cx="0" cy="213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72" name="Text Box 35"/>
            <p:cNvSpPr txBox="1">
              <a:spLocks noChangeArrowheads="1"/>
            </p:cNvSpPr>
            <p:nvPr/>
          </p:nvSpPr>
          <p:spPr bwMode="auto">
            <a:xfrm>
              <a:off x="85" y="1173"/>
              <a:ext cx="181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Original Image</a:t>
              </a:r>
            </a:p>
          </p:txBody>
        </p:sp>
        <p:sp>
          <p:nvSpPr>
            <p:cNvPr id="16473" name="Text Box 36"/>
            <p:cNvSpPr txBox="1">
              <a:spLocks noChangeArrowheads="1"/>
            </p:cNvSpPr>
            <p:nvPr/>
          </p:nvSpPr>
          <p:spPr bwMode="auto">
            <a:xfrm>
              <a:off x="2618" y="1218"/>
              <a:ext cx="2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22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6474" name="Text Box 37"/>
            <p:cNvSpPr txBox="1">
              <a:spLocks noChangeArrowheads="1"/>
            </p:cNvSpPr>
            <p:nvPr/>
          </p:nvSpPr>
          <p:spPr bwMode="auto">
            <a:xfrm>
              <a:off x="-19" y="3495"/>
              <a:ext cx="25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22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16388" name="Group 38"/>
          <p:cNvGrpSpPr>
            <a:grpSpLocks/>
          </p:cNvGrpSpPr>
          <p:nvPr/>
        </p:nvGrpSpPr>
        <p:grpSpPr bwMode="auto">
          <a:xfrm>
            <a:off x="6110289" y="1862138"/>
            <a:ext cx="4498975" cy="4108450"/>
            <a:chOff x="2889" y="1173"/>
            <a:chExt cx="2834" cy="2588"/>
          </a:xfrm>
        </p:grpSpPr>
        <p:sp>
          <p:nvSpPr>
            <p:cNvPr id="16405" name="Rectangle 39"/>
            <p:cNvSpPr>
              <a:spLocks noChangeArrowheads="1"/>
            </p:cNvSpPr>
            <p:nvPr/>
          </p:nvSpPr>
          <p:spPr bwMode="auto">
            <a:xfrm>
              <a:off x="3064" y="1490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06" name="Rectangle 40"/>
            <p:cNvSpPr>
              <a:spLocks noChangeArrowheads="1"/>
            </p:cNvSpPr>
            <p:nvPr/>
          </p:nvSpPr>
          <p:spPr bwMode="auto">
            <a:xfrm>
              <a:off x="3448" y="1490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07" name="Rectangle 41"/>
            <p:cNvSpPr>
              <a:spLocks noChangeArrowheads="1"/>
            </p:cNvSpPr>
            <p:nvPr/>
          </p:nvSpPr>
          <p:spPr bwMode="auto">
            <a:xfrm>
              <a:off x="3829" y="1490"/>
              <a:ext cx="379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08" name="Rectangle 42"/>
            <p:cNvSpPr>
              <a:spLocks noChangeArrowheads="1"/>
            </p:cNvSpPr>
            <p:nvPr/>
          </p:nvSpPr>
          <p:spPr bwMode="auto">
            <a:xfrm>
              <a:off x="4211" y="1490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09" name="Rectangle 43"/>
            <p:cNvSpPr>
              <a:spLocks noChangeArrowheads="1"/>
            </p:cNvSpPr>
            <p:nvPr/>
          </p:nvSpPr>
          <p:spPr bwMode="auto">
            <a:xfrm>
              <a:off x="4595" y="1490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0" name="Rectangle 44"/>
            <p:cNvSpPr>
              <a:spLocks noChangeArrowheads="1"/>
            </p:cNvSpPr>
            <p:nvPr/>
          </p:nvSpPr>
          <p:spPr bwMode="auto">
            <a:xfrm>
              <a:off x="4962" y="1490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1" name="Rectangle 45"/>
            <p:cNvSpPr>
              <a:spLocks noChangeArrowheads="1"/>
            </p:cNvSpPr>
            <p:nvPr/>
          </p:nvSpPr>
          <p:spPr bwMode="auto">
            <a:xfrm>
              <a:off x="3064" y="1865"/>
              <a:ext cx="381" cy="38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2" name="Rectangle 46"/>
            <p:cNvSpPr>
              <a:spLocks noChangeArrowheads="1"/>
            </p:cNvSpPr>
            <p:nvPr/>
          </p:nvSpPr>
          <p:spPr bwMode="auto">
            <a:xfrm>
              <a:off x="3448" y="1865"/>
              <a:ext cx="378" cy="38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3" name="Rectangle 47"/>
            <p:cNvSpPr>
              <a:spLocks noChangeArrowheads="1"/>
            </p:cNvSpPr>
            <p:nvPr/>
          </p:nvSpPr>
          <p:spPr bwMode="auto">
            <a:xfrm>
              <a:off x="3829" y="1865"/>
              <a:ext cx="379" cy="38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4" name="Rectangle 48"/>
            <p:cNvSpPr>
              <a:spLocks noChangeArrowheads="1"/>
            </p:cNvSpPr>
            <p:nvPr/>
          </p:nvSpPr>
          <p:spPr bwMode="auto">
            <a:xfrm>
              <a:off x="4211" y="1865"/>
              <a:ext cx="381" cy="38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5" name="Rectangle 49"/>
            <p:cNvSpPr>
              <a:spLocks noChangeArrowheads="1"/>
            </p:cNvSpPr>
            <p:nvPr/>
          </p:nvSpPr>
          <p:spPr bwMode="auto">
            <a:xfrm>
              <a:off x="4595" y="1865"/>
              <a:ext cx="378" cy="38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6" name="Rectangle 50"/>
            <p:cNvSpPr>
              <a:spLocks noChangeArrowheads="1"/>
            </p:cNvSpPr>
            <p:nvPr/>
          </p:nvSpPr>
          <p:spPr bwMode="auto">
            <a:xfrm>
              <a:off x="4962" y="1865"/>
              <a:ext cx="381" cy="38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7" name="Rectangle 51"/>
            <p:cNvSpPr>
              <a:spLocks noChangeArrowheads="1"/>
            </p:cNvSpPr>
            <p:nvPr/>
          </p:nvSpPr>
          <p:spPr bwMode="auto">
            <a:xfrm>
              <a:off x="3064" y="2249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8" name="Rectangle 52"/>
            <p:cNvSpPr>
              <a:spLocks noChangeArrowheads="1"/>
            </p:cNvSpPr>
            <p:nvPr/>
          </p:nvSpPr>
          <p:spPr bwMode="auto">
            <a:xfrm>
              <a:off x="3448" y="2249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19" name="Rectangle 53"/>
            <p:cNvSpPr>
              <a:spLocks noChangeArrowheads="1"/>
            </p:cNvSpPr>
            <p:nvPr/>
          </p:nvSpPr>
          <p:spPr bwMode="auto">
            <a:xfrm>
              <a:off x="3829" y="2249"/>
              <a:ext cx="379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0" name="Rectangle 54"/>
            <p:cNvSpPr>
              <a:spLocks noChangeArrowheads="1"/>
            </p:cNvSpPr>
            <p:nvPr/>
          </p:nvSpPr>
          <p:spPr bwMode="auto">
            <a:xfrm>
              <a:off x="4211" y="2249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1" name="Rectangle 55"/>
            <p:cNvSpPr>
              <a:spLocks noChangeArrowheads="1"/>
            </p:cNvSpPr>
            <p:nvPr/>
          </p:nvSpPr>
          <p:spPr bwMode="auto">
            <a:xfrm>
              <a:off x="4595" y="2249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2" name="Rectangle 56"/>
            <p:cNvSpPr>
              <a:spLocks noChangeArrowheads="1"/>
            </p:cNvSpPr>
            <p:nvPr/>
          </p:nvSpPr>
          <p:spPr bwMode="auto">
            <a:xfrm>
              <a:off x="4962" y="2249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3" name="Rectangle 57"/>
            <p:cNvSpPr>
              <a:spLocks noChangeArrowheads="1"/>
            </p:cNvSpPr>
            <p:nvPr/>
          </p:nvSpPr>
          <p:spPr bwMode="auto">
            <a:xfrm>
              <a:off x="3064" y="2626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4" name="Rectangle 58"/>
            <p:cNvSpPr>
              <a:spLocks noChangeArrowheads="1"/>
            </p:cNvSpPr>
            <p:nvPr/>
          </p:nvSpPr>
          <p:spPr bwMode="auto">
            <a:xfrm>
              <a:off x="3448" y="2626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5" name="Rectangle 59"/>
            <p:cNvSpPr>
              <a:spLocks noChangeArrowheads="1"/>
            </p:cNvSpPr>
            <p:nvPr/>
          </p:nvSpPr>
          <p:spPr bwMode="auto">
            <a:xfrm>
              <a:off x="3829" y="2626"/>
              <a:ext cx="379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6" name="Rectangle 60"/>
            <p:cNvSpPr>
              <a:spLocks noChangeArrowheads="1"/>
            </p:cNvSpPr>
            <p:nvPr/>
          </p:nvSpPr>
          <p:spPr bwMode="auto">
            <a:xfrm>
              <a:off x="4211" y="2626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7" name="Rectangle 61"/>
            <p:cNvSpPr>
              <a:spLocks noChangeArrowheads="1"/>
            </p:cNvSpPr>
            <p:nvPr/>
          </p:nvSpPr>
          <p:spPr bwMode="auto">
            <a:xfrm>
              <a:off x="4595" y="2626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8" name="Rectangle 62"/>
            <p:cNvSpPr>
              <a:spLocks noChangeArrowheads="1"/>
            </p:cNvSpPr>
            <p:nvPr/>
          </p:nvSpPr>
          <p:spPr bwMode="auto">
            <a:xfrm>
              <a:off x="4962" y="2626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29" name="Rectangle 63"/>
            <p:cNvSpPr>
              <a:spLocks noChangeArrowheads="1"/>
            </p:cNvSpPr>
            <p:nvPr/>
          </p:nvSpPr>
          <p:spPr bwMode="auto">
            <a:xfrm>
              <a:off x="3064" y="2990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30" name="Rectangle 64"/>
            <p:cNvSpPr>
              <a:spLocks noChangeArrowheads="1"/>
            </p:cNvSpPr>
            <p:nvPr/>
          </p:nvSpPr>
          <p:spPr bwMode="auto">
            <a:xfrm>
              <a:off x="3448" y="2990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31" name="Rectangle 65"/>
            <p:cNvSpPr>
              <a:spLocks noChangeArrowheads="1"/>
            </p:cNvSpPr>
            <p:nvPr/>
          </p:nvSpPr>
          <p:spPr bwMode="auto">
            <a:xfrm>
              <a:off x="3829" y="2990"/>
              <a:ext cx="379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32" name="Rectangle 66"/>
            <p:cNvSpPr>
              <a:spLocks noChangeArrowheads="1"/>
            </p:cNvSpPr>
            <p:nvPr/>
          </p:nvSpPr>
          <p:spPr bwMode="auto">
            <a:xfrm>
              <a:off x="4211" y="2990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33" name="Rectangle 67"/>
            <p:cNvSpPr>
              <a:spLocks noChangeArrowheads="1"/>
            </p:cNvSpPr>
            <p:nvPr/>
          </p:nvSpPr>
          <p:spPr bwMode="auto">
            <a:xfrm>
              <a:off x="4595" y="2990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34" name="Rectangle 68"/>
            <p:cNvSpPr>
              <a:spLocks noChangeArrowheads="1"/>
            </p:cNvSpPr>
            <p:nvPr/>
          </p:nvSpPr>
          <p:spPr bwMode="auto">
            <a:xfrm>
              <a:off x="4962" y="2990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35" name="Line 69"/>
            <p:cNvSpPr>
              <a:spLocks noChangeShapeType="1"/>
            </p:cNvSpPr>
            <p:nvPr/>
          </p:nvSpPr>
          <p:spPr bwMode="auto">
            <a:xfrm>
              <a:off x="3064" y="1490"/>
              <a:ext cx="2561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36" name="Line 70"/>
            <p:cNvSpPr>
              <a:spLocks noChangeShapeType="1"/>
            </p:cNvSpPr>
            <p:nvPr/>
          </p:nvSpPr>
          <p:spPr bwMode="auto">
            <a:xfrm>
              <a:off x="3064" y="1490"/>
              <a:ext cx="0" cy="2152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37" name="Text Box 71"/>
            <p:cNvSpPr txBox="1">
              <a:spLocks noChangeArrowheads="1"/>
            </p:cNvSpPr>
            <p:nvPr/>
          </p:nvSpPr>
          <p:spPr bwMode="auto">
            <a:xfrm>
              <a:off x="2992" y="1173"/>
              <a:ext cx="184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Enhanced Image</a:t>
              </a:r>
            </a:p>
          </p:txBody>
        </p:sp>
        <p:sp>
          <p:nvSpPr>
            <p:cNvPr id="16438" name="Text Box 72"/>
            <p:cNvSpPr txBox="1">
              <a:spLocks noChangeArrowheads="1"/>
            </p:cNvSpPr>
            <p:nvPr/>
          </p:nvSpPr>
          <p:spPr bwMode="auto">
            <a:xfrm>
              <a:off x="5484" y="1222"/>
              <a:ext cx="2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22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6439" name="Text Box 73"/>
            <p:cNvSpPr txBox="1">
              <a:spLocks noChangeArrowheads="1"/>
            </p:cNvSpPr>
            <p:nvPr/>
          </p:nvSpPr>
          <p:spPr bwMode="auto">
            <a:xfrm>
              <a:off x="2889" y="3488"/>
              <a:ext cx="25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22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16389" name="Group 74"/>
          <p:cNvGrpSpPr>
            <a:grpSpLocks/>
          </p:cNvGrpSpPr>
          <p:nvPr/>
        </p:nvGrpSpPr>
        <p:grpSpPr bwMode="auto">
          <a:xfrm>
            <a:off x="5456239" y="3798889"/>
            <a:ext cx="568325" cy="136525"/>
            <a:chOff x="2477" y="2393"/>
            <a:chExt cx="358" cy="86"/>
          </a:xfrm>
        </p:grpSpPr>
        <p:sp>
          <p:nvSpPr>
            <p:cNvPr id="16402" name="Oval 75"/>
            <p:cNvSpPr>
              <a:spLocks noChangeArrowheads="1"/>
            </p:cNvSpPr>
            <p:nvPr/>
          </p:nvSpPr>
          <p:spPr bwMode="auto">
            <a:xfrm>
              <a:off x="2477" y="2393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03" name="Oval 76"/>
            <p:cNvSpPr>
              <a:spLocks noChangeArrowheads="1"/>
            </p:cNvSpPr>
            <p:nvPr/>
          </p:nvSpPr>
          <p:spPr bwMode="auto">
            <a:xfrm>
              <a:off x="2613" y="2393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04" name="Oval 77"/>
            <p:cNvSpPr>
              <a:spLocks noChangeArrowheads="1"/>
            </p:cNvSpPr>
            <p:nvPr/>
          </p:nvSpPr>
          <p:spPr bwMode="auto">
            <a:xfrm>
              <a:off x="2749" y="2393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16390" name="Group 78"/>
          <p:cNvGrpSpPr>
            <a:grpSpLocks/>
          </p:cNvGrpSpPr>
          <p:nvPr/>
        </p:nvGrpSpPr>
        <p:grpSpPr bwMode="auto">
          <a:xfrm>
            <a:off x="3530601" y="5422901"/>
            <a:ext cx="136525" cy="568325"/>
            <a:chOff x="1264" y="3416"/>
            <a:chExt cx="86" cy="358"/>
          </a:xfrm>
        </p:grpSpPr>
        <p:sp>
          <p:nvSpPr>
            <p:cNvPr id="16399" name="Oval 79"/>
            <p:cNvSpPr>
              <a:spLocks noChangeArrowheads="1"/>
            </p:cNvSpPr>
            <p:nvPr/>
          </p:nvSpPr>
          <p:spPr bwMode="auto">
            <a:xfrm rot="5400000">
              <a:off x="1266" y="3416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00" name="Oval 80"/>
            <p:cNvSpPr>
              <a:spLocks noChangeArrowheads="1"/>
            </p:cNvSpPr>
            <p:nvPr/>
          </p:nvSpPr>
          <p:spPr bwMode="auto">
            <a:xfrm rot="5400000">
              <a:off x="1266" y="3552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401" name="Oval 81"/>
            <p:cNvSpPr>
              <a:spLocks noChangeArrowheads="1"/>
            </p:cNvSpPr>
            <p:nvPr/>
          </p:nvSpPr>
          <p:spPr bwMode="auto">
            <a:xfrm rot="5400000">
              <a:off x="1266" y="3688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16391" name="Group 82"/>
          <p:cNvGrpSpPr>
            <a:grpSpLocks/>
          </p:cNvGrpSpPr>
          <p:nvPr/>
        </p:nvGrpSpPr>
        <p:grpSpPr bwMode="auto">
          <a:xfrm>
            <a:off x="10063164" y="3794126"/>
            <a:ext cx="568325" cy="136525"/>
            <a:chOff x="5379" y="2390"/>
            <a:chExt cx="358" cy="86"/>
          </a:xfrm>
        </p:grpSpPr>
        <p:sp>
          <p:nvSpPr>
            <p:cNvPr id="16396" name="Oval 83"/>
            <p:cNvSpPr>
              <a:spLocks noChangeArrowheads="1"/>
            </p:cNvSpPr>
            <p:nvPr/>
          </p:nvSpPr>
          <p:spPr bwMode="auto">
            <a:xfrm>
              <a:off x="5379" y="2390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397" name="Oval 84"/>
            <p:cNvSpPr>
              <a:spLocks noChangeArrowheads="1"/>
            </p:cNvSpPr>
            <p:nvPr/>
          </p:nvSpPr>
          <p:spPr bwMode="auto">
            <a:xfrm>
              <a:off x="5515" y="2390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398" name="Oval 85"/>
            <p:cNvSpPr>
              <a:spLocks noChangeArrowheads="1"/>
            </p:cNvSpPr>
            <p:nvPr/>
          </p:nvSpPr>
          <p:spPr bwMode="auto">
            <a:xfrm>
              <a:off x="5651" y="2390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16392" name="Group 86"/>
          <p:cNvGrpSpPr>
            <a:grpSpLocks/>
          </p:cNvGrpSpPr>
          <p:nvPr/>
        </p:nvGrpSpPr>
        <p:grpSpPr bwMode="auto">
          <a:xfrm>
            <a:off x="8137526" y="5418139"/>
            <a:ext cx="136525" cy="568325"/>
            <a:chOff x="4166" y="3413"/>
            <a:chExt cx="86" cy="358"/>
          </a:xfrm>
        </p:grpSpPr>
        <p:sp>
          <p:nvSpPr>
            <p:cNvPr id="16393" name="Oval 87"/>
            <p:cNvSpPr>
              <a:spLocks noChangeArrowheads="1"/>
            </p:cNvSpPr>
            <p:nvPr/>
          </p:nvSpPr>
          <p:spPr bwMode="auto">
            <a:xfrm rot="5400000">
              <a:off x="4168" y="3413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394" name="Oval 88"/>
            <p:cNvSpPr>
              <a:spLocks noChangeArrowheads="1"/>
            </p:cNvSpPr>
            <p:nvPr/>
          </p:nvSpPr>
          <p:spPr bwMode="auto">
            <a:xfrm rot="5400000">
              <a:off x="4168" y="3549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395" name="Oval 89"/>
            <p:cNvSpPr>
              <a:spLocks noChangeArrowheads="1"/>
            </p:cNvSpPr>
            <p:nvPr/>
          </p:nvSpPr>
          <p:spPr bwMode="auto">
            <a:xfrm rot="5400000">
              <a:off x="4168" y="3685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68249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The Spatial Filtering Process</a:t>
            </a:r>
          </a:p>
        </p:txBody>
      </p:sp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8664575" y="1425575"/>
            <a:ext cx="1563688" cy="1555750"/>
            <a:chOff x="4498" y="898"/>
            <a:chExt cx="985" cy="980"/>
          </a:xfrm>
        </p:grpSpPr>
        <p:sp>
          <p:nvSpPr>
            <p:cNvPr id="18724" name="Rectangle 3"/>
            <p:cNvSpPr>
              <a:spLocks noChangeArrowheads="1"/>
            </p:cNvSpPr>
            <p:nvPr/>
          </p:nvSpPr>
          <p:spPr bwMode="auto">
            <a:xfrm>
              <a:off x="4498" y="898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8725" name="Rectangle 4"/>
            <p:cNvSpPr>
              <a:spLocks noChangeArrowheads="1"/>
            </p:cNvSpPr>
            <p:nvPr/>
          </p:nvSpPr>
          <p:spPr bwMode="auto">
            <a:xfrm>
              <a:off x="4827" y="898"/>
              <a:ext cx="327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8726" name="Rectangle 5"/>
            <p:cNvSpPr>
              <a:spLocks noChangeArrowheads="1"/>
            </p:cNvSpPr>
            <p:nvPr/>
          </p:nvSpPr>
          <p:spPr bwMode="auto">
            <a:xfrm>
              <a:off x="5157" y="898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727" name="Rectangle 6"/>
            <p:cNvSpPr>
              <a:spLocks noChangeArrowheads="1"/>
            </p:cNvSpPr>
            <p:nvPr/>
          </p:nvSpPr>
          <p:spPr bwMode="auto">
            <a:xfrm>
              <a:off x="4498" y="1223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8728" name="Rectangle 7"/>
            <p:cNvSpPr>
              <a:spLocks noChangeArrowheads="1"/>
            </p:cNvSpPr>
            <p:nvPr/>
          </p:nvSpPr>
          <p:spPr bwMode="auto">
            <a:xfrm>
              <a:off x="4827" y="1223"/>
              <a:ext cx="327" cy="326"/>
            </a:xfrm>
            <a:prstGeom prst="rect">
              <a:avLst/>
            </a:prstGeom>
            <a:solidFill>
              <a:srgbClr val="000080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8729" name="Rectangle 8"/>
            <p:cNvSpPr>
              <a:spLocks noChangeArrowheads="1"/>
            </p:cNvSpPr>
            <p:nvPr/>
          </p:nvSpPr>
          <p:spPr bwMode="auto">
            <a:xfrm>
              <a:off x="5157" y="1223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18730" name="Rectangle 9"/>
            <p:cNvSpPr>
              <a:spLocks noChangeArrowheads="1"/>
            </p:cNvSpPr>
            <p:nvPr/>
          </p:nvSpPr>
          <p:spPr bwMode="auto">
            <a:xfrm>
              <a:off x="4498" y="1552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8731" name="Rectangle 10"/>
            <p:cNvSpPr>
              <a:spLocks noChangeArrowheads="1"/>
            </p:cNvSpPr>
            <p:nvPr/>
          </p:nvSpPr>
          <p:spPr bwMode="auto">
            <a:xfrm>
              <a:off x="4827" y="1552"/>
              <a:ext cx="327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8732" name="Rectangle 11"/>
            <p:cNvSpPr>
              <a:spLocks noChangeArrowheads="1"/>
            </p:cNvSpPr>
            <p:nvPr/>
          </p:nvSpPr>
          <p:spPr bwMode="auto">
            <a:xfrm>
              <a:off x="5157" y="1552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</p:grpSp>
      <p:grpSp>
        <p:nvGrpSpPr>
          <p:cNvPr id="18436" name="Group 12"/>
          <p:cNvGrpSpPr>
            <a:grpSpLocks/>
          </p:cNvGrpSpPr>
          <p:nvPr/>
        </p:nvGrpSpPr>
        <p:grpSpPr bwMode="auto">
          <a:xfrm>
            <a:off x="2047875" y="1624014"/>
            <a:ext cx="3621088" cy="3379787"/>
            <a:chOff x="330" y="1023"/>
            <a:chExt cx="2281" cy="2129"/>
          </a:xfrm>
        </p:grpSpPr>
        <p:sp>
          <p:nvSpPr>
            <p:cNvPr id="18484" name="Rectangle 13"/>
            <p:cNvSpPr>
              <a:spLocks noChangeArrowheads="1"/>
            </p:cNvSpPr>
            <p:nvPr/>
          </p:nvSpPr>
          <p:spPr bwMode="auto">
            <a:xfrm>
              <a:off x="330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85" name="Rectangle 14"/>
            <p:cNvSpPr>
              <a:spLocks noChangeArrowheads="1"/>
            </p:cNvSpPr>
            <p:nvPr/>
          </p:nvSpPr>
          <p:spPr bwMode="auto">
            <a:xfrm>
              <a:off x="474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86" name="Rectangle 15"/>
            <p:cNvSpPr>
              <a:spLocks noChangeArrowheads="1"/>
            </p:cNvSpPr>
            <p:nvPr/>
          </p:nvSpPr>
          <p:spPr bwMode="auto">
            <a:xfrm>
              <a:off x="618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87" name="Rectangle 16"/>
            <p:cNvSpPr>
              <a:spLocks noChangeArrowheads="1"/>
            </p:cNvSpPr>
            <p:nvPr/>
          </p:nvSpPr>
          <p:spPr bwMode="auto">
            <a:xfrm>
              <a:off x="762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88" name="Rectangle 17"/>
            <p:cNvSpPr>
              <a:spLocks noChangeArrowheads="1"/>
            </p:cNvSpPr>
            <p:nvPr/>
          </p:nvSpPr>
          <p:spPr bwMode="auto">
            <a:xfrm>
              <a:off x="906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89" name="Rectangle 18"/>
            <p:cNvSpPr>
              <a:spLocks noChangeArrowheads="1"/>
            </p:cNvSpPr>
            <p:nvPr/>
          </p:nvSpPr>
          <p:spPr bwMode="auto">
            <a:xfrm>
              <a:off x="1045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0" name="Rectangle 19"/>
            <p:cNvSpPr>
              <a:spLocks noChangeArrowheads="1"/>
            </p:cNvSpPr>
            <p:nvPr/>
          </p:nvSpPr>
          <p:spPr bwMode="auto">
            <a:xfrm>
              <a:off x="1189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1" name="Rectangle 20"/>
            <p:cNvSpPr>
              <a:spLocks noChangeArrowheads="1"/>
            </p:cNvSpPr>
            <p:nvPr/>
          </p:nvSpPr>
          <p:spPr bwMode="auto">
            <a:xfrm>
              <a:off x="1333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2" name="Rectangle 21"/>
            <p:cNvSpPr>
              <a:spLocks noChangeArrowheads="1"/>
            </p:cNvSpPr>
            <p:nvPr/>
          </p:nvSpPr>
          <p:spPr bwMode="auto">
            <a:xfrm>
              <a:off x="1477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3" name="Rectangle 22"/>
            <p:cNvSpPr>
              <a:spLocks noChangeArrowheads="1"/>
            </p:cNvSpPr>
            <p:nvPr/>
          </p:nvSpPr>
          <p:spPr bwMode="auto">
            <a:xfrm>
              <a:off x="1616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4" name="Rectangle 23"/>
            <p:cNvSpPr>
              <a:spLocks noChangeArrowheads="1"/>
            </p:cNvSpPr>
            <p:nvPr/>
          </p:nvSpPr>
          <p:spPr bwMode="auto">
            <a:xfrm>
              <a:off x="330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5" name="Rectangle 24"/>
            <p:cNvSpPr>
              <a:spLocks noChangeArrowheads="1"/>
            </p:cNvSpPr>
            <p:nvPr/>
          </p:nvSpPr>
          <p:spPr bwMode="auto">
            <a:xfrm>
              <a:off x="474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6" name="Rectangle 25"/>
            <p:cNvSpPr>
              <a:spLocks noChangeArrowheads="1"/>
            </p:cNvSpPr>
            <p:nvPr/>
          </p:nvSpPr>
          <p:spPr bwMode="auto">
            <a:xfrm>
              <a:off x="618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7" name="Rectangle 26"/>
            <p:cNvSpPr>
              <a:spLocks noChangeArrowheads="1"/>
            </p:cNvSpPr>
            <p:nvPr/>
          </p:nvSpPr>
          <p:spPr bwMode="auto">
            <a:xfrm>
              <a:off x="762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8" name="Rectangle 27"/>
            <p:cNvSpPr>
              <a:spLocks noChangeArrowheads="1"/>
            </p:cNvSpPr>
            <p:nvPr/>
          </p:nvSpPr>
          <p:spPr bwMode="auto">
            <a:xfrm>
              <a:off x="906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99" name="Rectangle 28"/>
            <p:cNvSpPr>
              <a:spLocks noChangeArrowheads="1"/>
            </p:cNvSpPr>
            <p:nvPr/>
          </p:nvSpPr>
          <p:spPr bwMode="auto">
            <a:xfrm>
              <a:off x="1045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0" name="Rectangle 29"/>
            <p:cNvSpPr>
              <a:spLocks noChangeArrowheads="1"/>
            </p:cNvSpPr>
            <p:nvPr/>
          </p:nvSpPr>
          <p:spPr bwMode="auto">
            <a:xfrm>
              <a:off x="1189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1" name="Rectangle 30"/>
            <p:cNvSpPr>
              <a:spLocks noChangeArrowheads="1"/>
            </p:cNvSpPr>
            <p:nvPr/>
          </p:nvSpPr>
          <p:spPr bwMode="auto">
            <a:xfrm>
              <a:off x="1333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2" name="Rectangle 31"/>
            <p:cNvSpPr>
              <a:spLocks noChangeArrowheads="1"/>
            </p:cNvSpPr>
            <p:nvPr/>
          </p:nvSpPr>
          <p:spPr bwMode="auto">
            <a:xfrm>
              <a:off x="1477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3" name="Rectangle 32"/>
            <p:cNvSpPr>
              <a:spLocks noChangeArrowheads="1"/>
            </p:cNvSpPr>
            <p:nvPr/>
          </p:nvSpPr>
          <p:spPr bwMode="auto">
            <a:xfrm>
              <a:off x="1616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4" name="Rectangle 33"/>
            <p:cNvSpPr>
              <a:spLocks noChangeArrowheads="1"/>
            </p:cNvSpPr>
            <p:nvPr/>
          </p:nvSpPr>
          <p:spPr bwMode="auto">
            <a:xfrm>
              <a:off x="330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5" name="Rectangle 34"/>
            <p:cNvSpPr>
              <a:spLocks noChangeArrowheads="1"/>
            </p:cNvSpPr>
            <p:nvPr/>
          </p:nvSpPr>
          <p:spPr bwMode="auto">
            <a:xfrm>
              <a:off x="474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6" name="Rectangle 35"/>
            <p:cNvSpPr>
              <a:spLocks noChangeArrowheads="1"/>
            </p:cNvSpPr>
            <p:nvPr/>
          </p:nvSpPr>
          <p:spPr bwMode="auto">
            <a:xfrm>
              <a:off x="618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7" name="Rectangle 36"/>
            <p:cNvSpPr>
              <a:spLocks noChangeArrowheads="1"/>
            </p:cNvSpPr>
            <p:nvPr/>
          </p:nvSpPr>
          <p:spPr bwMode="auto">
            <a:xfrm>
              <a:off x="762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8" name="Rectangle 37"/>
            <p:cNvSpPr>
              <a:spLocks noChangeArrowheads="1"/>
            </p:cNvSpPr>
            <p:nvPr/>
          </p:nvSpPr>
          <p:spPr bwMode="auto">
            <a:xfrm>
              <a:off x="906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09" name="Rectangle 38"/>
            <p:cNvSpPr>
              <a:spLocks noChangeArrowheads="1"/>
            </p:cNvSpPr>
            <p:nvPr/>
          </p:nvSpPr>
          <p:spPr bwMode="auto">
            <a:xfrm>
              <a:off x="1045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0" name="Rectangle 39"/>
            <p:cNvSpPr>
              <a:spLocks noChangeArrowheads="1"/>
            </p:cNvSpPr>
            <p:nvPr/>
          </p:nvSpPr>
          <p:spPr bwMode="auto">
            <a:xfrm>
              <a:off x="1189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1" name="Rectangle 40"/>
            <p:cNvSpPr>
              <a:spLocks noChangeArrowheads="1"/>
            </p:cNvSpPr>
            <p:nvPr/>
          </p:nvSpPr>
          <p:spPr bwMode="auto">
            <a:xfrm>
              <a:off x="1333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2" name="Rectangle 41"/>
            <p:cNvSpPr>
              <a:spLocks noChangeArrowheads="1"/>
            </p:cNvSpPr>
            <p:nvPr/>
          </p:nvSpPr>
          <p:spPr bwMode="auto">
            <a:xfrm>
              <a:off x="1477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3" name="Rectangle 42"/>
            <p:cNvSpPr>
              <a:spLocks noChangeArrowheads="1"/>
            </p:cNvSpPr>
            <p:nvPr/>
          </p:nvSpPr>
          <p:spPr bwMode="auto">
            <a:xfrm>
              <a:off x="1616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4" name="Rectangle 43"/>
            <p:cNvSpPr>
              <a:spLocks noChangeArrowheads="1"/>
            </p:cNvSpPr>
            <p:nvPr/>
          </p:nvSpPr>
          <p:spPr bwMode="auto">
            <a:xfrm>
              <a:off x="330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5" name="Rectangle 44"/>
            <p:cNvSpPr>
              <a:spLocks noChangeArrowheads="1"/>
            </p:cNvSpPr>
            <p:nvPr/>
          </p:nvSpPr>
          <p:spPr bwMode="auto">
            <a:xfrm>
              <a:off x="474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6" name="Rectangle 45"/>
            <p:cNvSpPr>
              <a:spLocks noChangeArrowheads="1"/>
            </p:cNvSpPr>
            <p:nvPr/>
          </p:nvSpPr>
          <p:spPr bwMode="auto">
            <a:xfrm>
              <a:off x="618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7" name="Rectangle 46"/>
            <p:cNvSpPr>
              <a:spLocks noChangeArrowheads="1"/>
            </p:cNvSpPr>
            <p:nvPr/>
          </p:nvSpPr>
          <p:spPr bwMode="auto">
            <a:xfrm>
              <a:off x="762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8" name="Rectangle 47"/>
            <p:cNvSpPr>
              <a:spLocks noChangeArrowheads="1"/>
            </p:cNvSpPr>
            <p:nvPr/>
          </p:nvSpPr>
          <p:spPr bwMode="auto">
            <a:xfrm>
              <a:off x="906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19" name="Rectangle 48"/>
            <p:cNvSpPr>
              <a:spLocks noChangeArrowheads="1"/>
            </p:cNvSpPr>
            <p:nvPr/>
          </p:nvSpPr>
          <p:spPr bwMode="auto">
            <a:xfrm>
              <a:off x="1045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0" name="Rectangle 49"/>
            <p:cNvSpPr>
              <a:spLocks noChangeArrowheads="1"/>
            </p:cNvSpPr>
            <p:nvPr/>
          </p:nvSpPr>
          <p:spPr bwMode="auto">
            <a:xfrm>
              <a:off x="1189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1" name="Rectangle 50"/>
            <p:cNvSpPr>
              <a:spLocks noChangeArrowheads="1"/>
            </p:cNvSpPr>
            <p:nvPr/>
          </p:nvSpPr>
          <p:spPr bwMode="auto">
            <a:xfrm>
              <a:off x="1333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2" name="Rectangle 51"/>
            <p:cNvSpPr>
              <a:spLocks noChangeArrowheads="1"/>
            </p:cNvSpPr>
            <p:nvPr/>
          </p:nvSpPr>
          <p:spPr bwMode="auto">
            <a:xfrm>
              <a:off x="1477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3" name="Rectangle 52"/>
            <p:cNvSpPr>
              <a:spLocks noChangeArrowheads="1"/>
            </p:cNvSpPr>
            <p:nvPr/>
          </p:nvSpPr>
          <p:spPr bwMode="auto">
            <a:xfrm>
              <a:off x="1616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4" name="Rectangle 53"/>
            <p:cNvSpPr>
              <a:spLocks noChangeArrowheads="1"/>
            </p:cNvSpPr>
            <p:nvPr/>
          </p:nvSpPr>
          <p:spPr bwMode="auto">
            <a:xfrm>
              <a:off x="330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5" name="Rectangle 54"/>
            <p:cNvSpPr>
              <a:spLocks noChangeArrowheads="1"/>
            </p:cNvSpPr>
            <p:nvPr/>
          </p:nvSpPr>
          <p:spPr bwMode="auto">
            <a:xfrm>
              <a:off x="474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6" name="Rectangle 55"/>
            <p:cNvSpPr>
              <a:spLocks noChangeArrowheads="1"/>
            </p:cNvSpPr>
            <p:nvPr/>
          </p:nvSpPr>
          <p:spPr bwMode="auto">
            <a:xfrm>
              <a:off x="618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7" name="Rectangle 56"/>
            <p:cNvSpPr>
              <a:spLocks noChangeArrowheads="1"/>
            </p:cNvSpPr>
            <p:nvPr/>
          </p:nvSpPr>
          <p:spPr bwMode="auto">
            <a:xfrm>
              <a:off x="762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8" name="Rectangle 57"/>
            <p:cNvSpPr>
              <a:spLocks noChangeArrowheads="1"/>
            </p:cNvSpPr>
            <p:nvPr/>
          </p:nvSpPr>
          <p:spPr bwMode="auto">
            <a:xfrm>
              <a:off x="906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29" name="Rectangle 58"/>
            <p:cNvSpPr>
              <a:spLocks noChangeArrowheads="1"/>
            </p:cNvSpPr>
            <p:nvPr/>
          </p:nvSpPr>
          <p:spPr bwMode="auto">
            <a:xfrm>
              <a:off x="1045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0" name="Rectangle 59"/>
            <p:cNvSpPr>
              <a:spLocks noChangeArrowheads="1"/>
            </p:cNvSpPr>
            <p:nvPr/>
          </p:nvSpPr>
          <p:spPr bwMode="auto">
            <a:xfrm>
              <a:off x="1189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1" name="Rectangle 60"/>
            <p:cNvSpPr>
              <a:spLocks noChangeArrowheads="1"/>
            </p:cNvSpPr>
            <p:nvPr/>
          </p:nvSpPr>
          <p:spPr bwMode="auto">
            <a:xfrm>
              <a:off x="1333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2" name="Rectangle 61"/>
            <p:cNvSpPr>
              <a:spLocks noChangeArrowheads="1"/>
            </p:cNvSpPr>
            <p:nvPr/>
          </p:nvSpPr>
          <p:spPr bwMode="auto">
            <a:xfrm>
              <a:off x="1477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3" name="Rectangle 62"/>
            <p:cNvSpPr>
              <a:spLocks noChangeArrowheads="1"/>
            </p:cNvSpPr>
            <p:nvPr/>
          </p:nvSpPr>
          <p:spPr bwMode="auto">
            <a:xfrm>
              <a:off x="1616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4" name="Rectangle 63"/>
            <p:cNvSpPr>
              <a:spLocks noChangeArrowheads="1"/>
            </p:cNvSpPr>
            <p:nvPr/>
          </p:nvSpPr>
          <p:spPr bwMode="auto">
            <a:xfrm>
              <a:off x="330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5" name="Rectangle 64"/>
            <p:cNvSpPr>
              <a:spLocks noChangeArrowheads="1"/>
            </p:cNvSpPr>
            <p:nvPr/>
          </p:nvSpPr>
          <p:spPr bwMode="auto">
            <a:xfrm>
              <a:off x="474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6" name="Rectangle 65"/>
            <p:cNvSpPr>
              <a:spLocks noChangeArrowheads="1"/>
            </p:cNvSpPr>
            <p:nvPr/>
          </p:nvSpPr>
          <p:spPr bwMode="auto">
            <a:xfrm>
              <a:off x="618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7" name="Rectangle 66"/>
            <p:cNvSpPr>
              <a:spLocks noChangeArrowheads="1"/>
            </p:cNvSpPr>
            <p:nvPr/>
          </p:nvSpPr>
          <p:spPr bwMode="auto">
            <a:xfrm>
              <a:off x="762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8" name="Rectangle 67"/>
            <p:cNvSpPr>
              <a:spLocks noChangeArrowheads="1"/>
            </p:cNvSpPr>
            <p:nvPr/>
          </p:nvSpPr>
          <p:spPr bwMode="auto">
            <a:xfrm>
              <a:off x="906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39" name="Rectangle 68"/>
            <p:cNvSpPr>
              <a:spLocks noChangeArrowheads="1"/>
            </p:cNvSpPr>
            <p:nvPr/>
          </p:nvSpPr>
          <p:spPr bwMode="auto">
            <a:xfrm>
              <a:off x="1045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0" name="Rectangle 69"/>
            <p:cNvSpPr>
              <a:spLocks noChangeArrowheads="1"/>
            </p:cNvSpPr>
            <p:nvPr/>
          </p:nvSpPr>
          <p:spPr bwMode="auto">
            <a:xfrm>
              <a:off x="1189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1" name="Rectangle 70"/>
            <p:cNvSpPr>
              <a:spLocks noChangeArrowheads="1"/>
            </p:cNvSpPr>
            <p:nvPr/>
          </p:nvSpPr>
          <p:spPr bwMode="auto">
            <a:xfrm>
              <a:off x="1333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2" name="Rectangle 71"/>
            <p:cNvSpPr>
              <a:spLocks noChangeArrowheads="1"/>
            </p:cNvSpPr>
            <p:nvPr/>
          </p:nvSpPr>
          <p:spPr bwMode="auto">
            <a:xfrm>
              <a:off x="1477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3" name="Rectangle 72"/>
            <p:cNvSpPr>
              <a:spLocks noChangeArrowheads="1"/>
            </p:cNvSpPr>
            <p:nvPr/>
          </p:nvSpPr>
          <p:spPr bwMode="auto">
            <a:xfrm>
              <a:off x="1616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4" name="Rectangle 73"/>
            <p:cNvSpPr>
              <a:spLocks noChangeArrowheads="1"/>
            </p:cNvSpPr>
            <p:nvPr/>
          </p:nvSpPr>
          <p:spPr bwMode="auto">
            <a:xfrm>
              <a:off x="330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5" name="Rectangle 74"/>
            <p:cNvSpPr>
              <a:spLocks noChangeArrowheads="1"/>
            </p:cNvSpPr>
            <p:nvPr/>
          </p:nvSpPr>
          <p:spPr bwMode="auto">
            <a:xfrm>
              <a:off x="474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6" name="Rectangle 75"/>
            <p:cNvSpPr>
              <a:spLocks noChangeArrowheads="1"/>
            </p:cNvSpPr>
            <p:nvPr/>
          </p:nvSpPr>
          <p:spPr bwMode="auto">
            <a:xfrm>
              <a:off x="618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7" name="Rectangle 76"/>
            <p:cNvSpPr>
              <a:spLocks noChangeArrowheads="1"/>
            </p:cNvSpPr>
            <p:nvPr/>
          </p:nvSpPr>
          <p:spPr bwMode="auto">
            <a:xfrm>
              <a:off x="762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8" name="Rectangle 77"/>
            <p:cNvSpPr>
              <a:spLocks noChangeArrowheads="1"/>
            </p:cNvSpPr>
            <p:nvPr/>
          </p:nvSpPr>
          <p:spPr bwMode="auto">
            <a:xfrm>
              <a:off x="906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49" name="Rectangle 78"/>
            <p:cNvSpPr>
              <a:spLocks noChangeArrowheads="1"/>
            </p:cNvSpPr>
            <p:nvPr/>
          </p:nvSpPr>
          <p:spPr bwMode="auto">
            <a:xfrm>
              <a:off x="1045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0" name="Rectangle 79"/>
            <p:cNvSpPr>
              <a:spLocks noChangeArrowheads="1"/>
            </p:cNvSpPr>
            <p:nvPr/>
          </p:nvSpPr>
          <p:spPr bwMode="auto">
            <a:xfrm>
              <a:off x="1189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1" name="Rectangle 80"/>
            <p:cNvSpPr>
              <a:spLocks noChangeArrowheads="1"/>
            </p:cNvSpPr>
            <p:nvPr/>
          </p:nvSpPr>
          <p:spPr bwMode="auto">
            <a:xfrm>
              <a:off x="1333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2" name="Rectangle 81"/>
            <p:cNvSpPr>
              <a:spLocks noChangeArrowheads="1"/>
            </p:cNvSpPr>
            <p:nvPr/>
          </p:nvSpPr>
          <p:spPr bwMode="auto">
            <a:xfrm>
              <a:off x="1477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3" name="Rectangle 82"/>
            <p:cNvSpPr>
              <a:spLocks noChangeArrowheads="1"/>
            </p:cNvSpPr>
            <p:nvPr/>
          </p:nvSpPr>
          <p:spPr bwMode="auto">
            <a:xfrm>
              <a:off x="1616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4" name="Rectangle 83"/>
            <p:cNvSpPr>
              <a:spLocks noChangeArrowheads="1"/>
            </p:cNvSpPr>
            <p:nvPr/>
          </p:nvSpPr>
          <p:spPr bwMode="auto">
            <a:xfrm>
              <a:off x="330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5" name="Rectangle 84"/>
            <p:cNvSpPr>
              <a:spLocks noChangeArrowheads="1"/>
            </p:cNvSpPr>
            <p:nvPr/>
          </p:nvSpPr>
          <p:spPr bwMode="auto">
            <a:xfrm>
              <a:off x="474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6" name="Rectangle 85"/>
            <p:cNvSpPr>
              <a:spLocks noChangeArrowheads="1"/>
            </p:cNvSpPr>
            <p:nvPr/>
          </p:nvSpPr>
          <p:spPr bwMode="auto">
            <a:xfrm>
              <a:off x="618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7" name="Rectangle 86"/>
            <p:cNvSpPr>
              <a:spLocks noChangeArrowheads="1"/>
            </p:cNvSpPr>
            <p:nvPr/>
          </p:nvSpPr>
          <p:spPr bwMode="auto">
            <a:xfrm>
              <a:off x="762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8" name="Rectangle 87"/>
            <p:cNvSpPr>
              <a:spLocks noChangeArrowheads="1"/>
            </p:cNvSpPr>
            <p:nvPr/>
          </p:nvSpPr>
          <p:spPr bwMode="auto">
            <a:xfrm>
              <a:off x="906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59" name="Rectangle 88"/>
            <p:cNvSpPr>
              <a:spLocks noChangeArrowheads="1"/>
            </p:cNvSpPr>
            <p:nvPr/>
          </p:nvSpPr>
          <p:spPr bwMode="auto">
            <a:xfrm>
              <a:off x="1045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0" name="Rectangle 89"/>
            <p:cNvSpPr>
              <a:spLocks noChangeArrowheads="1"/>
            </p:cNvSpPr>
            <p:nvPr/>
          </p:nvSpPr>
          <p:spPr bwMode="auto">
            <a:xfrm>
              <a:off x="1189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1" name="Rectangle 90"/>
            <p:cNvSpPr>
              <a:spLocks noChangeArrowheads="1"/>
            </p:cNvSpPr>
            <p:nvPr/>
          </p:nvSpPr>
          <p:spPr bwMode="auto">
            <a:xfrm>
              <a:off x="1333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2" name="Rectangle 91"/>
            <p:cNvSpPr>
              <a:spLocks noChangeArrowheads="1"/>
            </p:cNvSpPr>
            <p:nvPr/>
          </p:nvSpPr>
          <p:spPr bwMode="auto">
            <a:xfrm>
              <a:off x="1477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3" name="Rectangle 92"/>
            <p:cNvSpPr>
              <a:spLocks noChangeArrowheads="1"/>
            </p:cNvSpPr>
            <p:nvPr/>
          </p:nvSpPr>
          <p:spPr bwMode="auto">
            <a:xfrm>
              <a:off x="1616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4" name="Rectangle 93"/>
            <p:cNvSpPr>
              <a:spLocks noChangeArrowheads="1"/>
            </p:cNvSpPr>
            <p:nvPr/>
          </p:nvSpPr>
          <p:spPr bwMode="auto">
            <a:xfrm>
              <a:off x="330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5" name="Rectangle 94"/>
            <p:cNvSpPr>
              <a:spLocks noChangeArrowheads="1"/>
            </p:cNvSpPr>
            <p:nvPr/>
          </p:nvSpPr>
          <p:spPr bwMode="auto">
            <a:xfrm>
              <a:off x="474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6" name="Rectangle 95"/>
            <p:cNvSpPr>
              <a:spLocks noChangeArrowheads="1"/>
            </p:cNvSpPr>
            <p:nvPr/>
          </p:nvSpPr>
          <p:spPr bwMode="auto">
            <a:xfrm>
              <a:off x="618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7" name="Rectangle 96"/>
            <p:cNvSpPr>
              <a:spLocks noChangeArrowheads="1"/>
            </p:cNvSpPr>
            <p:nvPr/>
          </p:nvSpPr>
          <p:spPr bwMode="auto">
            <a:xfrm>
              <a:off x="762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8" name="Rectangle 97"/>
            <p:cNvSpPr>
              <a:spLocks noChangeArrowheads="1"/>
            </p:cNvSpPr>
            <p:nvPr/>
          </p:nvSpPr>
          <p:spPr bwMode="auto">
            <a:xfrm>
              <a:off x="906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69" name="Rectangle 98"/>
            <p:cNvSpPr>
              <a:spLocks noChangeArrowheads="1"/>
            </p:cNvSpPr>
            <p:nvPr/>
          </p:nvSpPr>
          <p:spPr bwMode="auto">
            <a:xfrm>
              <a:off x="1045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0" name="Rectangle 99"/>
            <p:cNvSpPr>
              <a:spLocks noChangeArrowheads="1"/>
            </p:cNvSpPr>
            <p:nvPr/>
          </p:nvSpPr>
          <p:spPr bwMode="auto">
            <a:xfrm>
              <a:off x="1189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1" name="Rectangle 100"/>
            <p:cNvSpPr>
              <a:spLocks noChangeArrowheads="1"/>
            </p:cNvSpPr>
            <p:nvPr/>
          </p:nvSpPr>
          <p:spPr bwMode="auto">
            <a:xfrm>
              <a:off x="1333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2" name="Rectangle 101"/>
            <p:cNvSpPr>
              <a:spLocks noChangeArrowheads="1"/>
            </p:cNvSpPr>
            <p:nvPr/>
          </p:nvSpPr>
          <p:spPr bwMode="auto">
            <a:xfrm>
              <a:off x="1477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3" name="Rectangle 102"/>
            <p:cNvSpPr>
              <a:spLocks noChangeArrowheads="1"/>
            </p:cNvSpPr>
            <p:nvPr/>
          </p:nvSpPr>
          <p:spPr bwMode="auto">
            <a:xfrm>
              <a:off x="1616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4" name="Rectangle 103"/>
            <p:cNvSpPr>
              <a:spLocks noChangeArrowheads="1"/>
            </p:cNvSpPr>
            <p:nvPr/>
          </p:nvSpPr>
          <p:spPr bwMode="auto">
            <a:xfrm>
              <a:off x="330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5" name="Rectangle 104"/>
            <p:cNvSpPr>
              <a:spLocks noChangeArrowheads="1"/>
            </p:cNvSpPr>
            <p:nvPr/>
          </p:nvSpPr>
          <p:spPr bwMode="auto">
            <a:xfrm>
              <a:off x="474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6" name="Rectangle 105"/>
            <p:cNvSpPr>
              <a:spLocks noChangeArrowheads="1"/>
            </p:cNvSpPr>
            <p:nvPr/>
          </p:nvSpPr>
          <p:spPr bwMode="auto">
            <a:xfrm>
              <a:off x="618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7" name="Rectangle 106"/>
            <p:cNvSpPr>
              <a:spLocks noChangeArrowheads="1"/>
            </p:cNvSpPr>
            <p:nvPr/>
          </p:nvSpPr>
          <p:spPr bwMode="auto">
            <a:xfrm>
              <a:off x="762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8" name="Rectangle 107"/>
            <p:cNvSpPr>
              <a:spLocks noChangeArrowheads="1"/>
            </p:cNvSpPr>
            <p:nvPr/>
          </p:nvSpPr>
          <p:spPr bwMode="auto">
            <a:xfrm>
              <a:off x="906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79" name="Rectangle 108"/>
            <p:cNvSpPr>
              <a:spLocks noChangeArrowheads="1"/>
            </p:cNvSpPr>
            <p:nvPr/>
          </p:nvSpPr>
          <p:spPr bwMode="auto">
            <a:xfrm>
              <a:off x="1045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0" name="Rectangle 109"/>
            <p:cNvSpPr>
              <a:spLocks noChangeArrowheads="1"/>
            </p:cNvSpPr>
            <p:nvPr/>
          </p:nvSpPr>
          <p:spPr bwMode="auto">
            <a:xfrm>
              <a:off x="1189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1" name="Rectangle 110"/>
            <p:cNvSpPr>
              <a:spLocks noChangeArrowheads="1"/>
            </p:cNvSpPr>
            <p:nvPr/>
          </p:nvSpPr>
          <p:spPr bwMode="auto">
            <a:xfrm>
              <a:off x="1333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2" name="Rectangle 111"/>
            <p:cNvSpPr>
              <a:spLocks noChangeArrowheads="1"/>
            </p:cNvSpPr>
            <p:nvPr/>
          </p:nvSpPr>
          <p:spPr bwMode="auto">
            <a:xfrm>
              <a:off x="1477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3" name="Rectangle 112"/>
            <p:cNvSpPr>
              <a:spLocks noChangeArrowheads="1"/>
            </p:cNvSpPr>
            <p:nvPr/>
          </p:nvSpPr>
          <p:spPr bwMode="auto">
            <a:xfrm>
              <a:off x="1616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4" name="Rectangle 113"/>
            <p:cNvSpPr>
              <a:spLocks noChangeArrowheads="1"/>
            </p:cNvSpPr>
            <p:nvPr/>
          </p:nvSpPr>
          <p:spPr bwMode="auto">
            <a:xfrm>
              <a:off x="1755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5" name="Rectangle 114"/>
            <p:cNvSpPr>
              <a:spLocks noChangeArrowheads="1"/>
            </p:cNvSpPr>
            <p:nvPr/>
          </p:nvSpPr>
          <p:spPr bwMode="auto">
            <a:xfrm>
              <a:off x="1899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6" name="Rectangle 115"/>
            <p:cNvSpPr>
              <a:spLocks noChangeArrowheads="1"/>
            </p:cNvSpPr>
            <p:nvPr/>
          </p:nvSpPr>
          <p:spPr bwMode="auto">
            <a:xfrm>
              <a:off x="2043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7" name="Rectangle 116"/>
            <p:cNvSpPr>
              <a:spLocks noChangeArrowheads="1"/>
            </p:cNvSpPr>
            <p:nvPr/>
          </p:nvSpPr>
          <p:spPr bwMode="auto">
            <a:xfrm>
              <a:off x="2187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8" name="Rectangle 117"/>
            <p:cNvSpPr>
              <a:spLocks noChangeArrowheads="1"/>
            </p:cNvSpPr>
            <p:nvPr/>
          </p:nvSpPr>
          <p:spPr bwMode="auto">
            <a:xfrm>
              <a:off x="2331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89" name="Rectangle 118"/>
            <p:cNvSpPr>
              <a:spLocks noChangeArrowheads="1"/>
            </p:cNvSpPr>
            <p:nvPr/>
          </p:nvSpPr>
          <p:spPr bwMode="auto">
            <a:xfrm>
              <a:off x="2470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0" name="Rectangle 119"/>
            <p:cNvSpPr>
              <a:spLocks noChangeArrowheads="1"/>
            </p:cNvSpPr>
            <p:nvPr/>
          </p:nvSpPr>
          <p:spPr bwMode="auto">
            <a:xfrm>
              <a:off x="1755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1" name="Rectangle 120"/>
            <p:cNvSpPr>
              <a:spLocks noChangeArrowheads="1"/>
            </p:cNvSpPr>
            <p:nvPr/>
          </p:nvSpPr>
          <p:spPr bwMode="auto">
            <a:xfrm>
              <a:off x="1899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2" name="Rectangle 121"/>
            <p:cNvSpPr>
              <a:spLocks noChangeArrowheads="1"/>
            </p:cNvSpPr>
            <p:nvPr/>
          </p:nvSpPr>
          <p:spPr bwMode="auto">
            <a:xfrm>
              <a:off x="2043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3" name="Rectangle 122"/>
            <p:cNvSpPr>
              <a:spLocks noChangeArrowheads="1"/>
            </p:cNvSpPr>
            <p:nvPr/>
          </p:nvSpPr>
          <p:spPr bwMode="auto">
            <a:xfrm>
              <a:off x="2187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4" name="Rectangle 123"/>
            <p:cNvSpPr>
              <a:spLocks noChangeArrowheads="1"/>
            </p:cNvSpPr>
            <p:nvPr/>
          </p:nvSpPr>
          <p:spPr bwMode="auto">
            <a:xfrm>
              <a:off x="2331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5" name="Rectangle 124"/>
            <p:cNvSpPr>
              <a:spLocks noChangeArrowheads="1"/>
            </p:cNvSpPr>
            <p:nvPr/>
          </p:nvSpPr>
          <p:spPr bwMode="auto">
            <a:xfrm>
              <a:off x="2470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6" name="Rectangle 125"/>
            <p:cNvSpPr>
              <a:spLocks noChangeArrowheads="1"/>
            </p:cNvSpPr>
            <p:nvPr/>
          </p:nvSpPr>
          <p:spPr bwMode="auto">
            <a:xfrm>
              <a:off x="1755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7" name="Rectangle 126"/>
            <p:cNvSpPr>
              <a:spLocks noChangeArrowheads="1"/>
            </p:cNvSpPr>
            <p:nvPr/>
          </p:nvSpPr>
          <p:spPr bwMode="auto">
            <a:xfrm>
              <a:off x="1899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8" name="Rectangle 127"/>
            <p:cNvSpPr>
              <a:spLocks noChangeArrowheads="1"/>
            </p:cNvSpPr>
            <p:nvPr/>
          </p:nvSpPr>
          <p:spPr bwMode="auto">
            <a:xfrm>
              <a:off x="2043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599" name="Rectangle 128"/>
            <p:cNvSpPr>
              <a:spLocks noChangeArrowheads="1"/>
            </p:cNvSpPr>
            <p:nvPr/>
          </p:nvSpPr>
          <p:spPr bwMode="auto">
            <a:xfrm>
              <a:off x="2187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0" name="Rectangle 129"/>
            <p:cNvSpPr>
              <a:spLocks noChangeArrowheads="1"/>
            </p:cNvSpPr>
            <p:nvPr/>
          </p:nvSpPr>
          <p:spPr bwMode="auto">
            <a:xfrm>
              <a:off x="2331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1" name="Rectangle 130"/>
            <p:cNvSpPr>
              <a:spLocks noChangeArrowheads="1"/>
            </p:cNvSpPr>
            <p:nvPr/>
          </p:nvSpPr>
          <p:spPr bwMode="auto">
            <a:xfrm>
              <a:off x="2470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2" name="Rectangle 131"/>
            <p:cNvSpPr>
              <a:spLocks noChangeArrowheads="1"/>
            </p:cNvSpPr>
            <p:nvPr/>
          </p:nvSpPr>
          <p:spPr bwMode="auto">
            <a:xfrm>
              <a:off x="1755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3" name="Rectangle 132"/>
            <p:cNvSpPr>
              <a:spLocks noChangeArrowheads="1"/>
            </p:cNvSpPr>
            <p:nvPr/>
          </p:nvSpPr>
          <p:spPr bwMode="auto">
            <a:xfrm>
              <a:off x="1899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4" name="Rectangle 133"/>
            <p:cNvSpPr>
              <a:spLocks noChangeArrowheads="1"/>
            </p:cNvSpPr>
            <p:nvPr/>
          </p:nvSpPr>
          <p:spPr bwMode="auto">
            <a:xfrm>
              <a:off x="2043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5" name="Rectangle 134"/>
            <p:cNvSpPr>
              <a:spLocks noChangeArrowheads="1"/>
            </p:cNvSpPr>
            <p:nvPr/>
          </p:nvSpPr>
          <p:spPr bwMode="auto">
            <a:xfrm>
              <a:off x="2187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6" name="Rectangle 135"/>
            <p:cNvSpPr>
              <a:spLocks noChangeArrowheads="1"/>
            </p:cNvSpPr>
            <p:nvPr/>
          </p:nvSpPr>
          <p:spPr bwMode="auto">
            <a:xfrm>
              <a:off x="2331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7" name="Rectangle 136"/>
            <p:cNvSpPr>
              <a:spLocks noChangeArrowheads="1"/>
            </p:cNvSpPr>
            <p:nvPr/>
          </p:nvSpPr>
          <p:spPr bwMode="auto">
            <a:xfrm>
              <a:off x="2470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8" name="Rectangle 137"/>
            <p:cNvSpPr>
              <a:spLocks noChangeArrowheads="1"/>
            </p:cNvSpPr>
            <p:nvPr/>
          </p:nvSpPr>
          <p:spPr bwMode="auto">
            <a:xfrm>
              <a:off x="1755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09" name="Rectangle 138"/>
            <p:cNvSpPr>
              <a:spLocks noChangeArrowheads="1"/>
            </p:cNvSpPr>
            <p:nvPr/>
          </p:nvSpPr>
          <p:spPr bwMode="auto">
            <a:xfrm>
              <a:off x="1899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0" name="Rectangle 139"/>
            <p:cNvSpPr>
              <a:spLocks noChangeArrowheads="1"/>
            </p:cNvSpPr>
            <p:nvPr/>
          </p:nvSpPr>
          <p:spPr bwMode="auto">
            <a:xfrm>
              <a:off x="2043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1" name="Rectangle 140"/>
            <p:cNvSpPr>
              <a:spLocks noChangeArrowheads="1"/>
            </p:cNvSpPr>
            <p:nvPr/>
          </p:nvSpPr>
          <p:spPr bwMode="auto">
            <a:xfrm>
              <a:off x="2187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2" name="Rectangle 141"/>
            <p:cNvSpPr>
              <a:spLocks noChangeArrowheads="1"/>
            </p:cNvSpPr>
            <p:nvPr/>
          </p:nvSpPr>
          <p:spPr bwMode="auto">
            <a:xfrm>
              <a:off x="2331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3" name="Rectangle 142"/>
            <p:cNvSpPr>
              <a:spLocks noChangeArrowheads="1"/>
            </p:cNvSpPr>
            <p:nvPr/>
          </p:nvSpPr>
          <p:spPr bwMode="auto">
            <a:xfrm>
              <a:off x="2470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4" name="Rectangle 143"/>
            <p:cNvSpPr>
              <a:spLocks noChangeArrowheads="1"/>
            </p:cNvSpPr>
            <p:nvPr/>
          </p:nvSpPr>
          <p:spPr bwMode="auto">
            <a:xfrm>
              <a:off x="1755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5" name="Rectangle 144"/>
            <p:cNvSpPr>
              <a:spLocks noChangeArrowheads="1"/>
            </p:cNvSpPr>
            <p:nvPr/>
          </p:nvSpPr>
          <p:spPr bwMode="auto">
            <a:xfrm>
              <a:off x="1899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6" name="Rectangle 145"/>
            <p:cNvSpPr>
              <a:spLocks noChangeArrowheads="1"/>
            </p:cNvSpPr>
            <p:nvPr/>
          </p:nvSpPr>
          <p:spPr bwMode="auto">
            <a:xfrm>
              <a:off x="2043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7" name="Rectangle 146"/>
            <p:cNvSpPr>
              <a:spLocks noChangeArrowheads="1"/>
            </p:cNvSpPr>
            <p:nvPr/>
          </p:nvSpPr>
          <p:spPr bwMode="auto">
            <a:xfrm>
              <a:off x="2187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8" name="Rectangle 147"/>
            <p:cNvSpPr>
              <a:spLocks noChangeArrowheads="1"/>
            </p:cNvSpPr>
            <p:nvPr/>
          </p:nvSpPr>
          <p:spPr bwMode="auto">
            <a:xfrm>
              <a:off x="2331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19" name="Rectangle 148"/>
            <p:cNvSpPr>
              <a:spLocks noChangeArrowheads="1"/>
            </p:cNvSpPr>
            <p:nvPr/>
          </p:nvSpPr>
          <p:spPr bwMode="auto">
            <a:xfrm>
              <a:off x="2470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0" name="Rectangle 149"/>
            <p:cNvSpPr>
              <a:spLocks noChangeArrowheads="1"/>
            </p:cNvSpPr>
            <p:nvPr/>
          </p:nvSpPr>
          <p:spPr bwMode="auto">
            <a:xfrm>
              <a:off x="1755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1" name="Rectangle 150"/>
            <p:cNvSpPr>
              <a:spLocks noChangeArrowheads="1"/>
            </p:cNvSpPr>
            <p:nvPr/>
          </p:nvSpPr>
          <p:spPr bwMode="auto">
            <a:xfrm>
              <a:off x="1899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2" name="Rectangle 151"/>
            <p:cNvSpPr>
              <a:spLocks noChangeArrowheads="1"/>
            </p:cNvSpPr>
            <p:nvPr/>
          </p:nvSpPr>
          <p:spPr bwMode="auto">
            <a:xfrm>
              <a:off x="2043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3" name="Rectangle 152"/>
            <p:cNvSpPr>
              <a:spLocks noChangeArrowheads="1"/>
            </p:cNvSpPr>
            <p:nvPr/>
          </p:nvSpPr>
          <p:spPr bwMode="auto">
            <a:xfrm>
              <a:off x="2187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4" name="Rectangle 153"/>
            <p:cNvSpPr>
              <a:spLocks noChangeArrowheads="1"/>
            </p:cNvSpPr>
            <p:nvPr/>
          </p:nvSpPr>
          <p:spPr bwMode="auto">
            <a:xfrm>
              <a:off x="2331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5" name="Rectangle 154"/>
            <p:cNvSpPr>
              <a:spLocks noChangeArrowheads="1"/>
            </p:cNvSpPr>
            <p:nvPr/>
          </p:nvSpPr>
          <p:spPr bwMode="auto">
            <a:xfrm>
              <a:off x="2470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6" name="Rectangle 155"/>
            <p:cNvSpPr>
              <a:spLocks noChangeArrowheads="1"/>
            </p:cNvSpPr>
            <p:nvPr/>
          </p:nvSpPr>
          <p:spPr bwMode="auto">
            <a:xfrm>
              <a:off x="1755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7" name="Rectangle 156"/>
            <p:cNvSpPr>
              <a:spLocks noChangeArrowheads="1"/>
            </p:cNvSpPr>
            <p:nvPr/>
          </p:nvSpPr>
          <p:spPr bwMode="auto">
            <a:xfrm>
              <a:off x="1899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8" name="Rectangle 157"/>
            <p:cNvSpPr>
              <a:spLocks noChangeArrowheads="1"/>
            </p:cNvSpPr>
            <p:nvPr/>
          </p:nvSpPr>
          <p:spPr bwMode="auto">
            <a:xfrm>
              <a:off x="2043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29" name="Rectangle 158"/>
            <p:cNvSpPr>
              <a:spLocks noChangeArrowheads="1"/>
            </p:cNvSpPr>
            <p:nvPr/>
          </p:nvSpPr>
          <p:spPr bwMode="auto">
            <a:xfrm>
              <a:off x="2187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0" name="Rectangle 159"/>
            <p:cNvSpPr>
              <a:spLocks noChangeArrowheads="1"/>
            </p:cNvSpPr>
            <p:nvPr/>
          </p:nvSpPr>
          <p:spPr bwMode="auto">
            <a:xfrm>
              <a:off x="2331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1" name="Rectangle 160"/>
            <p:cNvSpPr>
              <a:spLocks noChangeArrowheads="1"/>
            </p:cNvSpPr>
            <p:nvPr/>
          </p:nvSpPr>
          <p:spPr bwMode="auto">
            <a:xfrm>
              <a:off x="2470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2" name="Rectangle 161"/>
            <p:cNvSpPr>
              <a:spLocks noChangeArrowheads="1"/>
            </p:cNvSpPr>
            <p:nvPr/>
          </p:nvSpPr>
          <p:spPr bwMode="auto">
            <a:xfrm>
              <a:off x="1755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3" name="Rectangle 162"/>
            <p:cNvSpPr>
              <a:spLocks noChangeArrowheads="1"/>
            </p:cNvSpPr>
            <p:nvPr/>
          </p:nvSpPr>
          <p:spPr bwMode="auto">
            <a:xfrm>
              <a:off x="1899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4" name="Rectangle 163"/>
            <p:cNvSpPr>
              <a:spLocks noChangeArrowheads="1"/>
            </p:cNvSpPr>
            <p:nvPr/>
          </p:nvSpPr>
          <p:spPr bwMode="auto">
            <a:xfrm>
              <a:off x="2043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5" name="Rectangle 164"/>
            <p:cNvSpPr>
              <a:spLocks noChangeArrowheads="1"/>
            </p:cNvSpPr>
            <p:nvPr/>
          </p:nvSpPr>
          <p:spPr bwMode="auto">
            <a:xfrm>
              <a:off x="2187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6" name="Rectangle 165"/>
            <p:cNvSpPr>
              <a:spLocks noChangeArrowheads="1"/>
            </p:cNvSpPr>
            <p:nvPr/>
          </p:nvSpPr>
          <p:spPr bwMode="auto">
            <a:xfrm>
              <a:off x="2331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7" name="Rectangle 166"/>
            <p:cNvSpPr>
              <a:spLocks noChangeArrowheads="1"/>
            </p:cNvSpPr>
            <p:nvPr/>
          </p:nvSpPr>
          <p:spPr bwMode="auto">
            <a:xfrm>
              <a:off x="2470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8" name="Rectangle 167"/>
            <p:cNvSpPr>
              <a:spLocks noChangeArrowheads="1"/>
            </p:cNvSpPr>
            <p:nvPr/>
          </p:nvSpPr>
          <p:spPr bwMode="auto">
            <a:xfrm>
              <a:off x="1755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39" name="Rectangle 168"/>
            <p:cNvSpPr>
              <a:spLocks noChangeArrowheads="1"/>
            </p:cNvSpPr>
            <p:nvPr/>
          </p:nvSpPr>
          <p:spPr bwMode="auto">
            <a:xfrm>
              <a:off x="1899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0" name="Rectangle 169"/>
            <p:cNvSpPr>
              <a:spLocks noChangeArrowheads="1"/>
            </p:cNvSpPr>
            <p:nvPr/>
          </p:nvSpPr>
          <p:spPr bwMode="auto">
            <a:xfrm>
              <a:off x="2043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1" name="Rectangle 170"/>
            <p:cNvSpPr>
              <a:spLocks noChangeArrowheads="1"/>
            </p:cNvSpPr>
            <p:nvPr/>
          </p:nvSpPr>
          <p:spPr bwMode="auto">
            <a:xfrm>
              <a:off x="2187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2" name="Rectangle 171"/>
            <p:cNvSpPr>
              <a:spLocks noChangeArrowheads="1"/>
            </p:cNvSpPr>
            <p:nvPr/>
          </p:nvSpPr>
          <p:spPr bwMode="auto">
            <a:xfrm>
              <a:off x="2331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3" name="Rectangle 172"/>
            <p:cNvSpPr>
              <a:spLocks noChangeArrowheads="1"/>
            </p:cNvSpPr>
            <p:nvPr/>
          </p:nvSpPr>
          <p:spPr bwMode="auto">
            <a:xfrm>
              <a:off x="2470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4" name="Rectangle 173"/>
            <p:cNvSpPr>
              <a:spLocks noChangeArrowheads="1"/>
            </p:cNvSpPr>
            <p:nvPr/>
          </p:nvSpPr>
          <p:spPr bwMode="auto">
            <a:xfrm>
              <a:off x="330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5" name="Rectangle 174"/>
            <p:cNvSpPr>
              <a:spLocks noChangeArrowheads="1"/>
            </p:cNvSpPr>
            <p:nvPr/>
          </p:nvSpPr>
          <p:spPr bwMode="auto">
            <a:xfrm>
              <a:off x="474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6" name="Rectangle 175"/>
            <p:cNvSpPr>
              <a:spLocks noChangeArrowheads="1"/>
            </p:cNvSpPr>
            <p:nvPr/>
          </p:nvSpPr>
          <p:spPr bwMode="auto">
            <a:xfrm>
              <a:off x="618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7" name="Rectangle 176"/>
            <p:cNvSpPr>
              <a:spLocks noChangeArrowheads="1"/>
            </p:cNvSpPr>
            <p:nvPr/>
          </p:nvSpPr>
          <p:spPr bwMode="auto">
            <a:xfrm>
              <a:off x="762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8" name="Rectangle 177"/>
            <p:cNvSpPr>
              <a:spLocks noChangeArrowheads="1"/>
            </p:cNvSpPr>
            <p:nvPr/>
          </p:nvSpPr>
          <p:spPr bwMode="auto">
            <a:xfrm>
              <a:off x="906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49" name="Rectangle 178"/>
            <p:cNvSpPr>
              <a:spLocks noChangeArrowheads="1"/>
            </p:cNvSpPr>
            <p:nvPr/>
          </p:nvSpPr>
          <p:spPr bwMode="auto">
            <a:xfrm>
              <a:off x="1045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0" name="Rectangle 179"/>
            <p:cNvSpPr>
              <a:spLocks noChangeArrowheads="1"/>
            </p:cNvSpPr>
            <p:nvPr/>
          </p:nvSpPr>
          <p:spPr bwMode="auto">
            <a:xfrm>
              <a:off x="1189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1" name="Rectangle 180"/>
            <p:cNvSpPr>
              <a:spLocks noChangeArrowheads="1"/>
            </p:cNvSpPr>
            <p:nvPr/>
          </p:nvSpPr>
          <p:spPr bwMode="auto">
            <a:xfrm>
              <a:off x="1333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2" name="Rectangle 181"/>
            <p:cNvSpPr>
              <a:spLocks noChangeArrowheads="1"/>
            </p:cNvSpPr>
            <p:nvPr/>
          </p:nvSpPr>
          <p:spPr bwMode="auto">
            <a:xfrm>
              <a:off x="1477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3" name="Rectangle 182"/>
            <p:cNvSpPr>
              <a:spLocks noChangeArrowheads="1"/>
            </p:cNvSpPr>
            <p:nvPr/>
          </p:nvSpPr>
          <p:spPr bwMode="auto">
            <a:xfrm>
              <a:off x="1616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4" name="Rectangle 183"/>
            <p:cNvSpPr>
              <a:spLocks noChangeArrowheads="1"/>
            </p:cNvSpPr>
            <p:nvPr/>
          </p:nvSpPr>
          <p:spPr bwMode="auto">
            <a:xfrm>
              <a:off x="330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5" name="Rectangle 184"/>
            <p:cNvSpPr>
              <a:spLocks noChangeArrowheads="1"/>
            </p:cNvSpPr>
            <p:nvPr/>
          </p:nvSpPr>
          <p:spPr bwMode="auto">
            <a:xfrm>
              <a:off x="474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6" name="Rectangle 185"/>
            <p:cNvSpPr>
              <a:spLocks noChangeArrowheads="1"/>
            </p:cNvSpPr>
            <p:nvPr/>
          </p:nvSpPr>
          <p:spPr bwMode="auto">
            <a:xfrm>
              <a:off x="618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7" name="Rectangle 186"/>
            <p:cNvSpPr>
              <a:spLocks noChangeArrowheads="1"/>
            </p:cNvSpPr>
            <p:nvPr/>
          </p:nvSpPr>
          <p:spPr bwMode="auto">
            <a:xfrm>
              <a:off x="762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8" name="Rectangle 187"/>
            <p:cNvSpPr>
              <a:spLocks noChangeArrowheads="1"/>
            </p:cNvSpPr>
            <p:nvPr/>
          </p:nvSpPr>
          <p:spPr bwMode="auto">
            <a:xfrm>
              <a:off x="906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59" name="Rectangle 188"/>
            <p:cNvSpPr>
              <a:spLocks noChangeArrowheads="1"/>
            </p:cNvSpPr>
            <p:nvPr/>
          </p:nvSpPr>
          <p:spPr bwMode="auto">
            <a:xfrm>
              <a:off x="1045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0" name="Rectangle 189"/>
            <p:cNvSpPr>
              <a:spLocks noChangeArrowheads="1"/>
            </p:cNvSpPr>
            <p:nvPr/>
          </p:nvSpPr>
          <p:spPr bwMode="auto">
            <a:xfrm>
              <a:off x="1189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1" name="Rectangle 190"/>
            <p:cNvSpPr>
              <a:spLocks noChangeArrowheads="1"/>
            </p:cNvSpPr>
            <p:nvPr/>
          </p:nvSpPr>
          <p:spPr bwMode="auto">
            <a:xfrm>
              <a:off x="1333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2" name="Rectangle 191"/>
            <p:cNvSpPr>
              <a:spLocks noChangeArrowheads="1"/>
            </p:cNvSpPr>
            <p:nvPr/>
          </p:nvSpPr>
          <p:spPr bwMode="auto">
            <a:xfrm>
              <a:off x="1477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3" name="Rectangle 192"/>
            <p:cNvSpPr>
              <a:spLocks noChangeArrowheads="1"/>
            </p:cNvSpPr>
            <p:nvPr/>
          </p:nvSpPr>
          <p:spPr bwMode="auto">
            <a:xfrm>
              <a:off x="1616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4" name="Rectangle 193"/>
            <p:cNvSpPr>
              <a:spLocks noChangeArrowheads="1"/>
            </p:cNvSpPr>
            <p:nvPr/>
          </p:nvSpPr>
          <p:spPr bwMode="auto">
            <a:xfrm>
              <a:off x="330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5" name="Rectangle 194"/>
            <p:cNvSpPr>
              <a:spLocks noChangeArrowheads="1"/>
            </p:cNvSpPr>
            <p:nvPr/>
          </p:nvSpPr>
          <p:spPr bwMode="auto">
            <a:xfrm>
              <a:off x="474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6" name="Rectangle 195"/>
            <p:cNvSpPr>
              <a:spLocks noChangeArrowheads="1"/>
            </p:cNvSpPr>
            <p:nvPr/>
          </p:nvSpPr>
          <p:spPr bwMode="auto">
            <a:xfrm>
              <a:off x="618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7" name="Rectangle 196"/>
            <p:cNvSpPr>
              <a:spLocks noChangeArrowheads="1"/>
            </p:cNvSpPr>
            <p:nvPr/>
          </p:nvSpPr>
          <p:spPr bwMode="auto">
            <a:xfrm>
              <a:off x="762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8" name="Rectangle 197"/>
            <p:cNvSpPr>
              <a:spLocks noChangeArrowheads="1"/>
            </p:cNvSpPr>
            <p:nvPr/>
          </p:nvSpPr>
          <p:spPr bwMode="auto">
            <a:xfrm>
              <a:off x="906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69" name="Rectangle 198"/>
            <p:cNvSpPr>
              <a:spLocks noChangeArrowheads="1"/>
            </p:cNvSpPr>
            <p:nvPr/>
          </p:nvSpPr>
          <p:spPr bwMode="auto">
            <a:xfrm>
              <a:off x="1045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0" name="Rectangle 199"/>
            <p:cNvSpPr>
              <a:spLocks noChangeArrowheads="1"/>
            </p:cNvSpPr>
            <p:nvPr/>
          </p:nvSpPr>
          <p:spPr bwMode="auto">
            <a:xfrm>
              <a:off x="1189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1" name="Rectangle 200"/>
            <p:cNvSpPr>
              <a:spLocks noChangeArrowheads="1"/>
            </p:cNvSpPr>
            <p:nvPr/>
          </p:nvSpPr>
          <p:spPr bwMode="auto">
            <a:xfrm>
              <a:off x="1333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2" name="Rectangle 201"/>
            <p:cNvSpPr>
              <a:spLocks noChangeArrowheads="1"/>
            </p:cNvSpPr>
            <p:nvPr/>
          </p:nvSpPr>
          <p:spPr bwMode="auto">
            <a:xfrm>
              <a:off x="1477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3" name="Rectangle 202"/>
            <p:cNvSpPr>
              <a:spLocks noChangeArrowheads="1"/>
            </p:cNvSpPr>
            <p:nvPr/>
          </p:nvSpPr>
          <p:spPr bwMode="auto">
            <a:xfrm>
              <a:off x="1616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4" name="Rectangle 203"/>
            <p:cNvSpPr>
              <a:spLocks noChangeArrowheads="1"/>
            </p:cNvSpPr>
            <p:nvPr/>
          </p:nvSpPr>
          <p:spPr bwMode="auto">
            <a:xfrm>
              <a:off x="330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5" name="Rectangle 204"/>
            <p:cNvSpPr>
              <a:spLocks noChangeArrowheads="1"/>
            </p:cNvSpPr>
            <p:nvPr/>
          </p:nvSpPr>
          <p:spPr bwMode="auto">
            <a:xfrm>
              <a:off x="474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6" name="Rectangle 205"/>
            <p:cNvSpPr>
              <a:spLocks noChangeArrowheads="1"/>
            </p:cNvSpPr>
            <p:nvPr/>
          </p:nvSpPr>
          <p:spPr bwMode="auto">
            <a:xfrm>
              <a:off x="618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7" name="Rectangle 206"/>
            <p:cNvSpPr>
              <a:spLocks noChangeArrowheads="1"/>
            </p:cNvSpPr>
            <p:nvPr/>
          </p:nvSpPr>
          <p:spPr bwMode="auto">
            <a:xfrm>
              <a:off x="762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8" name="Rectangle 207"/>
            <p:cNvSpPr>
              <a:spLocks noChangeArrowheads="1"/>
            </p:cNvSpPr>
            <p:nvPr/>
          </p:nvSpPr>
          <p:spPr bwMode="auto">
            <a:xfrm>
              <a:off x="906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79" name="Rectangle 208"/>
            <p:cNvSpPr>
              <a:spLocks noChangeArrowheads="1"/>
            </p:cNvSpPr>
            <p:nvPr/>
          </p:nvSpPr>
          <p:spPr bwMode="auto">
            <a:xfrm>
              <a:off x="1045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0" name="Rectangle 209"/>
            <p:cNvSpPr>
              <a:spLocks noChangeArrowheads="1"/>
            </p:cNvSpPr>
            <p:nvPr/>
          </p:nvSpPr>
          <p:spPr bwMode="auto">
            <a:xfrm>
              <a:off x="1189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1" name="Rectangle 210"/>
            <p:cNvSpPr>
              <a:spLocks noChangeArrowheads="1"/>
            </p:cNvSpPr>
            <p:nvPr/>
          </p:nvSpPr>
          <p:spPr bwMode="auto">
            <a:xfrm>
              <a:off x="1333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2" name="Rectangle 211"/>
            <p:cNvSpPr>
              <a:spLocks noChangeArrowheads="1"/>
            </p:cNvSpPr>
            <p:nvPr/>
          </p:nvSpPr>
          <p:spPr bwMode="auto">
            <a:xfrm>
              <a:off x="1477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3" name="Rectangle 212"/>
            <p:cNvSpPr>
              <a:spLocks noChangeArrowheads="1"/>
            </p:cNvSpPr>
            <p:nvPr/>
          </p:nvSpPr>
          <p:spPr bwMode="auto">
            <a:xfrm>
              <a:off x="1616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4" name="Rectangle 213"/>
            <p:cNvSpPr>
              <a:spLocks noChangeArrowheads="1"/>
            </p:cNvSpPr>
            <p:nvPr/>
          </p:nvSpPr>
          <p:spPr bwMode="auto">
            <a:xfrm>
              <a:off x="330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5" name="Rectangle 214"/>
            <p:cNvSpPr>
              <a:spLocks noChangeArrowheads="1"/>
            </p:cNvSpPr>
            <p:nvPr/>
          </p:nvSpPr>
          <p:spPr bwMode="auto">
            <a:xfrm>
              <a:off x="474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6" name="Rectangle 215"/>
            <p:cNvSpPr>
              <a:spLocks noChangeArrowheads="1"/>
            </p:cNvSpPr>
            <p:nvPr/>
          </p:nvSpPr>
          <p:spPr bwMode="auto">
            <a:xfrm>
              <a:off x="618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7" name="Rectangle 216"/>
            <p:cNvSpPr>
              <a:spLocks noChangeArrowheads="1"/>
            </p:cNvSpPr>
            <p:nvPr/>
          </p:nvSpPr>
          <p:spPr bwMode="auto">
            <a:xfrm>
              <a:off x="762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8" name="Rectangle 217"/>
            <p:cNvSpPr>
              <a:spLocks noChangeArrowheads="1"/>
            </p:cNvSpPr>
            <p:nvPr/>
          </p:nvSpPr>
          <p:spPr bwMode="auto">
            <a:xfrm>
              <a:off x="906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89" name="Rectangle 218"/>
            <p:cNvSpPr>
              <a:spLocks noChangeArrowheads="1"/>
            </p:cNvSpPr>
            <p:nvPr/>
          </p:nvSpPr>
          <p:spPr bwMode="auto">
            <a:xfrm>
              <a:off x="1045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0" name="Rectangle 219"/>
            <p:cNvSpPr>
              <a:spLocks noChangeArrowheads="1"/>
            </p:cNvSpPr>
            <p:nvPr/>
          </p:nvSpPr>
          <p:spPr bwMode="auto">
            <a:xfrm>
              <a:off x="1189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1" name="Rectangle 220"/>
            <p:cNvSpPr>
              <a:spLocks noChangeArrowheads="1"/>
            </p:cNvSpPr>
            <p:nvPr/>
          </p:nvSpPr>
          <p:spPr bwMode="auto">
            <a:xfrm>
              <a:off x="1333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2" name="Rectangle 221"/>
            <p:cNvSpPr>
              <a:spLocks noChangeArrowheads="1"/>
            </p:cNvSpPr>
            <p:nvPr/>
          </p:nvSpPr>
          <p:spPr bwMode="auto">
            <a:xfrm>
              <a:off x="1477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3" name="Rectangle 222"/>
            <p:cNvSpPr>
              <a:spLocks noChangeArrowheads="1"/>
            </p:cNvSpPr>
            <p:nvPr/>
          </p:nvSpPr>
          <p:spPr bwMode="auto">
            <a:xfrm>
              <a:off x="1616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4" name="Rectangle 223"/>
            <p:cNvSpPr>
              <a:spLocks noChangeArrowheads="1"/>
            </p:cNvSpPr>
            <p:nvPr/>
          </p:nvSpPr>
          <p:spPr bwMode="auto">
            <a:xfrm>
              <a:off x="1755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5" name="Rectangle 224"/>
            <p:cNvSpPr>
              <a:spLocks noChangeArrowheads="1"/>
            </p:cNvSpPr>
            <p:nvPr/>
          </p:nvSpPr>
          <p:spPr bwMode="auto">
            <a:xfrm>
              <a:off x="1899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6" name="Rectangle 225"/>
            <p:cNvSpPr>
              <a:spLocks noChangeArrowheads="1"/>
            </p:cNvSpPr>
            <p:nvPr/>
          </p:nvSpPr>
          <p:spPr bwMode="auto">
            <a:xfrm>
              <a:off x="2043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7" name="Rectangle 226"/>
            <p:cNvSpPr>
              <a:spLocks noChangeArrowheads="1"/>
            </p:cNvSpPr>
            <p:nvPr/>
          </p:nvSpPr>
          <p:spPr bwMode="auto">
            <a:xfrm>
              <a:off x="2187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8" name="Rectangle 227"/>
            <p:cNvSpPr>
              <a:spLocks noChangeArrowheads="1"/>
            </p:cNvSpPr>
            <p:nvPr/>
          </p:nvSpPr>
          <p:spPr bwMode="auto">
            <a:xfrm>
              <a:off x="2331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699" name="Rectangle 228"/>
            <p:cNvSpPr>
              <a:spLocks noChangeArrowheads="1"/>
            </p:cNvSpPr>
            <p:nvPr/>
          </p:nvSpPr>
          <p:spPr bwMode="auto">
            <a:xfrm>
              <a:off x="2470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0" name="Rectangle 229"/>
            <p:cNvSpPr>
              <a:spLocks noChangeArrowheads="1"/>
            </p:cNvSpPr>
            <p:nvPr/>
          </p:nvSpPr>
          <p:spPr bwMode="auto">
            <a:xfrm>
              <a:off x="1755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1" name="Rectangle 230"/>
            <p:cNvSpPr>
              <a:spLocks noChangeArrowheads="1"/>
            </p:cNvSpPr>
            <p:nvPr/>
          </p:nvSpPr>
          <p:spPr bwMode="auto">
            <a:xfrm>
              <a:off x="1899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2" name="Rectangle 231"/>
            <p:cNvSpPr>
              <a:spLocks noChangeArrowheads="1"/>
            </p:cNvSpPr>
            <p:nvPr/>
          </p:nvSpPr>
          <p:spPr bwMode="auto">
            <a:xfrm>
              <a:off x="2043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3" name="Rectangle 232"/>
            <p:cNvSpPr>
              <a:spLocks noChangeArrowheads="1"/>
            </p:cNvSpPr>
            <p:nvPr/>
          </p:nvSpPr>
          <p:spPr bwMode="auto">
            <a:xfrm>
              <a:off x="2187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4" name="Rectangle 233"/>
            <p:cNvSpPr>
              <a:spLocks noChangeArrowheads="1"/>
            </p:cNvSpPr>
            <p:nvPr/>
          </p:nvSpPr>
          <p:spPr bwMode="auto">
            <a:xfrm>
              <a:off x="2331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5" name="Rectangle 234"/>
            <p:cNvSpPr>
              <a:spLocks noChangeArrowheads="1"/>
            </p:cNvSpPr>
            <p:nvPr/>
          </p:nvSpPr>
          <p:spPr bwMode="auto">
            <a:xfrm>
              <a:off x="2470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6" name="Rectangle 235"/>
            <p:cNvSpPr>
              <a:spLocks noChangeArrowheads="1"/>
            </p:cNvSpPr>
            <p:nvPr/>
          </p:nvSpPr>
          <p:spPr bwMode="auto">
            <a:xfrm>
              <a:off x="1755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7" name="Rectangle 236"/>
            <p:cNvSpPr>
              <a:spLocks noChangeArrowheads="1"/>
            </p:cNvSpPr>
            <p:nvPr/>
          </p:nvSpPr>
          <p:spPr bwMode="auto">
            <a:xfrm>
              <a:off x="1899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8" name="Rectangle 237"/>
            <p:cNvSpPr>
              <a:spLocks noChangeArrowheads="1"/>
            </p:cNvSpPr>
            <p:nvPr/>
          </p:nvSpPr>
          <p:spPr bwMode="auto">
            <a:xfrm>
              <a:off x="2043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09" name="Rectangle 238"/>
            <p:cNvSpPr>
              <a:spLocks noChangeArrowheads="1"/>
            </p:cNvSpPr>
            <p:nvPr/>
          </p:nvSpPr>
          <p:spPr bwMode="auto">
            <a:xfrm>
              <a:off x="2187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0" name="Rectangle 239"/>
            <p:cNvSpPr>
              <a:spLocks noChangeArrowheads="1"/>
            </p:cNvSpPr>
            <p:nvPr/>
          </p:nvSpPr>
          <p:spPr bwMode="auto">
            <a:xfrm>
              <a:off x="2331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1" name="Rectangle 240"/>
            <p:cNvSpPr>
              <a:spLocks noChangeArrowheads="1"/>
            </p:cNvSpPr>
            <p:nvPr/>
          </p:nvSpPr>
          <p:spPr bwMode="auto">
            <a:xfrm>
              <a:off x="2470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2" name="Rectangle 241"/>
            <p:cNvSpPr>
              <a:spLocks noChangeArrowheads="1"/>
            </p:cNvSpPr>
            <p:nvPr/>
          </p:nvSpPr>
          <p:spPr bwMode="auto">
            <a:xfrm>
              <a:off x="1755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3" name="Rectangle 242"/>
            <p:cNvSpPr>
              <a:spLocks noChangeArrowheads="1"/>
            </p:cNvSpPr>
            <p:nvPr/>
          </p:nvSpPr>
          <p:spPr bwMode="auto">
            <a:xfrm>
              <a:off x="1899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4" name="Rectangle 243"/>
            <p:cNvSpPr>
              <a:spLocks noChangeArrowheads="1"/>
            </p:cNvSpPr>
            <p:nvPr/>
          </p:nvSpPr>
          <p:spPr bwMode="auto">
            <a:xfrm>
              <a:off x="2043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5" name="Rectangle 244"/>
            <p:cNvSpPr>
              <a:spLocks noChangeArrowheads="1"/>
            </p:cNvSpPr>
            <p:nvPr/>
          </p:nvSpPr>
          <p:spPr bwMode="auto">
            <a:xfrm>
              <a:off x="2187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6" name="Rectangle 245"/>
            <p:cNvSpPr>
              <a:spLocks noChangeArrowheads="1"/>
            </p:cNvSpPr>
            <p:nvPr/>
          </p:nvSpPr>
          <p:spPr bwMode="auto">
            <a:xfrm>
              <a:off x="2331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7" name="Rectangle 246"/>
            <p:cNvSpPr>
              <a:spLocks noChangeArrowheads="1"/>
            </p:cNvSpPr>
            <p:nvPr/>
          </p:nvSpPr>
          <p:spPr bwMode="auto">
            <a:xfrm>
              <a:off x="2470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8" name="Rectangle 247"/>
            <p:cNvSpPr>
              <a:spLocks noChangeArrowheads="1"/>
            </p:cNvSpPr>
            <p:nvPr/>
          </p:nvSpPr>
          <p:spPr bwMode="auto">
            <a:xfrm>
              <a:off x="1755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19" name="Rectangle 248"/>
            <p:cNvSpPr>
              <a:spLocks noChangeArrowheads="1"/>
            </p:cNvSpPr>
            <p:nvPr/>
          </p:nvSpPr>
          <p:spPr bwMode="auto">
            <a:xfrm>
              <a:off x="1899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20" name="Rectangle 249"/>
            <p:cNvSpPr>
              <a:spLocks noChangeArrowheads="1"/>
            </p:cNvSpPr>
            <p:nvPr/>
          </p:nvSpPr>
          <p:spPr bwMode="auto">
            <a:xfrm>
              <a:off x="2043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21" name="Rectangle 250"/>
            <p:cNvSpPr>
              <a:spLocks noChangeArrowheads="1"/>
            </p:cNvSpPr>
            <p:nvPr/>
          </p:nvSpPr>
          <p:spPr bwMode="auto">
            <a:xfrm>
              <a:off x="2187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22" name="Rectangle 251"/>
            <p:cNvSpPr>
              <a:spLocks noChangeArrowheads="1"/>
            </p:cNvSpPr>
            <p:nvPr/>
          </p:nvSpPr>
          <p:spPr bwMode="auto">
            <a:xfrm>
              <a:off x="2331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723" name="Rectangle 252"/>
            <p:cNvSpPr>
              <a:spLocks noChangeArrowheads="1"/>
            </p:cNvSpPr>
            <p:nvPr/>
          </p:nvSpPr>
          <p:spPr bwMode="auto">
            <a:xfrm>
              <a:off x="2470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18437" name="Line 253"/>
          <p:cNvSpPr>
            <a:spLocks noChangeShapeType="1"/>
          </p:cNvSpPr>
          <p:nvPr/>
        </p:nvSpPr>
        <p:spPr bwMode="auto">
          <a:xfrm>
            <a:off x="2047876" y="1624014"/>
            <a:ext cx="3838575" cy="1587"/>
          </a:xfrm>
          <a:prstGeom prst="line">
            <a:avLst/>
          </a:prstGeom>
          <a:noFill/>
          <a:ln w="25560">
            <a:solidFill>
              <a:srgbClr val="333399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38" name="Line 254"/>
          <p:cNvSpPr>
            <a:spLocks noChangeShapeType="1"/>
          </p:cNvSpPr>
          <p:nvPr/>
        </p:nvSpPr>
        <p:spPr bwMode="auto">
          <a:xfrm>
            <a:off x="2047875" y="1624013"/>
            <a:ext cx="1588" cy="3560762"/>
          </a:xfrm>
          <a:prstGeom prst="line">
            <a:avLst/>
          </a:prstGeom>
          <a:noFill/>
          <a:ln w="25560">
            <a:solidFill>
              <a:srgbClr val="333399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39" name="Text Box 255"/>
          <p:cNvSpPr txBox="1">
            <a:spLocks noChangeArrowheads="1"/>
          </p:cNvSpPr>
          <p:nvPr/>
        </p:nvSpPr>
        <p:spPr bwMode="auto">
          <a:xfrm>
            <a:off x="1525589" y="1255714"/>
            <a:ext cx="1089057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</a:t>
            </a:r>
          </a:p>
        </p:txBody>
      </p:sp>
      <p:sp>
        <p:nvSpPr>
          <p:cNvPr id="18440" name="Text Box 256"/>
          <p:cNvSpPr txBox="1">
            <a:spLocks noChangeArrowheads="1"/>
          </p:cNvSpPr>
          <p:nvPr/>
        </p:nvSpPr>
        <p:spPr bwMode="auto">
          <a:xfrm>
            <a:off x="5665788" y="1257301"/>
            <a:ext cx="34205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41" name="Text Box 257"/>
          <p:cNvSpPr txBox="1">
            <a:spLocks noChangeArrowheads="1"/>
          </p:cNvSpPr>
          <p:nvPr/>
        </p:nvSpPr>
        <p:spPr bwMode="auto">
          <a:xfrm>
            <a:off x="1765300" y="4970464"/>
            <a:ext cx="366104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442" name="Text Box 258"/>
          <p:cNvSpPr txBox="1">
            <a:spLocks noChangeArrowheads="1"/>
          </p:cNvSpPr>
          <p:nvPr/>
        </p:nvSpPr>
        <p:spPr bwMode="auto">
          <a:xfrm>
            <a:off x="4322764" y="4997451"/>
            <a:ext cx="2030021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</a:p>
        </p:txBody>
      </p:sp>
      <p:cxnSp>
        <p:nvCxnSpPr>
          <p:cNvPr id="11523" name="AutoShape 259"/>
          <p:cNvCxnSpPr>
            <a:cxnSpLocks noChangeShapeType="1"/>
            <a:stCxn id="11527" idx="6"/>
          </p:cNvCxnSpPr>
          <p:nvPr/>
        </p:nvCxnSpPr>
        <p:spPr bwMode="auto">
          <a:xfrm flipV="1">
            <a:off x="5197476" y="2200275"/>
            <a:ext cx="1293813" cy="1347788"/>
          </a:xfrm>
          <a:prstGeom prst="curvedConnector3">
            <a:avLst>
              <a:gd name="adj1" fmla="val 50000"/>
            </a:avLst>
          </a:prstGeom>
          <a:noFill/>
          <a:ln w="38160">
            <a:solidFill>
              <a:srgbClr val="FF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524" name="Text Box 260"/>
          <p:cNvSpPr txBox="1">
            <a:spLocks noChangeArrowheads="1"/>
          </p:cNvSpPr>
          <p:nvPr/>
        </p:nvSpPr>
        <p:spPr bwMode="auto">
          <a:xfrm>
            <a:off x="6259514" y="3754438"/>
            <a:ext cx="2662245" cy="1694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IE" altLang="en-US" sz="26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processed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 = 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*e + </a:t>
            </a:r>
            <a:b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*a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*b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*c + </a:t>
            </a:r>
            <a:b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*d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*f + </a:t>
            </a:r>
            <a:b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*g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*h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*i</a:t>
            </a:r>
          </a:p>
        </p:txBody>
      </p:sp>
      <p:sp>
        <p:nvSpPr>
          <p:cNvPr id="11525" name="Text Box 261"/>
          <p:cNvSpPr txBox="1">
            <a:spLocks noChangeArrowheads="1"/>
          </p:cNvSpPr>
          <p:nvPr/>
        </p:nvSpPr>
        <p:spPr bwMode="auto">
          <a:xfrm>
            <a:off x="8537576" y="3038475"/>
            <a:ext cx="1820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Filter</a:t>
            </a:r>
          </a:p>
        </p:txBody>
      </p:sp>
      <p:sp>
        <p:nvSpPr>
          <p:cNvPr id="11526" name="Text Box 262"/>
          <p:cNvSpPr txBox="1">
            <a:spLocks noChangeArrowheads="1"/>
          </p:cNvSpPr>
          <p:nvPr/>
        </p:nvSpPr>
        <p:spPr bwMode="auto">
          <a:xfrm>
            <a:off x="2925115" y="3309939"/>
            <a:ext cx="1321448" cy="4924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0" rIns="1800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600" i="1">
                <a:solidFill>
                  <a:srgbClr val="000000"/>
                </a:solidFill>
                <a:latin typeface="Times New Roman" panose="02020603050405020304" pitchFamily="18" charset="0"/>
              </a:rPr>
              <a:t>Simple 3*3</a:t>
            </a:r>
            <a:br>
              <a:rPr lang="en-IE" altLang="en-US" sz="1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1600" i="1">
                <a:solidFill>
                  <a:srgbClr val="000000"/>
                </a:solidFill>
                <a:latin typeface="Times New Roman" panose="02020603050405020304" pitchFamily="18" charset="0"/>
              </a:rPr>
              <a:t>Neighbourhood</a:t>
            </a:r>
          </a:p>
        </p:txBody>
      </p:sp>
      <p:sp>
        <p:nvSpPr>
          <p:cNvPr id="11527" name="Oval 263"/>
          <p:cNvSpPr>
            <a:spLocks noChangeArrowheads="1"/>
          </p:cNvSpPr>
          <p:nvPr/>
        </p:nvSpPr>
        <p:spPr bwMode="auto">
          <a:xfrm>
            <a:off x="4121151" y="3009901"/>
            <a:ext cx="1076325" cy="1076325"/>
          </a:xfrm>
          <a:prstGeom prst="ellipse">
            <a:avLst/>
          </a:prstGeom>
          <a:noFill/>
          <a:ln w="507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1528" name="Rectangle 264"/>
          <p:cNvSpPr>
            <a:spLocks noChangeArrowheads="1"/>
          </p:cNvSpPr>
          <p:nvPr/>
        </p:nvSpPr>
        <p:spPr bwMode="auto">
          <a:xfrm>
            <a:off x="4538663" y="3432175"/>
            <a:ext cx="228600" cy="228600"/>
          </a:xfrm>
          <a:prstGeom prst="rect">
            <a:avLst/>
          </a:prstGeom>
          <a:solidFill>
            <a:srgbClr val="C0C0C0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6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grpSp>
        <p:nvGrpSpPr>
          <p:cNvPr id="11529" name="Group 265"/>
          <p:cNvGrpSpPr>
            <a:grpSpLocks/>
          </p:cNvGrpSpPr>
          <p:nvPr/>
        </p:nvGrpSpPr>
        <p:grpSpPr bwMode="auto">
          <a:xfrm>
            <a:off x="4314825" y="3206750"/>
            <a:ext cx="673100" cy="681038"/>
            <a:chOff x="1758" y="2020"/>
            <a:chExt cx="424" cy="429"/>
          </a:xfrm>
        </p:grpSpPr>
        <p:sp>
          <p:nvSpPr>
            <p:cNvPr id="18476" name="Rectangle 266"/>
            <p:cNvSpPr>
              <a:spLocks noChangeArrowheads="1"/>
            </p:cNvSpPr>
            <p:nvPr/>
          </p:nvSpPr>
          <p:spPr bwMode="auto">
            <a:xfrm>
              <a:off x="1758" y="2020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77" name="Rectangle 267"/>
            <p:cNvSpPr>
              <a:spLocks noChangeArrowheads="1"/>
            </p:cNvSpPr>
            <p:nvPr/>
          </p:nvSpPr>
          <p:spPr bwMode="auto">
            <a:xfrm>
              <a:off x="1758" y="2166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78" name="Rectangle 268"/>
            <p:cNvSpPr>
              <a:spLocks noChangeArrowheads="1"/>
            </p:cNvSpPr>
            <p:nvPr/>
          </p:nvSpPr>
          <p:spPr bwMode="auto">
            <a:xfrm>
              <a:off x="1758" y="2308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79" name="Rectangle 269"/>
            <p:cNvSpPr>
              <a:spLocks noChangeArrowheads="1"/>
            </p:cNvSpPr>
            <p:nvPr/>
          </p:nvSpPr>
          <p:spPr bwMode="auto">
            <a:xfrm>
              <a:off x="1897" y="2020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80" name="Rectangle 270"/>
            <p:cNvSpPr>
              <a:spLocks noChangeArrowheads="1"/>
            </p:cNvSpPr>
            <p:nvPr/>
          </p:nvSpPr>
          <p:spPr bwMode="auto">
            <a:xfrm>
              <a:off x="2041" y="2020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81" name="Rectangle 271"/>
            <p:cNvSpPr>
              <a:spLocks noChangeArrowheads="1"/>
            </p:cNvSpPr>
            <p:nvPr/>
          </p:nvSpPr>
          <p:spPr bwMode="auto">
            <a:xfrm>
              <a:off x="2041" y="2166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82" name="Rectangle 272"/>
            <p:cNvSpPr>
              <a:spLocks noChangeArrowheads="1"/>
            </p:cNvSpPr>
            <p:nvPr/>
          </p:nvSpPr>
          <p:spPr bwMode="auto">
            <a:xfrm>
              <a:off x="1897" y="2308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83" name="Rectangle 273"/>
            <p:cNvSpPr>
              <a:spLocks noChangeArrowheads="1"/>
            </p:cNvSpPr>
            <p:nvPr/>
          </p:nvSpPr>
          <p:spPr bwMode="auto">
            <a:xfrm>
              <a:off x="2041" y="2308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11538" name="Group 274"/>
          <p:cNvGrpSpPr>
            <a:grpSpLocks/>
          </p:cNvGrpSpPr>
          <p:nvPr/>
        </p:nvGrpSpPr>
        <p:grpSpPr bwMode="auto">
          <a:xfrm>
            <a:off x="4308475" y="3203576"/>
            <a:ext cx="681038" cy="677863"/>
            <a:chOff x="1754" y="2018"/>
            <a:chExt cx="429" cy="427"/>
          </a:xfrm>
        </p:grpSpPr>
        <p:sp>
          <p:nvSpPr>
            <p:cNvPr id="18467" name="Rectangle 275"/>
            <p:cNvSpPr>
              <a:spLocks noChangeArrowheads="1"/>
            </p:cNvSpPr>
            <p:nvPr/>
          </p:nvSpPr>
          <p:spPr bwMode="auto">
            <a:xfrm>
              <a:off x="1754" y="2018"/>
              <a:ext cx="141" cy="141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68" name="Rectangle 276"/>
            <p:cNvSpPr>
              <a:spLocks noChangeArrowheads="1"/>
            </p:cNvSpPr>
            <p:nvPr/>
          </p:nvSpPr>
          <p:spPr bwMode="auto">
            <a:xfrm>
              <a:off x="1898" y="2018"/>
              <a:ext cx="141" cy="141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69" name="Rectangle 277"/>
            <p:cNvSpPr>
              <a:spLocks noChangeArrowheads="1"/>
            </p:cNvSpPr>
            <p:nvPr/>
          </p:nvSpPr>
          <p:spPr bwMode="auto">
            <a:xfrm>
              <a:off x="2042" y="2018"/>
              <a:ext cx="141" cy="141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70" name="Rectangle 278"/>
            <p:cNvSpPr>
              <a:spLocks noChangeArrowheads="1"/>
            </p:cNvSpPr>
            <p:nvPr/>
          </p:nvSpPr>
          <p:spPr bwMode="auto">
            <a:xfrm>
              <a:off x="1754" y="2160"/>
              <a:ext cx="141" cy="141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71" name="Rectangle 279"/>
            <p:cNvSpPr>
              <a:spLocks noChangeArrowheads="1"/>
            </p:cNvSpPr>
            <p:nvPr/>
          </p:nvSpPr>
          <p:spPr bwMode="auto">
            <a:xfrm>
              <a:off x="1898" y="2160"/>
              <a:ext cx="141" cy="141"/>
            </a:xfrm>
            <a:prstGeom prst="rect">
              <a:avLst/>
            </a:prstGeom>
            <a:solidFill>
              <a:srgbClr val="000080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72" name="Rectangle 280"/>
            <p:cNvSpPr>
              <a:spLocks noChangeArrowheads="1"/>
            </p:cNvSpPr>
            <p:nvPr/>
          </p:nvSpPr>
          <p:spPr bwMode="auto">
            <a:xfrm>
              <a:off x="2042" y="2160"/>
              <a:ext cx="141" cy="141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73" name="Rectangle 281"/>
            <p:cNvSpPr>
              <a:spLocks noChangeArrowheads="1"/>
            </p:cNvSpPr>
            <p:nvPr/>
          </p:nvSpPr>
          <p:spPr bwMode="auto">
            <a:xfrm>
              <a:off x="1754" y="2304"/>
              <a:ext cx="141" cy="141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74" name="Rectangle 282"/>
            <p:cNvSpPr>
              <a:spLocks noChangeArrowheads="1"/>
            </p:cNvSpPr>
            <p:nvPr/>
          </p:nvSpPr>
          <p:spPr bwMode="auto">
            <a:xfrm>
              <a:off x="1898" y="2304"/>
              <a:ext cx="141" cy="141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8475" name="Rectangle 283"/>
            <p:cNvSpPr>
              <a:spLocks noChangeArrowheads="1"/>
            </p:cNvSpPr>
            <p:nvPr/>
          </p:nvSpPr>
          <p:spPr bwMode="auto">
            <a:xfrm>
              <a:off x="2042" y="2304"/>
              <a:ext cx="141" cy="141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11548" name="Text Box 284"/>
          <p:cNvSpPr txBox="1">
            <a:spLocks noChangeArrowheads="1"/>
          </p:cNvSpPr>
          <p:nvPr/>
        </p:nvSpPr>
        <p:spPr bwMode="auto">
          <a:xfrm>
            <a:off x="5056271" y="3421064"/>
            <a:ext cx="865105" cy="24622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0" rIns="1800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600" i="1">
                <a:solidFill>
                  <a:srgbClr val="0033CC"/>
                </a:solidFill>
                <a:latin typeface="Times New Roman" panose="02020603050405020304" pitchFamily="18" charset="0"/>
              </a:rPr>
              <a:t>3*3 Filter</a:t>
            </a:r>
          </a:p>
        </p:txBody>
      </p:sp>
      <p:cxnSp>
        <p:nvCxnSpPr>
          <p:cNvPr id="11549" name="AutoShape 285"/>
          <p:cNvCxnSpPr>
            <a:cxnSpLocks noChangeShapeType="1"/>
            <a:stCxn id="11550" idx="6"/>
          </p:cNvCxnSpPr>
          <p:nvPr/>
        </p:nvCxnSpPr>
        <p:spPr bwMode="auto">
          <a:xfrm flipV="1">
            <a:off x="5195889" y="2203450"/>
            <a:ext cx="3468687" cy="1347788"/>
          </a:xfrm>
          <a:prstGeom prst="curvedConnector3">
            <a:avLst>
              <a:gd name="adj1" fmla="val 50000"/>
            </a:avLst>
          </a:prstGeom>
          <a:noFill/>
          <a:ln w="38160">
            <a:solidFill>
              <a:srgbClr val="FF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550" name="Oval 286"/>
          <p:cNvSpPr>
            <a:spLocks noChangeArrowheads="1"/>
          </p:cNvSpPr>
          <p:nvPr/>
        </p:nvSpPr>
        <p:spPr bwMode="auto">
          <a:xfrm>
            <a:off x="4119564" y="3013076"/>
            <a:ext cx="1076325" cy="1076325"/>
          </a:xfrm>
          <a:prstGeom prst="ellipse">
            <a:avLst/>
          </a:prstGeom>
          <a:noFill/>
          <a:ln w="507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11551" name="Group 287"/>
          <p:cNvGrpSpPr>
            <a:grpSpLocks/>
          </p:cNvGrpSpPr>
          <p:nvPr/>
        </p:nvGrpSpPr>
        <p:grpSpPr bwMode="auto">
          <a:xfrm>
            <a:off x="6489700" y="1425575"/>
            <a:ext cx="1563688" cy="1555750"/>
            <a:chOff x="3128" y="898"/>
            <a:chExt cx="985" cy="980"/>
          </a:xfrm>
        </p:grpSpPr>
        <p:sp>
          <p:nvSpPr>
            <p:cNvPr id="18458" name="Rectangle 288"/>
            <p:cNvSpPr>
              <a:spLocks noChangeArrowheads="1"/>
            </p:cNvSpPr>
            <p:nvPr/>
          </p:nvSpPr>
          <p:spPr bwMode="auto">
            <a:xfrm>
              <a:off x="3128" y="898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459" name="Rectangle 289"/>
            <p:cNvSpPr>
              <a:spLocks noChangeArrowheads="1"/>
            </p:cNvSpPr>
            <p:nvPr/>
          </p:nvSpPr>
          <p:spPr bwMode="auto">
            <a:xfrm>
              <a:off x="3457" y="898"/>
              <a:ext cx="327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460" name="Rectangle 290"/>
            <p:cNvSpPr>
              <a:spLocks noChangeArrowheads="1"/>
            </p:cNvSpPr>
            <p:nvPr/>
          </p:nvSpPr>
          <p:spPr bwMode="auto">
            <a:xfrm>
              <a:off x="3787" y="898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461" name="Rectangle 291"/>
            <p:cNvSpPr>
              <a:spLocks noChangeArrowheads="1"/>
            </p:cNvSpPr>
            <p:nvPr/>
          </p:nvSpPr>
          <p:spPr bwMode="auto">
            <a:xfrm>
              <a:off x="3128" y="1223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462" name="Rectangle 292"/>
            <p:cNvSpPr>
              <a:spLocks noChangeArrowheads="1"/>
            </p:cNvSpPr>
            <p:nvPr/>
          </p:nvSpPr>
          <p:spPr bwMode="auto">
            <a:xfrm>
              <a:off x="3457" y="1223"/>
              <a:ext cx="327" cy="326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8463" name="Rectangle 293"/>
            <p:cNvSpPr>
              <a:spLocks noChangeArrowheads="1"/>
            </p:cNvSpPr>
            <p:nvPr/>
          </p:nvSpPr>
          <p:spPr bwMode="auto">
            <a:xfrm>
              <a:off x="3787" y="1223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464" name="Rectangle 294"/>
            <p:cNvSpPr>
              <a:spLocks noChangeArrowheads="1"/>
            </p:cNvSpPr>
            <p:nvPr/>
          </p:nvSpPr>
          <p:spPr bwMode="auto">
            <a:xfrm>
              <a:off x="3128" y="1552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8465" name="Rectangle 295"/>
            <p:cNvSpPr>
              <a:spLocks noChangeArrowheads="1"/>
            </p:cNvSpPr>
            <p:nvPr/>
          </p:nvSpPr>
          <p:spPr bwMode="auto">
            <a:xfrm>
              <a:off x="3457" y="1552"/>
              <a:ext cx="327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8466" name="Rectangle 296"/>
            <p:cNvSpPr>
              <a:spLocks noChangeArrowheads="1"/>
            </p:cNvSpPr>
            <p:nvPr/>
          </p:nvSpPr>
          <p:spPr bwMode="auto">
            <a:xfrm>
              <a:off x="3787" y="1552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11561" name="Text Box 297"/>
          <p:cNvSpPr txBox="1">
            <a:spLocks noChangeArrowheads="1"/>
          </p:cNvSpPr>
          <p:nvPr/>
        </p:nvSpPr>
        <p:spPr bwMode="auto">
          <a:xfrm>
            <a:off x="6364288" y="3017839"/>
            <a:ext cx="1820862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Original Image Pixels</a:t>
            </a:r>
          </a:p>
        </p:txBody>
      </p:sp>
      <p:sp>
        <p:nvSpPr>
          <p:cNvPr id="11562" name="Text Box 298"/>
          <p:cNvSpPr txBox="1">
            <a:spLocks noChangeArrowheads="1"/>
          </p:cNvSpPr>
          <p:nvPr/>
        </p:nvSpPr>
        <p:spPr bwMode="auto">
          <a:xfrm>
            <a:off x="8029576" y="1828801"/>
            <a:ext cx="5238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5400" i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11563" name="Rectangle 299"/>
          <p:cNvSpPr>
            <a:spLocks noChangeArrowheads="1"/>
          </p:cNvSpPr>
          <p:nvPr/>
        </p:nvSpPr>
        <p:spPr bwMode="auto">
          <a:xfrm>
            <a:off x="1752600" y="5716589"/>
            <a:ext cx="891540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above is repeated for every pixel in the original image to generate the filtered image</a:t>
            </a:r>
          </a:p>
        </p:txBody>
      </p:sp>
    </p:spTree>
    <p:extLst>
      <p:ext uri="{BB962C8B-B14F-4D97-AF65-F5344CB8AC3E}">
        <p14:creationId xmlns:p14="http://schemas.microsoft.com/office/powerpoint/2010/main" val="35214838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1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w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1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11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w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11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27" grpId="0" animBg="1"/>
      <p:bldP spid="11527" grpId="1" animBg="1"/>
      <p:bldP spid="11550" grpId="0" animBg="1"/>
      <p:bldP spid="11550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Filtering: Equation Form</a:t>
            </a:r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4">
            <a:lum bright="-36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39"/>
          <a:stretch>
            <a:fillRect/>
          </a:stretch>
        </p:blipFill>
        <p:spPr bwMode="auto">
          <a:xfrm>
            <a:off x="1858964" y="1395413"/>
            <a:ext cx="4422775" cy="541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84" name="Group 3"/>
          <p:cNvGrpSpPr>
            <a:grpSpLocks/>
          </p:cNvGrpSpPr>
          <p:nvPr/>
        </p:nvGrpSpPr>
        <p:grpSpPr bwMode="auto">
          <a:xfrm>
            <a:off x="5260975" y="1560513"/>
            <a:ext cx="5086350" cy="984250"/>
            <a:chOff x="2354" y="983"/>
            <a:chExt cx="3204" cy="620"/>
          </a:xfrm>
        </p:grpSpPr>
        <p:graphicFrame>
          <p:nvGraphicFramePr>
            <p:cNvPr id="20489" name="Object 4"/>
            <p:cNvGraphicFramePr>
              <a:graphicFrameLocks noChangeAspect="1"/>
            </p:cNvGraphicFramePr>
            <p:nvPr/>
          </p:nvGraphicFramePr>
          <p:xfrm>
            <a:off x="2354" y="983"/>
            <a:ext cx="3204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6" r:id="rId5" imgW="2222216" imgH="431734" progId="">
                    <p:embed/>
                  </p:oleObj>
                </mc:Choice>
                <mc:Fallback>
                  <p:oleObj r:id="rId5" imgW="2222216" imgH="431734" progId="">
                    <p:embed/>
                    <p:pic>
                      <p:nvPicPr>
                        <p:cNvPr id="20489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4" y="983"/>
                          <a:ext cx="3204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0" name="Text Box 5"/>
            <p:cNvSpPr txBox="1">
              <a:spLocks noChangeArrowheads="1"/>
            </p:cNvSpPr>
            <p:nvPr/>
          </p:nvSpPr>
          <p:spPr bwMode="auto">
            <a:xfrm>
              <a:off x="2354" y="983"/>
              <a:ext cx="3204" cy="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6307139" y="2738438"/>
            <a:ext cx="4067175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Filtering can be given in equation form as shown above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Notations are based on the image shown to the left</a:t>
            </a:r>
          </a:p>
        </p:txBody>
      </p:sp>
      <p:grpSp>
        <p:nvGrpSpPr>
          <p:cNvPr id="20486" name="Group 7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20487" name="Picture 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88" name="Rectangle 9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27343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Smoothing Spatial Filters</a:t>
            </a:r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000"/>
              <a:t>• The shape of the impulse response needed to implement a lowpass (smoothing) filter indicates the filter should have all positive coefficients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• For a 3x3 mask, the simplest arrangement is to have all the coefficient values equal to one (neighborhood averaging)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– The response would be the sum of all gray levels for the nine pixels in the mask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– This could cause the value of R to be out of the valid gray-level range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• The solution is to scale the result by dividing by 9</a:t>
            </a:r>
          </a:p>
          <a:p>
            <a:pPr eaLnBrk="1" hangingPunct="1">
              <a:buClrTx/>
              <a:buFontTx/>
              <a:buNone/>
            </a:pPr>
            <a:endParaRPr lang="en-IE" altLang="en-US" sz="2000"/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9" y="4635500"/>
            <a:ext cx="24225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5689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Smoothing Spatial Filters</a:t>
            </a: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One of the simplest spatial filtering operations we can perform is a smoothing operation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Simply average all of the pixels in a neighbourhood around a central value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Especially useful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in removing noise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from images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Also useful for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highlighting gross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detail</a:t>
            </a:r>
          </a:p>
        </p:txBody>
      </p:sp>
      <p:graphicFrame>
        <p:nvGraphicFramePr>
          <p:cNvPr id="14339" name="Group 3"/>
          <p:cNvGraphicFramePr>
            <a:graphicFrameLocks noGrp="1"/>
          </p:cNvGraphicFramePr>
          <p:nvPr/>
        </p:nvGraphicFramePr>
        <p:xfrm>
          <a:off x="5997576" y="3959226"/>
          <a:ext cx="2716213" cy="2600325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0000" marR="90000" marT="184392" marB="46800" anchor="ctr" horzOverflow="overflow">
                    <a:lnL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0000" marR="90000" marT="184392" marB="46800" anchor="ctr" horzOverflow="overflow">
                    <a:lnL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0000" marR="90000" marT="184392" marB="46800" anchor="ctr" horzOverflow="overflow">
                    <a:lnL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598" name="Rectangle 37"/>
          <p:cNvSpPr>
            <a:spLocks noChangeArrowheads="1"/>
          </p:cNvSpPr>
          <p:nvPr/>
        </p:nvSpPr>
        <p:spPr bwMode="auto">
          <a:xfrm>
            <a:off x="8731250" y="4516439"/>
            <a:ext cx="2051050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Simple averaging filter</a:t>
            </a:r>
          </a:p>
        </p:txBody>
      </p:sp>
    </p:spTree>
    <p:extLst>
      <p:ext uri="{BB962C8B-B14F-4D97-AF65-F5344CB8AC3E}">
        <p14:creationId xmlns:p14="http://schemas.microsoft.com/office/powerpoint/2010/main" val="3532507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Smoothing Spatial Filtering</a:t>
            </a:r>
          </a:p>
        </p:txBody>
      </p:sp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8664575" y="1425575"/>
            <a:ext cx="1563688" cy="1555750"/>
            <a:chOff x="4498" y="898"/>
            <a:chExt cx="985" cy="980"/>
          </a:xfrm>
        </p:grpSpPr>
        <p:sp>
          <p:nvSpPr>
            <p:cNvPr id="26916" name="Rectangle 3"/>
            <p:cNvSpPr>
              <a:spLocks noChangeArrowheads="1"/>
            </p:cNvSpPr>
            <p:nvPr/>
          </p:nvSpPr>
          <p:spPr bwMode="auto">
            <a:xfrm>
              <a:off x="4498" y="898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baseline="30000">
                  <a:solidFill>
                    <a:srgbClr val="000000"/>
                  </a:solidFill>
                </a:rPr>
                <a:t>1</a:t>
              </a:r>
              <a:r>
                <a:rPr lang="en-IE" altLang="en-US">
                  <a:solidFill>
                    <a:srgbClr val="000000"/>
                  </a:solidFill>
                </a:rPr>
                <a:t>/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917" name="Rectangle 4"/>
            <p:cNvSpPr>
              <a:spLocks noChangeArrowheads="1"/>
            </p:cNvSpPr>
            <p:nvPr/>
          </p:nvSpPr>
          <p:spPr bwMode="auto">
            <a:xfrm>
              <a:off x="4827" y="898"/>
              <a:ext cx="327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baseline="30000">
                  <a:solidFill>
                    <a:srgbClr val="000000"/>
                  </a:solidFill>
                </a:rPr>
                <a:t>1</a:t>
              </a:r>
              <a:r>
                <a:rPr lang="en-IE" altLang="en-US">
                  <a:solidFill>
                    <a:srgbClr val="000000"/>
                  </a:solidFill>
                </a:rPr>
                <a:t>/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918" name="Rectangle 5"/>
            <p:cNvSpPr>
              <a:spLocks noChangeArrowheads="1"/>
            </p:cNvSpPr>
            <p:nvPr/>
          </p:nvSpPr>
          <p:spPr bwMode="auto">
            <a:xfrm>
              <a:off x="5157" y="898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baseline="30000">
                  <a:solidFill>
                    <a:srgbClr val="000000"/>
                  </a:solidFill>
                </a:rPr>
                <a:t>1</a:t>
              </a:r>
              <a:r>
                <a:rPr lang="en-IE" altLang="en-US">
                  <a:solidFill>
                    <a:srgbClr val="000000"/>
                  </a:solidFill>
                </a:rPr>
                <a:t>/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919" name="Rectangle 6"/>
            <p:cNvSpPr>
              <a:spLocks noChangeArrowheads="1"/>
            </p:cNvSpPr>
            <p:nvPr/>
          </p:nvSpPr>
          <p:spPr bwMode="auto">
            <a:xfrm>
              <a:off x="4498" y="1223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baseline="30000">
                  <a:solidFill>
                    <a:srgbClr val="000000"/>
                  </a:solidFill>
                </a:rPr>
                <a:t>1</a:t>
              </a:r>
              <a:r>
                <a:rPr lang="en-IE" altLang="en-US">
                  <a:solidFill>
                    <a:srgbClr val="000000"/>
                  </a:solidFill>
                </a:rPr>
                <a:t>/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920" name="Rectangle 7"/>
            <p:cNvSpPr>
              <a:spLocks noChangeArrowheads="1"/>
            </p:cNvSpPr>
            <p:nvPr/>
          </p:nvSpPr>
          <p:spPr bwMode="auto">
            <a:xfrm>
              <a:off x="4827" y="1223"/>
              <a:ext cx="327" cy="326"/>
            </a:xfrm>
            <a:prstGeom prst="rect">
              <a:avLst/>
            </a:prstGeom>
            <a:solidFill>
              <a:srgbClr val="000080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baseline="30000">
                  <a:solidFill>
                    <a:srgbClr val="000000"/>
                  </a:solidFill>
                </a:rPr>
                <a:t>1</a:t>
              </a:r>
              <a:r>
                <a:rPr lang="en-IE" altLang="en-US">
                  <a:solidFill>
                    <a:srgbClr val="000000"/>
                  </a:solidFill>
                </a:rPr>
                <a:t>/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921" name="Rectangle 8"/>
            <p:cNvSpPr>
              <a:spLocks noChangeArrowheads="1"/>
            </p:cNvSpPr>
            <p:nvPr/>
          </p:nvSpPr>
          <p:spPr bwMode="auto">
            <a:xfrm>
              <a:off x="5157" y="1223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baseline="30000">
                  <a:solidFill>
                    <a:srgbClr val="000000"/>
                  </a:solidFill>
                </a:rPr>
                <a:t>1</a:t>
              </a:r>
              <a:r>
                <a:rPr lang="en-IE" altLang="en-US">
                  <a:solidFill>
                    <a:srgbClr val="000000"/>
                  </a:solidFill>
                </a:rPr>
                <a:t>/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922" name="Rectangle 9"/>
            <p:cNvSpPr>
              <a:spLocks noChangeArrowheads="1"/>
            </p:cNvSpPr>
            <p:nvPr/>
          </p:nvSpPr>
          <p:spPr bwMode="auto">
            <a:xfrm>
              <a:off x="4498" y="1552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baseline="30000">
                  <a:solidFill>
                    <a:srgbClr val="000000"/>
                  </a:solidFill>
                </a:rPr>
                <a:t>1</a:t>
              </a:r>
              <a:r>
                <a:rPr lang="en-IE" altLang="en-US">
                  <a:solidFill>
                    <a:srgbClr val="000000"/>
                  </a:solidFill>
                </a:rPr>
                <a:t>/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923" name="Rectangle 10"/>
            <p:cNvSpPr>
              <a:spLocks noChangeArrowheads="1"/>
            </p:cNvSpPr>
            <p:nvPr/>
          </p:nvSpPr>
          <p:spPr bwMode="auto">
            <a:xfrm>
              <a:off x="4827" y="1552"/>
              <a:ext cx="327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baseline="30000">
                  <a:solidFill>
                    <a:srgbClr val="000000"/>
                  </a:solidFill>
                </a:rPr>
                <a:t>1</a:t>
              </a:r>
              <a:r>
                <a:rPr lang="en-IE" altLang="en-US">
                  <a:solidFill>
                    <a:srgbClr val="000000"/>
                  </a:solidFill>
                </a:rPr>
                <a:t>/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924" name="Rectangle 11"/>
            <p:cNvSpPr>
              <a:spLocks noChangeArrowheads="1"/>
            </p:cNvSpPr>
            <p:nvPr/>
          </p:nvSpPr>
          <p:spPr bwMode="auto">
            <a:xfrm>
              <a:off x="5157" y="1552"/>
              <a:ext cx="326" cy="326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baseline="30000">
                  <a:solidFill>
                    <a:srgbClr val="000000"/>
                  </a:solidFill>
                </a:rPr>
                <a:t>1</a:t>
              </a:r>
              <a:r>
                <a:rPr lang="en-IE" altLang="en-US">
                  <a:solidFill>
                    <a:srgbClr val="000000"/>
                  </a:solidFill>
                </a:rPr>
                <a:t>/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</p:grpSp>
      <p:grpSp>
        <p:nvGrpSpPr>
          <p:cNvPr id="26628" name="Group 12"/>
          <p:cNvGrpSpPr>
            <a:grpSpLocks/>
          </p:cNvGrpSpPr>
          <p:nvPr/>
        </p:nvGrpSpPr>
        <p:grpSpPr bwMode="auto">
          <a:xfrm>
            <a:off x="2047875" y="1624014"/>
            <a:ext cx="3621088" cy="3379787"/>
            <a:chOff x="330" y="1023"/>
            <a:chExt cx="2281" cy="2129"/>
          </a:xfrm>
        </p:grpSpPr>
        <p:sp>
          <p:nvSpPr>
            <p:cNvPr id="26676" name="Rectangle 13"/>
            <p:cNvSpPr>
              <a:spLocks noChangeArrowheads="1"/>
            </p:cNvSpPr>
            <p:nvPr/>
          </p:nvSpPr>
          <p:spPr bwMode="auto">
            <a:xfrm>
              <a:off x="330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77" name="Rectangle 14"/>
            <p:cNvSpPr>
              <a:spLocks noChangeArrowheads="1"/>
            </p:cNvSpPr>
            <p:nvPr/>
          </p:nvSpPr>
          <p:spPr bwMode="auto">
            <a:xfrm>
              <a:off x="474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78" name="Rectangle 15"/>
            <p:cNvSpPr>
              <a:spLocks noChangeArrowheads="1"/>
            </p:cNvSpPr>
            <p:nvPr/>
          </p:nvSpPr>
          <p:spPr bwMode="auto">
            <a:xfrm>
              <a:off x="618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79" name="Rectangle 16"/>
            <p:cNvSpPr>
              <a:spLocks noChangeArrowheads="1"/>
            </p:cNvSpPr>
            <p:nvPr/>
          </p:nvSpPr>
          <p:spPr bwMode="auto">
            <a:xfrm>
              <a:off x="762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0" name="Rectangle 17"/>
            <p:cNvSpPr>
              <a:spLocks noChangeArrowheads="1"/>
            </p:cNvSpPr>
            <p:nvPr/>
          </p:nvSpPr>
          <p:spPr bwMode="auto">
            <a:xfrm>
              <a:off x="906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1" name="Rectangle 18"/>
            <p:cNvSpPr>
              <a:spLocks noChangeArrowheads="1"/>
            </p:cNvSpPr>
            <p:nvPr/>
          </p:nvSpPr>
          <p:spPr bwMode="auto">
            <a:xfrm>
              <a:off x="1045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2" name="Rectangle 19"/>
            <p:cNvSpPr>
              <a:spLocks noChangeArrowheads="1"/>
            </p:cNvSpPr>
            <p:nvPr/>
          </p:nvSpPr>
          <p:spPr bwMode="auto">
            <a:xfrm>
              <a:off x="1189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3" name="Rectangle 20"/>
            <p:cNvSpPr>
              <a:spLocks noChangeArrowheads="1"/>
            </p:cNvSpPr>
            <p:nvPr/>
          </p:nvSpPr>
          <p:spPr bwMode="auto">
            <a:xfrm>
              <a:off x="1333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4" name="Rectangle 21"/>
            <p:cNvSpPr>
              <a:spLocks noChangeArrowheads="1"/>
            </p:cNvSpPr>
            <p:nvPr/>
          </p:nvSpPr>
          <p:spPr bwMode="auto">
            <a:xfrm>
              <a:off x="1477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5" name="Rectangle 22"/>
            <p:cNvSpPr>
              <a:spLocks noChangeArrowheads="1"/>
            </p:cNvSpPr>
            <p:nvPr/>
          </p:nvSpPr>
          <p:spPr bwMode="auto">
            <a:xfrm>
              <a:off x="1616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6" name="Rectangle 23"/>
            <p:cNvSpPr>
              <a:spLocks noChangeArrowheads="1"/>
            </p:cNvSpPr>
            <p:nvPr/>
          </p:nvSpPr>
          <p:spPr bwMode="auto">
            <a:xfrm>
              <a:off x="330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7" name="Rectangle 24"/>
            <p:cNvSpPr>
              <a:spLocks noChangeArrowheads="1"/>
            </p:cNvSpPr>
            <p:nvPr/>
          </p:nvSpPr>
          <p:spPr bwMode="auto">
            <a:xfrm>
              <a:off x="474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8" name="Rectangle 25"/>
            <p:cNvSpPr>
              <a:spLocks noChangeArrowheads="1"/>
            </p:cNvSpPr>
            <p:nvPr/>
          </p:nvSpPr>
          <p:spPr bwMode="auto">
            <a:xfrm>
              <a:off x="618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89" name="Rectangle 26"/>
            <p:cNvSpPr>
              <a:spLocks noChangeArrowheads="1"/>
            </p:cNvSpPr>
            <p:nvPr/>
          </p:nvSpPr>
          <p:spPr bwMode="auto">
            <a:xfrm>
              <a:off x="762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0" name="Rectangle 27"/>
            <p:cNvSpPr>
              <a:spLocks noChangeArrowheads="1"/>
            </p:cNvSpPr>
            <p:nvPr/>
          </p:nvSpPr>
          <p:spPr bwMode="auto">
            <a:xfrm>
              <a:off x="906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1" name="Rectangle 28"/>
            <p:cNvSpPr>
              <a:spLocks noChangeArrowheads="1"/>
            </p:cNvSpPr>
            <p:nvPr/>
          </p:nvSpPr>
          <p:spPr bwMode="auto">
            <a:xfrm>
              <a:off x="1045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2" name="Rectangle 29"/>
            <p:cNvSpPr>
              <a:spLocks noChangeArrowheads="1"/>
            </p:cNvSpPr>
            <p:nvPr/>
          </p:nvSpPr>
          <p:spPr bwMode="auto">
            <a:xfrm>
              <a:off x="1189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3" name="Rectangle 30"/>
            <p:cNvSpPr>
              <a:spLocks noChangeArrowheads="1"/>
            </p:cNvSpPr>
            <p:nvPr/>
          </p:nvSpPr>
          <p:spPr bwMode="auto">
            <a:xfrm>
              <a:off x="1333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4" name="Rectangle 31"/>
            <p:cNvSpPr>
              <a:spLocks noChangeArrowheads="1"/>
            </p:cNvSpPr>
            <p:nvPr/>
          </p:nvSpPr>
          <p:spPr bwMode="auto">
            <a:xfrm>
              <a:off x="1477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5" name="Rectangle 32"/>
            <p:cNvSpPr>
              <a:spLocks noChangeArrowheads="1"/>
            </p:cNvSpPr>
            <p:nvPr/>
          </p:nvSpPr>
          <p:spPr bwMode="auto">
            <a:xfrm>
              <a:off x="1616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6" name="Rectangle 33"/>
            <p:cNvSpPr>
              <a:spLocks noChangeArrowheads="1"/>
            </p:cNvSpPr>
            <p:nvPr/>
          </p:nvSpPr>
          <p:spPr bwMode="auto">
            <a:xfrm>
              <a:off x="330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7" name="Rectangle 34"/>
            <p:cNvSpPr>
              <a:spLocks noChangeArrowheads="1"/>
            </p:cNvSpPr>
            <p:nvPr/>
          </p:nvSpPr>
          <p:spPr bwMode="auto">
            <a:xfrm>
              <a:off x="474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8" name="Rectangle 35"/>
            <p:cNvSpPr>
              <a:spLocks noChangeArrowheads="1"/>
            </p:cNvSpPr>
            <p:nvPr/>
          </p:nvSpPr>
          <p:spPr bwMode="auto">
            <a:xfrm>
              <a:off x="618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99" name="Rectangle 36"/>
            <p:cNvSpPr>
              <a:spLocks noChangeArrowheads="1"/>
            </p:cNvSpPr>
            <p:nvPr/>
          </p:nvSpPr>
          <p:spPr bwMode="auto">
            <a:xfrm>
              <a:off x="762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0" name="Rectangle 37"/>
            <p:cNvSpPr>
              <a:spLocks noChangeArrowheads="1"/>
            </p:cNvSpPr>
            <p:nvPr/>
          </p:nvSpPr>
          <p:spPr bwMode="auto">
            <a:xfrm>
              <a:off x="906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1" name="Rectangle 38"/>
            <p:cNvSpPr>
              <a:spLocks noChangeArrowheads="1"/>
            </p:cNvSpPr>
            <p:nvPr/>
          </p:nvSpPr>
          <p:spPr bwMode="auto">
            <a:xfrm>
              <a:off x="1045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2" name="Rectangle 39"/>
            <p:cNvSpPr>
              <a:spLocks noChangeArrowheads="1"/>
            </p:cNvSpPr>
            <p:nvPr/>
          </p:nvSpPr>
          <p:spPr bwMode="auto">
            <a:xfrm>
              <a:off x="1189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3" name="Rectangle 40"/>
            <p:cNvSpPr>
              <a:spLocks noChangeArrowheads="1"/>
            </p:cNvSpPr>
            <p:nvPr/>
          </p:nvSpPr>
          <p:spPr bwMode="auto">
            <a:xfrm>
              <a:off x="1333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4" name="Rectangle 41"/>
            <p:cNvSpPr>
              <a:spLocks noChangeArrowheads="1"/>
            </p:cNvSpPr>
            <p:nvPr/>
          </p:nvSpPr>
          <p:spPr bwMode="auto">
            <a:xfrm>
              <a:off x="1477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5" name="Rectangle 42"/>
            <p:cNvSpPr>
              <a:spLocks noChangeArrowheads="1"/>
            </p:cNvSpPr>
            <p:nvPr/>
          </p:nvSpPr>
          <p:spPr bwMode="auto">
            <a:xfrm>
              <a:off x="1616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6" name="Rectangle 43"/>
            <p:cNvSpPr>
              <a:spLocks noChangeArrowheads="1"/>
            </p:cNvSpPr>
            <p:nvPr/>
          </p:nvSpPr>
          <p:spPr bwMode="auto">
            <a:xfrm>
              <a:off x="330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7" name="Rectangle 44"/>
            <p:cNvSpPr>
              <a:spLocks noChangeArrowheads="1"/>
            </p:cNvSpPr>
            <p:nvPr/>
          </p:nvSpPr>
          <p:spPr bwMode="auto">
            <a:xfrm>
              <a:off x="474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8" name="Rectangle 45"/>
            <p:cNvSpPr>
              <a:spLocks noChangeArrowheads="1"/>
            </p:cNvSpPr>
            <p:nvPr/>
          </p:nvSpPr>
          <p:spPr bwMode="auto">
            <a:xfrm>
              <a:off x="618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09" name="Rectangle 46"/>
            <p:cNvSpPr>
              <a:spLocks noChangeArrowheads="1"/>
            </p:cNvSpPr>
            <p:nvPr/>
          </p:nvSpPr>
          <p:spPr bwMode="auto">
            <a:xfrm>
              <a:off x="762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0" name="Rectangle 47"/>
            <p:cNvSpPr>
              <a:spLocks noChangeArrowheads="1"/>
            </p:cNvSpPr>
            <p:nvPr/>
          </p:nvSpPr>
          <p:spPr bwMode="auto">
            <a:xfrm>
              <a:off x="906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1" name="Rectangle 48"/>
            <p:cNvSpPr>
              <a:spLocks noChangeArrowheads="1"/>
            </p:cNvSpPr>
            <p:nvPr/>
          </p:nvSpPr>
          <p:spPr bwMode="auto">
            <a:xfrm>
              <a:off x="1045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2" name="Rectangle 49"/>
            <p:cNvSpPr>
              <a:spLocks noChangeArrowheads="1"/>
            </p:cNvSpPr>
            <p:nvPr/>
          </p:nvSpPr>
          <p:spPr bwMode="auto">
            <a:xfrm>
              <a:off x="1189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3" name="Rectangle 50"/>
            <p:cNvSpPr>
              <a:spLocks noChangeArrowheads="1"/>
            </p:cNvSpPr>
            <p:nvPr/>
          </p:nvSpPr>
          <p:spPr bwMode="auto">
            <a:xfrm>
              <a:off x="1333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4" name="Rectangle 51"/>
            <p:cNvSpPr>
              <a:spLocks noChangeArrowheads="1"/>
            </p:cNvSpPr>
            <p:nvPr/>
          </p:nvSpPr>
          <p:spPr bwMode="auto">
            <a:xfrm>
              <a:off x="1477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5" name="Rectangle 52"/>
            <p:cNvSpPr>
              <a:spLocks noChangeArrowheads="1"/>
            </p:cNvSpPr>
            <p:nvPr/>
          </p:nvSpPr>
          <p:spPr bwMode="auto">
            <a:xfrm>
              <a:off x="1616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6" name="Rectangle 53"/>
            <p:cNvSpPr>
              <a:spLocks noChangeArrowheads="1"/>
            </p:cNvSpPr>
            <p:nvPr/>
          </p:nvSpPr>
          <p:spPr bwMode="auto">
            <a:xfrm>
              <a:off x="330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7" name="Rectangle 54"/>
            <p:cNvSpPr>
              <a:spLocks noChangeArrowheads="1"/>
            </p:cNvSpPr>
            <p:nvPr/>
          </p:nvSpPr>
          <p:spPr bwMode="auto">
            <a:xfrm>
              <a:off x="474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8" name="Rectangle 55"/>
            <p:cNvSpPr>
              <a:spLocks noChangeArrowheads="1"/>
            </p:cNvSpPr>
            <p:nvPr/>
          </p:nvSpPr>
          <p:spPr bwMode="auto">
            <a:xfrm>
              <a:off x="618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19" name="Rectangle 56"/>
            <p:cNvSpPr>
              <a:spLocks noChangeArrowheads="1"/>
            </p:cNvSpPr>
            <p:nvPr/>
          </p:nvSpPr>
          <p:spPr bwMode="auto">
            <a:xfrm>
              <a:off x="762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0" name="Rectangle 57"/>
            <p:cNvSpPr>
              <a:spLocks noChangeArrowheads="1"/>
            </p:cNvSpPr>
            <p:nvPr/>
          </p:nvSpPr>
          <p:spPr bwMode="auto">
            <a:xfrm>
              <a:off x="906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1" name="Rectangle 58"/>
            <p:cNvSpPr>
              <a:spLocks noChangeArrowheads="1"/>
            </p:cNvSpPr>
            <p:nvPr/>
          </p:nvSpPr>
          <p:spPr bwMode="auto">
            <a:xfrm>
              <a:off x="1045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2" name="Rectangle 59"/>
            <p:cNvSpPr>
              <a:spLocks noChangeArrowheads="1"/>
            </p:cNvSpPr>
            <p:nvPr/>
          </p:nvSpPr>
          <p:spPr bwMode="auto">
            <a:xfrm>
              <a:off x="1189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3" name="Rectangle 60"/>
            <p:cNvSpPr>
              <a:spLocks noChangeArrowheads="1"/>
            </p:cNvSpPr>
            <p:nvPr/>
          </p:nvSpPr>
          <p:spPr bwMode="auto">
            <a:xfrm>
              <a:off x="1333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4" name="Rectangle 61"/>
            <p:cNvSpPr>
              <a:spLocks noChangeArrowheads="1"/>
            </p:cNvSpPr>
            <p:nvPr/>
          </p:nvSpPr>
          <p:spPr bwMode="auto">
            <a:xfrm>
              <a:off x="1477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5" name="Rectangle 62"/>
            <p:cNvSpPr>
              <a:spLocks noChangeArrowheads="1"/>
            </p:cNvSpPr>
            <p:nvPr/>
          </p:nvSpPr>
          <p:spPr bwMode="auto">
            <a:xfrm>
              <a:off x="1616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6" name="Rectangle 63"/>
            <p:cNvSpPr>
              <a:spLocks noChangeArrowheads="1"/>
            </p:cNvSpPr>
            <p:nvPr/>
          </p:nvSpPr>
          <p:spPr bwMode="auto">
            <a:xfrm>
              <a:off x="330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7" name="Rectangle 64"/>
            <p:cNvSpPr>
              <a:spLocks noChangeArrowheads="1"/>
            </p:cNvSpPr>
            <p:nvPr/>
          </p:nvSpPr>
          <p:spPr bwMode="auto">
            <a:xfrm>
              <a:off x="474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8" name="Rectangle 65"/>
            <p:cNvSpPr>
              <a:spLocks noChangeArrowheads="1"/>
            </p:cNvSpPr>
            <p:nvPr/>
          </p:nvSpPr>
          <p:spPr bwMode="auto">
            <a:xfrm>
              <a:off x="618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29" name="Rectangle 66"/>
            <p:cNvSpPr>
              <a:spLocks noChangeArrowheads="1"/>
            </p:cNvSpPr>
            <p:nvPr/>
          </p:nvSpPr>
          <p:spPr bwMode="auto">
            <a:xfrm>
              <a:off x="762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0" name="Rectangle 67"/>
            <p:cNvSpPr>
              <a:spLocks noChangeArrowheads="1"/>
            </p:cNvSpPr>
            <p:nvPr/>
          </p:nvSpPr>
          <p:spPr bwMode="auto">
            <a:xfrm>
              <a:off x="906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1" name="Rectangle 68"/>
            <p:cNvSpPr>
              <a:spLocks noChangeArrowheads="1"/>
            </p:cNvSpPr>
            <p:nvPr/>
          </p:nvSpPr>
          <p:spPr bwMode="auto">
            <a:xfrm>
              <a:off x="1045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2" name="Rectangle 69"/>
            <p:cNvSpPr>
              <a:spLocks noChangeArrowheads="1"/>
            </p:cNvSpPr>
            <p:nvPr/>
          </p:nvSpPr>
          <p:spPr bwMode="auto">
            <a:xfrm>
              <a:off x="1189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3" name="Rectangle 70"/>
            <p:cNvSpPr>
              <a:spLocks noChangeArrowheads="1"/>
            </p:cNvSpPr>
            <p:nvPr/>
          </p:nvSpPr>
          <p:spPr bwMode="auto">
            <a:xfrm>
              <a:off x="1333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4" name="Rectangle 71"/>
            <p:cNvSpPr>
              <a:spLocks noChangeArrowheads="1"/>
            </p:cNvSpPr>
            <p:nvPr/>
          </p:nvSpPr>
          <p:spPr bwMode="auto">
            <a:xfrm>
              <a:off x="1477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5" name="Rectangle 72"/>
            <p:cNvSpPr>
              <a:spLocks noChangeArrowheads="1"/>
            </p:cNvSpPr>
            <p:nvPr/>
          </p:nvSpPr>
          <p:spPr bwMode="auto">
            <a:xfrm>
              <a:off x="1616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6" name="Rectangle 73"/>
            <p:cNvSpPr>
              <a:spLocks noChangeArrowheads="1"/>
            </p:cNvSpPr>
            <p:nvPr/>
          </p:nvSpPr>
          <p:spPr bwMode="auto">
            <a:xfrm>
              <a:off x="330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7" name="Rectangle 74"/>
            <p:cNvSpPr>
              <a:spLocks noChangeArrowheads="1"/>
            </p:cNvSpPr>
            <p:nvPr/>
          </p:nvSpPr>
          <p:spPr bwMode="auto">
            <a:xfrm>
              <a:off x="474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8" name="Rectangle 75"/>
            <p:cNvSpPr>
              <a:spLocks noChangeArrowheads="1"/>
            </p:cNvSpPr>
            <p:nvPr/>
          </p:nvSpPr>
          <p:spPr bwMode="auto">
            <a:xfrm>
              <a:off x="618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39" name="Rectangle 76"/>
            <p:cNvSpPr>
              <a:spLocks noChangeArrowheads="1"/>
            </p:cNvSpPr>
            <p:nvPr/>
          </p:nvSpPr>
          <p:spPr bwMode="auto">
            <a:xfrm>
              <a:off x="762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0" name="Rectangle 77"/>
            <p:cNvSpPr>
              <a:spLocks noChangeArrowheads="1"/>
            </p:cNvSpPr>
            <p:nvPr/>
          </p:nvSpPr>
          <p:spPr bwMode="auto">
            <a:xfrm>
              <a:off x="906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1" name="Rectangle 78"/>
            <p:cNvSpPr>
              <a:spLocks noChangeArrowheads="1"/>
            </p:cNvSpPr>
            <p:nvPr/>
          </p:nvSpPr>
          <p:spPr bwMode="auto">
            <a:xfrm>
              <a:off x="1045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2" name="Rectangle 79"/>
            <p:cNvSpPr>
              <a:spLocks noChangeArrowheads="1"/>
            </p:cNvSpPr>
            <p:nvPr/>
          </p:nvSpPr>
          <p:spPr bwMode="auto">
            <a:xfrm>
              <a:off x="1189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3" name="Rectangle 80"/>
            <p:cNvSpPr>
              <a:spLocks noChangeArrowheads="1"/>
            </p:cNvSpPr>
            <p:nvPr/>
          </p:nvSpPr>
          <p:spPr bwMode="auto">
            <a:xfrm>
              <a:off x="1333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4" name="Rectangle 81"/>
            <p:cNvSpPr>
              <a:spLocks noChangeArrowheads="1"/>
            </p:cNvSpPr>
            <p:nvPr/>
          </p:nvSpPr>
          <p:spPr bwMode="auto">
            <a:xfrm>
              <a:off x="1477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5" name="Rectangle 82"/>
            <p:cNvSpPr>
              <a:spLocks noChangeArrowheads="1"/>
            </p:cNvSpPr>
            <p:nvPr/>
          </p:nvSpPr>
          <p:spPr bwMode="auto">
            <a:xfrm>
              <a:off x="1616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6" name="Rectangle 83"/>
            <p:cNvSpPr>
              <a:spLocks noChangeArrowheads="1"/>
            </p:cNvSpPr>
            <p:nvPr/>
          </p:nvSpPr>
          <p:spPr bwMode="auto">
            <a:xfrm>
              <a:off x="330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7" name="Rectangle 84"/>
            <p:cNvSpPr>
              <a:spLocks noChangeArrowheads="1"/>
            </p:cNvSpPr>
            <p:nvPr/>
          </p:nvSpPr>
          <p:spPr bwMode="auto">
            <a:xfrm>
              <a:off x="474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8" name="Rectangle 85"/>
            <p:cNvSpPr>
              <a:spLocks noChangeArrowheads="1"/>
            </p:cNvSpPr>
            <p:nvPr/>
          </p:nvSpPr>
          <p:spPr bwMode="auto">
            <a:xfrm>
              <a:off x="618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49" name="Rectangle 86"/>
            <p:cNvSpPr>
              <a:spLocks noChangeArrowheads="1"/>
            </p:cNvSpPr>
            <p:nvPr/>
          </p:nvSpPr>
          <p:spPr bwMode="auto">
            <a:xfrm>
              <a:off x="762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0" name="Rectangle 87"/>
            <p:cNvSpPr>
              <a:spLocks noChangeArrowheads="1"/>
            </p:cNvSpPr>
            <p:nvPr/>
          </p:nvSpPr>
          <p:spPr bwMode="auto">
            <a:xfrm>
              <a:off x="906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1" name="Rectangle 88"/>
            <p:cNvSpPr>
              <a:spLocks noChangeArrowheads="1"/>
            </p:cNvSpPr>
            <p:nvPr/>
          </p:nvSpPr>
          <p:spPr bwMode="auto">
            <a:xfrm>
              <a:off x="1045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2" name="Rectangle 89"/>
            <p:cNvSpPr>
              <a:spLocks noChangeArrowheads="1"/>
            </p:cNvSpPr>
            <p:nvPr/>
          </p:nvSpPr>
          <p:spPr bwMode="auto">
            <a:xfrm>
              <a:off x="1189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3" name="Rectangle 90"/>
            <p:cNvSpPr>
              <a:spLocks noChangeArrowheads="1"/>
            </p:cNvSpPr>
            <p:nvPr/>
          </p:nvSpPr>
          <p:spPr bwMode="auto">
            <a:xfrm>
              <a:off x="1333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4" name="Rectangle 91"/>
            <p:cNvSpPr>
              <a:spLocks noChangeArrowheads="1"/>
            </p:cNvSpPr>
            <p:nvPr/>
          </p:nvSpPr>
          <p:spPr bwMode="auto">
            <a:xfrm>
              <a:off x="1477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5" name="Rectangle 92"/>
            <p:cNvSpPr>
              <a:spLocks noChangeArrowheads="1"/>
            </p:cNvSpPr>
            <p:nvPr/>
          </p:nvSpPr>
          <p:spPr bwMode="auto">
            <a:xfrm>
              <a:off x="1616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6" name="Rectangle 93"/>
            <p:cNvSpPr>
              <a:spLocks noChangeArrowheads="1"/>
            </p:cNvSpPr>
            <p:nvPr/>
          </p:nvSpPr>
          <p:spPr bwMode="auto">
            <a:xfrm>
              <a:off x="330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7" name="Rectangle 94"/>
            <p:cNvSpPr>
              <a:spLocks noChangeArrowheads="1"/>
            </p:cNvSpPr>
            <p:nvPr/>
          </p:nvSpPr>
          <p:spPr bwMode="auto">
            <a:xfrm>
              <a:off x="474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8" name="Rectangle 95"/>
            <p:cNvSpPr>
              <a:spLocks noChangeArrowheads="1"/>
            </p:cNvSpPr>
            <p:nvPr/>
          </p:nvSpPr>
          <p:spPr bwMode="auto">
            <a:xfrm>
              <a:off x="618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59" name="Rectangle 96"/>
            <p:cNvSpPr>
              <a:spLocks noChangeArrowheads="1"/>
            </p:cNvSpPr>
            <p:nvPr/>
          </p:nvSpPr>
          <p:spPr bwMode="auto">
            <a:xfrm>
              <a:off x="762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0" name="Rectangle 97"/>
            <p:cNvSpPr>
              <a:spLocks noChangeArrowheads="1"/>
            </p:cNvSpPr>
            <p:nvPr/>
          </p:nvSpPr>
          <p:spPr bwMode="auto">
            <a:xfrm>
              <a:off x="906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1" name="Rectangle 98"/>
            <p:cNvSpPr>
              <a:spLocks noChangeArrowheads="1"/>
            </p:cNvSpPr>
            <p:nvPr/>
          </p:nvSpPr>
          <p:spPr bwMode="auto">
            <a:xfrm>
              <a:off x="1045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2" name="Rectangle 99"/>
            <p:cNvSpPr>
              <a:spLocks noChangeArrowheads="1"/>
            </p:cNvSpPr>
            <p:nvPr/>
          </p:nvSpPr>
          <p:spPr bwMode="auto">
            <a:xfrm>
              <a:off x="1189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3" name="Rectangle 100"/>
            <p:cNvSpPr>
              <a:spLocks noChangeArrowheads="1"/>
            </p:cNvSpPr>
            <p:nvPr/>
          </p:nvSpPr>
          <p:spPr bwMode="auto">
            <a:xfrm>
              <a:off x="1333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4" name="Rectangle 101"/>
            <p:cNvSpPr>
              <a:spLocks noChangeArrowheads="1"/>
            </p:cNvSpPr>
            <p:nvPr/>
          </p:nvSpPr>
          <p:spPr bwMode="auto">
            <a:xfrm>
              <a:off x="1477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5" name="Rectangle 102"/>
            <p:cNvSpPr>
              <a:spLocks noChangeArrowheads="1"/>
            </p:cNvSpPr>
            <p:nvPr/>
          </p:nvSpPr>
          <p:spPr bwMode="auto">
            <a:xfrm>
              <a:off x="1616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6" name="Rectangle 103"/>
            <p:cNvSpPr>
              <a:spLocks noChangeArrowheads="1"/>
            </p:cNvSpPr>
            <p:nvPr/>
          </p:nvSpPr>
          <p:spPr bwMode="auto">
            <a:xfrm>
              <a:off x="330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7" name="Rectangle 104"/>
            <p:cNvSpPr>
              <a:spLocks noChangeArrowheads="1"/>
            </p:cNvSpPr>
            <p:nvPr/>
          </p:nvSpPr>
          <p:spPr bwMode="auto">
            <a:xfrm>
              <a:off x="474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8" name="Rectangle 105"/>
            <p:cNvSpPr>
              <a:spLocks noChangeArrowheads="1"/>
            </p:cNvSpPr>
            <p:nvPr/>
          </p:nvSpPr>
          <p:spPr bwMode="auto">
            <a:xfrm>
              <a:off x="618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69" name="Rectangle 106"/>
            <p:cNvSpPr>
              <a:spLocks noChangeArrowheads="1"/>
            </p:cNvSpPr>
            <p:nvPr/>
          </p:nvSpPr>
          <p:spPr bwMode="auto">
            <a:xfrm>
              <a:off x="762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0" name="Rectangle 107"/>
            <p:cNvSpPr>
              <a:spLocks noChangeArrowheads="1"/>
            </p:cNvSpPr>
            <p:nvPr/>
          </p:nvSpPr>
          <p:spPr bwMode="auto">
            <a:xfrm>
              <a:off x="906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1" name="Rectangle 108"/>
            <p:cNvSpPr>
              <a:spLocks noChangeArrowheads="1"/>
            </p:cNvSpPr>
            <p:nvPr/>
          </p:nvSpPr>
          <p:spPr bwMode="auto">
            <a:xfrm>
              <a:off x="1045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2" name="Rectangle 109"/>
            <p:cNvSpPr>
              <a:spLocks noChangeArrowheads="1"/>
            </p:cNvSpPr>
            <p:nvPr/>
          </p:nvSpPr>
          <p:spPr bwMode="auto">
            <a:xfrm>
              <a:off x="1189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3" name="Rectangle 110"/>
            <p:cNvSpPr>
              <a:spLocks noChangeArrowheads="1"/>
            </p:cNvSpPr>
            <p:nvPr/>
          </p:nvSpPr>
          <p:spPr bwMode="auto">
            <a:xfrm>
              <a:off x="1333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4" name="Rectangle 111"/>
            <p:cNvSpPr>
              <a:spLocks noChangeArrowheads="1"/>
            </p:cNvSpPr>
            <p:nvPr/>
          </p:nvSpPr>
          <p:spPr bwMode="auto">
            <a:xfrm>
              <a:off x="1477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5" name="Rectangle 112"/>
            <p:cNvSpPr>
              <a:spLocks noChangeArrowheads="1"/>
            </p:cNvSpPr>
            <p:nvPr/>
          </p:nvSpPr>
          <p:spPr bwMode="auto">
            <a:xfrm>
              <a:off x="1616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6" name="Rectangle 113"/>
            <p:cNvSpPr>
              <a:spLocks noChangeArrowheads="1"/>
            </p:cNvSpPr>
            <p:nvPr/>
          </p:nvSpPr>
          <p:spPr bwMode="auto">
            <a:xfrm>
              <a:off x="1755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7" name="Rectangle 114"/>
            <p:cNvSpPr>
              <a:spLocks noChangeArrowheads="1"/>
            </p:cNvSpPr>
            <p:nvPr/>
          </p:nvSpPr>
          <p:spPr bwMode="auto">
            <a:xfrm>
              <a:off x="1899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8" name="Rectangle 115"/>
            <p:cNvSpPr>
              <a:spLocks noChangeArrowheads="1"/>
            </p:cNvSpPr>
            <p:nvPr/>
          </p:nvSpPr>
          <p:spPr bwMode="auto">
            <a:xfrm>
              <a:off x="2043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79" name="Rectangle 116"/>
            <p:cNvSpPr>
              <a:spLocks noChangeArrowheads="1"/>
            </p:cNvSpPr>
            <p:nvPr/>
          </p:nvSpPr>
          <p:spPr bwMode="auto">
            <a:xfrm>
              <a:off x="2187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0" name="Rectangle 117"/>
            <p:cNvSpPr>
              <a:spLocks noChangeArrowheads="1"/>
            </p:cNvSpPr>
            <p:nvPr/>
          </p:nvSpPr>
          <p:spPr bwMode="auto">
            <a:xfrm>
              <a:off x="2331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1" name="Rectangle 118"/>
            <p:cNvSpPr>
              <a:spLocks noChangeArrowheads="1"/>
            </p:cNvSpPr>
            <p:nvPr/>
          </p:nvSpPr>
          <p:spPr bwMode="auto">
            <a:xfrm>
              <a:off x="2470" y="102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2" name="Rectangle 119"/>
            <p:cNvSpPr>
              <a:spLocks noChangeArrowheads="1"/>
            </p:cNvSpPr>
            <p:nvPr/>
          </p:nvSpPr>
          <p:spPr bwMode="auto">
            <a:xfrm>
              <a:off x="1755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3" name="Rectangle 120"/>
            <p:cNvSpPr>
              <a:spLocks noChangeArrowheads="1"/>
            </p:cNvSpPr>
            <p:nvPr/>
          </p:nvSpPr>
          <p:spPr bwMode="auto">
            <a:xfrm>
              <a:off x="1899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4" name="Rectangle 121"/>
            <p:cNvSpPr>
              <a:spLocks noChangeArrowheads="1"/>
            </p:cNvSpPr>
            <p:nvPr/>
          </p:nvSpPr>
          <p:spPr bwMode="auto">
            <a:xfrm>
              <a:off x="2043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5" name="Rectangle 122"/>
            <p:cNvSpPr>
              <a:spLocks noChangeArrowheads="1"/>
            </p:cNvSpPr>
            <p:nvPr/>
          </p:nvSpPr>
          <p:spPr bwMode="auto">
            <a:xfrm>
              <a:off x="2187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6" name="Rectangle 123"/>
            <p:cNvSpPr>
              <a:spLocks noChangeArrowheads="1"/>
            </p:cNvSpPr>
            <p:nvPr/>
          </p:nvSpPr>
          <p:spPr bwMode="auto">
            <a:xfrm>
              <a:off x="2331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7" name="Rectangle 124"/>
            <p:cNvSpPr>
              <a:spLocks noChangeArrowheads="1"/>
            </p:cNvSpPr>
            <p:nvPr/>
          </p:nvSpPr>
          <p:spPr bwMode="auto">
            <a:xfrm>
              <a:off x="2470" y="116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8" name="Rectangle 125"/>
            <p:cNvSpPr>
              <a:spLocks noChangeArrowheads="1"/>
            </p:cNvSpPr>
            <p:nvPr/>
          </p:nvSpPr>
          <p:spPr bwMode="auto">
            <a:xfrm>
              <a:off x="1755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89" name="Rectangle 126"/>
            <p:cNvSpPr>
              <a:spLocks noChangeArrowheads="1"/>
            </p:cNvSpPr>
            <p:nvPr/>
          </p:nvSpPr>
          <p:spPr bwMode="auto">
            <a:xfrm>
              <a:off x="1899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0" name="Rectangle 127"/>
            <p:cNvSpPr>
              <a:spLocks noChangeArrowheads="1"/>
            </p:cNvSpPr>
            <p:nvPr/>
          </p:nvSpPr>
          <p:spPr bwMode="auto">
            <a:xfrm>
              <a:off x="2043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1" name="Rectangle 128"/>
            <p:cNvSpPr>
              <a:spLocks noChangeArrowheads="1"/>
            </p:cNvSpPr>
            <p:nvPr/>
          </p:nvSpPr>
          <p:spPr bwMode="auto">
            <a:xfrm>
              <a:off x="2187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2" name="Rectangle 129"/>
            <p:cNvSpPr>
              <a:spLocks noChangeArrowheads="1"/>
            </p:cNvSpPr>
            <p:nvPr/>
          </p:nvSpPr>
          <p:spPr bwMode="auto">
            <a:xfrm>
              <a:off x="2331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3" name="Rectangle 130"/>
            <p:cNvSpPr>
              <a:spLocks noChangeArrowheads="1"/>
            </p:cNvSpPr>
            <p:nvPr/>
          </p:nvSpPr>
          <p:spPr bwMode="auto">
            <a:xfrm>
              <a:off x="2470" y="13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4" name="Rectangle 131"/>
            <p:cNvSpPr>
              <a:spLocks noChangeArrowheads="1"/>
            </p:cNvSpPr>
            <p:nvPr/>
          </p:nvSpPr>
          <p:spPr bwMode="auto">
            <a:xfrm>
              <a:off x="1755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5" name="Rectangle 132"/>
            <p:cNvSpPr>
              <a:spLocks noChangeArrowheads="1"/>
            </p:cNvSpPr>
            <p:nvPr/>
          </p:nvSpPr>
          <p:spPr bwMode="auto">
            <a:xfrm>
              <a:off x="1899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6" name="Rectangle 133"/>
            <p:cNvSpPr>
              <a:spLocks noChangeArrowheads="1"/>
            </p:cNvSpPr>
            <p:nvPr/>
          </p:nvSpPr>
          <p:spPr bwMode="auto">
            <a:xfrm>
              <a:off x="2043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7" name="Rectangle 134"/>
            <p:cNvSpPr>
              <a:spLocks noChangeArrowheads="1"/>
            </p:cNvSpPr>
            <p:nvPr/>
          </p:nvSpPr>
          <p:spPr bwMode="auto">
            <a:xfrm>
              <a:off x="2187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8" name="Rectangle 135"/>
            <p:cNvSpPr>
              <a:spLocks noChangeArrowheads="1"/>
            </p:cNvSpPr>
            <p:nvPr/>
          </p:nvSpPr>
          <p:spPr bwMode="auto">
            <a:xfrm>
              <a:off x="2331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799" name="Rectangle 136"/>
            <p:cNvSpPr>
              <a:spLocks noChangeArrowheads="1"/>
            </p:cNvSpPr>
            <p:nvPr/>
          </p:nvSpPr>
          <p:spPr bwMode="auto">
            <a:xfrm>
              <a:off x="2470" y="14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0" name="Rectangle 137"/>
            <p:cNvSpPr>
              <a:spLocks noChangeArrowheads="1"/>
            </p:cNvSpPr>
            <p:nvPr/>
          </p:nvSpPr>
          <p:spPr bwMode="auto">
            <a:xfrm>
              <a:off x="1755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1" name="Rectangle 138"/>
            <p:cNvSpPr>
              <a:spLocks noChangeArrowheads="1"/>
            </p:cNvSpPr>
            <p:nvPr/>
          </p:nvSpPr>
          <p:spPr bwMode="auto">
            <a:xfrm>
              <a:off x="1899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2" name="Rectangle 139"/>
            <p:cNvSpPr>
              <a:spLocks noChangeArrowheads="1"/>
            </p:cNvSpPr>
            <p:nvPr/>
          </p:nvSpPr>
          <p:spPr bwMode="auto">
            <a:xfrm>
              <a:off x="2043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3" name="Rectangle 140"/>
            <p:cNvSpPr>
              <a:spLocks noChangeArrowheads="1"/>
            </p:cNvSpPr>
            <p:nvPr/>
          </p:nvSpPr>
          <p:spPr bwMode="auto">
            <a:xfrm>
              <a:off x="2187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4" name="Rectangle 141"/>
            <p:cNvSpPr>
              <a:spLocks noChangeArrowheads="1"/>
            </p:cNvSpPr>
            <p:nvPr/>
          </p:nvSpPr>
          <p:spPr bwMode="auto">
            <a:xfrm>
              <a:off x="2331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5" name="Rectangle 142"/>
            <p:cNvSpPr>
              <a:spLocks noChangeArrowheads="1"/>
            </p:cNvSpPr>
            <p:nvPr/>
          </p:nvSpPr>
          <p:spPr bwMode="auto">
            <a:xfrm>
              <a:off x="2470" y="1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6" name="Rectangle 143"/>
            <p:cNvSpPr>
              <a:spLocks noChangeArrowheads="1"/>
            </p:cNvSpPr>
            <p:nvPr/>
          </p:nvSpPr>
          <p:spPr bwMode="auto">
            <a:xfrm>
              <a:off x="1755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7" name="Rectangle 144"/>
            <p:cNvSpPr>
              <a:spLocks noChangeArrowheads="1"/>
            </p:cNvSpPr>
            <p:nvPr/>
          </p:nvSpPr>
          <p:spPr bwMode="auto">
            <a:xfrm>
              <a:off x="1899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8" name="Rectangle 145"/>
            <p:cNvSpPr>
              <a:spLocks noChangeArrowheads="1"/>
            </p:cNvSpPr>
            <p:nvPr/>
          </p:nvSpPr>
          <p:spPr bwMode="auto">
            <a:xfrm>
              <a:off x="2043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09" name="Rectangle 146"/>
            <p:cNvSpPr>
              <a:spLocks noChangeArrowheads="1"/>
            </p:cNvSpPr>
            <p:nvPr/>
          </p:nvSpPr>
          <p:spPr bwMode="auto">
            <a:xfrm>
              <a:off x="2187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0" name="Rectangle 147"/>
            <p:cNvSpPr>
              <a:spLocks noChangeArrowheads="1"/>
            </p:cNvSpPr>
            <p:nvPr/>
          </p:nvSpPr>
          <p:spPr bwMode="auto">
            <a:xfrm>
              <a:off x="2331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1" name="Rectangle 148"/>
            <p:cNvSpPr>
              <a:spLocks noChangeArrowheads="1"/>
            </p:cNvSpPr>
            <p:nvPr/>
          </p:nvSpPr>
          <p:spPr bwMode="auto">
            <a:xfrm>
              <a:off x="2470" y="17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2" name="Rectangle 149"/>
            <p:cNvSpPr>
              <a:spLocks noChangeArrowheads="1"/>
            </p:cNvSpPr>
            <p:nvPr/>
          </p:nvSpPr>
          <p:spPr bwMode="auto">
            <a:xfrm>
              <a:off x="1755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3" name="Rectangle 150"/>
            <p:cNvSpPr>
              <a:spLocks noChangeArrowheads="1"/>
            </p:cNvSpPr>
            <p:nvPr/>
          </p:nvSpPr>
          <p:spPr bwMode="auto">
            <a:xfrm>
              <a:off x="1899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4" name="Rectangle 151"/>
            <p:cNvSpPr>
              <a:spLocks noChangeArrowheads="1"/>
            </p:cNvSpPr>
            <p:nvPr/>
          </p:nvSpPr>
          <p:spPr bwMode="auto">
            <a:xfrm>
              <a:off x="2043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5" name="Rectangle 152"/>
            <p:cNvSpPr>
              <a:spLocks noChangeArrowheads="1"/>
            </p:cNvSpPr>
            <p:nvPr/>
          </p:nvSpPr>
          <p:spPr bwMode="auto">
            <a:xfrm>
              <a:off x="2187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6" name="Rectangle 153"/>
            <p:cNvSpPr>
              <a:spLocks noChangeArrowheads="1"/>
            </p:cNvSpPr>
            <p:nvPr/>
          </p:nvSpPr>
          <p:spPr bwMode="auto">
            <a:xfrm>
              <a:off x="2331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7" name="Rectangle 154"/>
            <p:cNvSpPr>
              <a:spLocks noChangeArrowheads="1"/>
            </p:cNvSpPr>
            <p:nvPr/>
          </p:nvSpPr>
          <p:spPr bwMode="auto">
            <a:xfrm>
              <a:off x="2470" y="1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8" name="Rectangle 155"/>
            <p:cNvSpPr>
              <a:spLocks noChangeArrowheads="1"/>
            </p:cNvSpPr>
            <p:nvPr/>
          </p:nvSpPr>
          <p:spPr bwMode="auto">
            <a:xfrm>
              <a:off x="1755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19" name="Rectangle 156"/>
            <p:cNvSpPr>
              <a:spLocks noChangeArrowheads="1"/>
            </p:cNvSpPr>
            <p:nvPr/>
          </p:nvSpPr>
          <p:spPr bwMode="auto">
            <a:xfrm>
              <a:off x="1899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0" name="Rectangle 157"/>
            <p:cNvSpPr>
              <a:spLocks noChangeArrowheads="1"/>
            </p:cNvSpPr>
            <p:nvPr/>
          </p:nvSpPr>
          <p:spPr bwMode="auto">
            <a:xfrm>
              <a:off x="2043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1" name="Rectangle 158"/>
            <p:cNvSpPr>
              <a:spLocks noChangeArrowheads="1"/>
            </p:cNvSpPr>
            <p:nvPr/>
          </p:nvSpPr>
          <p:spPr bwMode="auto">
            <a:xfrm>
              <a:off x="2187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2" name="Rectangle 159"/>
            <p:cNvSpPr>
              <a:spLocks noChangeArrowheads="1"/>
            </p:cNvSpPr>
            <p:nvPr/>
          </p:nvSpPr>
          <p:spPr bwMode="auto">
            <a:xfrm>
              <a:off x="2331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3" name="Rectangle 160"/>
            <p:cNvSpPr>
              <a:spLocks noChangeArrowheads="1"/>
            </p:cNvSpPr>
            <p:nvPr/>
          </p:nvSpPr>
          <p:spPr bwMode="auto">
            <a:xfrm>
              <a:off x="2470" y="201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4" name="Rectangle 161"/>
            <p:cNvSpPr>
              <a:spLocks noChangeArrowheads="1"/>
            </p:cNvSpPr>
            <p:nvPr/>
          </p:nvSpPr>
          <p:spPr bwMode="auto">
            <a:xfrm>
              <a:off x="1755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5" name="Rectangle 162"/>
            <p:cNvSpPr>
              <a:spLocks noChangeArrowheads="1"/>
            </p:cNvSpPr>
            <p:nvPr/>
          </p:nvSpPr>
          <p:spPr bwMode="auto">
            <a:xfrm>
              <a:off x="1899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6" name="Rectangle 163"/>
            <p:cNvSpPr>
              <a:spLocks noChangeArrowheads="1"/>
            </p:cNvSpPr>
            <p:nvPr/>
          </p:nvSpPr>
          <p:spPr bwMode="auto">
            <a:xfrm>
              <a:off x="2043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7" name="Rectangle 164"/>
            <p:cNvSpPr>
              <a:spLocks noChangeArrowheads="1"/>
            </p:cNvSpPr>
            <p:nvPr/>
          </p:nvSpPr>
          <p:spPr bwMode="auto">
            <a:xfrm>
              <a:off x="2187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8" name="Rectangle 165"/>
            <p:cNvSpPr>
              <a:spLocks noChangeArrowheads="1"/>
            </p:cNvSpPr>
            <p:nvPr/>
          </p:nvSpPr>
          <p:spPr bwMode="auto">
            <a:xfrm>
              <a:off x="2331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29" name="Rectangle 166"/>
            <p:cNvSpPr>
              <a:spLocks noChangeArrowheads="1"/>
            </p:cNvSpPr>
            <p:nvPr/>
          </p:nvSpPr>
          <p:spPr bwMode="auto">
            <a:xfrm>
              <a:off x="2470" y="216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0" name="Rectangle 167"/>
            <p:cNvSpPr>
              <a:spLocks noChangeArrowheads="1"/>
            </p:cNvSpPr>
            <p:nvPr/>
          </p:nvSpPr>
          <p:spPr bwMode="auto">
            <a:xfrm>
              <a:off x="1755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1" name="Rectangle 168"/>
            <p:cNvSpPr>
              <a:spLocks noChangeArrowheads="1"/>
            </p:cNvSpPr>
            <p:nvPr/>
          </p:nvSpPr>
          <p:spPr bwMode="auto">
            <a:xfrm>
              <a:off x="1899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2" name="Rectangle 169"/>
            <p:cNvSpPr>
              <a:spLocks noChangeArrowheads="1"/>
            </p:cNvSpPr>
            <p:nvPr/>
          </p:nvSpPr>
          <p:spPr bwMode="auto">
            <a:xfrm>
              <a:off x="2043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3" name="Rectangle 170"/>
            <p:cNvSpPr>
              <a:spLocks noChangeArrowheads="1"/>
            </p:cNvSpPr>
            <p:nvPr/>
          </p:nvSpPr>
          <p:spPr bwMode="auto">
            <a:xfrm>
              <a:off x="2187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4" name="Rectangle 171"/>
            <p:cNvSpPr>
              <a:spLocks noChangeArrowheads="1"/>
            </p:cNvSpPr>
            <p:nvPr/>
          </p:nvSpPr>
          <p:spPr bwMode="auto">
            <a:xfrm>
              <a:off x="2331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5" name="Rectangle 172"/>
            <p:cNvSpPr>
              <a:spLocks noChangeArrowheads="1"/>
            </p:cNvSpPr>
            <p:nvPr/>
          </p:nvSpPr>
          <p:spPr bwMode="auto">
            <a:xfrm>
              <a:off x="2470" y="230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6" name="Rectangle 173"/>
            <p:cNvSpPr>
              <a:spLocks noChangeArrowheads="1"/>
            </p:cNvSpPr>
            <p:nvPr/>
          </p:nvSpPr>
          <p:spPr bwMode="auto">
            <a:xfrm>
              <a:off x="330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7" name="Rectangle 174"/>
            <p:cNvSpPr>
              <a:spLocks noChangeArrowheads="1"/>
            </p:cNvSpPr>
            <p:nvPr/>
          </p:nvSpPr>
          <p:spPr bwMode="auto">
            <a:xfrm>
              <a:off x="474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8" name="Rectangle 175"/>
            <p:cNvSpPr>
              <a:spLocks noChangeArrowheads="1"/>
            </p:cNvSpPr>
            <p:nvPr/>
          </p:nvSpPr>
          <p:spPr bwMode="auto">
            <a:xfrm>
              <a:off x="618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39" name="Rectangle 176"/>
            <p:cNvSpPr>
              <a:spLocks noChangeArrowheads="1"/>
            </p:cNvSpPr>
            <p:nvPr/>
          </p:nvSpPr>
          <p:spPr bwMode="auto">
            <a:xfrm>
              <a:off x="762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0" name="Rectangle 177"/>
            <p:cNvSpPr>
              <a:spLocks noChangeArrowheads="1"/>
            </p:cNvSpPr>
            <p:nvPr/>
          </p:nvSpPr>
          <p:spPr bwMode="auto">
            <a:xfrm>
              <a:off x="906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1" name="Rectangle 178"/>
            <p:cNvSpPr>
              <a:spLocks noChangeArrowheads="1"/>
            </p:cNvSpPr>
            <p:nvPr/>
          </p:nvSpPr>
          <p:spPr bwMode="auto">
            <a:xfrm>
              <a:off x="1045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2" name="Rectangle 179"/>
            <p:cNvSpPr>
              <a:spLocks noChangeArrowheads="1"/>
            </p:cNvSpPr>
            <p:nvPr/>
          </p:nvSpPr>
          <p:spPr bwMode="auto">
            <a:xfrm>
              <a:off x="1189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3" name="Rectangle 180"/>
            <p:cNvSpPr>
              <a:spLocks noChangeArrowheads="1"/>
            </p:cNvSpPr>
            <p:nvPr/>
          </p:nvSpPr>
          <p:spPr bwMode="auto">
            <a:xfrm>
              <a:off x="1333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4" name="Rectangle 181"/>
            <p:cNvSpPr>
              <a:spLocks noChangeArrowheads="1"/>
            </p:cNvSpPr>
            <p:nvPr/>
          </p:nvSpPr>
          <p:spPr bwMode="auto">
            <a:xfrm>
              <a:off x="1477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5" name="Rectangle 182"/>
            <p:cNvSpPr>
              <a:spLocks noChangeArrowheads="1"/>
            </p:cNvSpPr>
            <p:nvPr/>
          </p:nvSpPr>
          <p:spPr bwMode="auto">
            <a:xfrm>
              <a:off x="1616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6" name="Rectangle 183"/>
            <p:cNvSpPr>
              <a:spLocks noChangeArrowheads="1"/>
            </p:cNvSpPr>
            <p:nvPr/>
          </p:nvSpPr>
          <p:spPr bwMode="auto">
            <a:xfrm>
              <a:off x="330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7" name="Rectangle 184"/>
            <p:cNvSpPr>
              <a:spLocks noChangeArrowheads="1"/>
            </p:cNvSpPr>
            <p:nvPr/>
          </p:nvSpPr>
          <p:spPr bwMode="auto">
            <a:xfrm>
              <a:off x="474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8" name="Rectangle 185"/>
            <p:cNvSpPr>
              <a:spLocks noChangeArrowheads="1"/>
            </p:cNvSpPr>
            <p:nvPr/>
          </p:nvSpPr>
          <p:spPr bwMode="auto">
            <a:xfrm>
              <a:off x="618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49" name="Rectangle 186"/>
            <p:cNvSpPr>
              <a:spLocks noChangeArrowheads="1"/>
            </p:cNvSpPr>
            <p:nvPr/>
          </p:nvSpPr>
          <p:spPr bwMode="auto">
            <a:xfrm>
              <a:off x="762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0" name="Rectangle 187"/>
            <p:cNvSpPr>
              <a:spLocks noChangeArrowheads="1"/>
            </p:cNvSpPr>
            <p:nvPr/>
          </p:nvSpPr>
          <p:spPr bwMode="auto">
            <a:xfrm>
              <a:off x="906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1" name="Rectangle 188"/>
            <p:cNvSpPr>
              <a:spLocks noChangeArrowheads="1"/>
            </p:cNvSpPr>
            <p:nvPr/>
          </p:nvSpPr>
          <p:spPr bwMode="auto">
            <a:xfrm>
              <a:off x="1045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2" name="Rectangle 189"/>
            <p:cNvSpPr>
              <a:spLocks noChangeArrowheads="1"/>
            </p:cNvSpPr>
            <p:nvPr/>
          </p:nvSpPr>
          <p:spPr bwMode="auto">
            <a:xfrm>
              <a:off x="1189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3" name="Rectangle 190"/>
            <p:cNvSpPr>
              <a:spLocks noChangeArrowheads="1"/>
            </p:cNvSpPr>
            <p:nvPr/>
          </p:nvSpPr>
          <p:spPr bwMode="auto">
            <a:xfrm>
              <a:off x="1333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4" name="Rectangle 191"/>
            <p:cNvSpPr>
              <a:spLocks noChangeArrowheads="1"/>
            </p:cNvSpPr>
            <p:nvPr/>
          </p:nvSpPr>
          <p:spPr bwMode="auto">
            <a:xfrm>
              <a:off x="1477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5" name="Rectangle 192"/>
            <p:cNvSpPr>
              <a:spLocks noChangeArrowheads="1"/>
            </p:cNvSpPr>
            <p:nvPr/>
          </p:nvSpPr>
          <p:spPr bwMode="auto">
            <a:xfrm>
              <a:off x="1616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6" name="Rectangle 193"/>
            <p:cNvSpPr>
              <a:spLocks noChangeArrowheads="1"/>
            </p:cNvSpPr>
            <p:nvPr/>
          </p:nvSpPr>
          <p:spPr bwMode="auto">
            <a:xfrm>
              <a:off x="330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7" name="Rectangle 194"/>
            <p:cNvSpPr>
              <a:spLocks noChangeArrowheads="1"/>
            </p:cNvSpPr>
            <p:nvPr/>
          </p:nvSpPr>
          <p:spPr bwMode="auto">
            <a:xfrm>
              <a:off x="474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8" name="Rectangle 195"/>
            <p:cNvSpPr>
              <a:spLocks noChangeArrowheads="1"/>
            </p:cNvSpPr>
            <p:nvPr/>
          </p:nvSpPr>
          <p:spPr bwMode="auto">
            <a:xfrm>
              <a:off x="618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59" name="Rectangle 196"/>
            <p:cNvSpPr>
              <a:spLocks noChangeArrowheads="1"/>
            </p:cNvSpPr>
            <p:nvPr/>
          </p:nvSpPr>
          <p:spPr bwMode="auto">
            <a:xfrm>
              <a:off x="762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0" name="Rectangle 197"/>
            <p:cNvSpPr>
              <a:spLocks noChangeArrowheads="1"/>
            </p:cNvSpPr>
            <p:nvPr/>
          </p:nvSpPr>
          <p:spPr bwMode="auto">
            <a:xfrm>
              <a:off x="906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1" name="Rectangle 198"/>
            <p:cNvSpPr>
              <a:spLocks noChangeArrowheads="1"/>
            </p:cNvSpPr>
            <p:nvPr/>
          </p:nvSpPr>
          <p:spPr bwMode="auto">
            <a:xfrm>
              <a:off x="1045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2" name="Rectangle 199"/>
            <p:cNvSpPr>
              <a:spLocks noChangeArrowheads="1"/>
            </p:cNvSpPr>
            <p:nvPr/>
          </p:nvSpPr>
          <p:spPr bwMode="auto">
            <a:xfrm>
              <a:off x="1189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3" name="Rectangle 200"/>
            <p:cNvSpPr>
              <a:spLocks noChangeArrowheads="1"/>
            </p:cNvSpPr>
            <p:nvPr/>
          </p:nvSpPr>
          <p:spPr bwMode="auto">
            <a:xfrm>
              <a:off x="1333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4" name="Rectangle 201"/>
            <p:cNvSpPr>
              <a:spLocks noChangeArrowheads="1"/>
            </p:cNvSpPr>
            <p:nvPr/>
          </p:nvSpPr>
          <p:spPr bwMode="auto">
            <a:xfrm>
              <a:off x="1477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5" name="Rectangle 202"/>
            <p:cNvSpPr>
              <a:spLocks noChangeArrowheads="1"/>
            </p:cNvSpPr>
            <p:nvPr/>
          </p:nvSpPr>
          <p:spPr bwMode="auto">
            <a:xfrm>
              <a:off x="1616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6" name="Rectangle 203"/>
            <p:cNvSpPr>
              <a:spLocks noChangeArrowheads="1"/>
            </p:cNvSpPr>
            <p:nvPr/>
          </p:nvSpPr>
          <p:spPr bwMode="auto">
            <a:xfrm>
              <a:off x="330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7" name="Rectangle 204"/>
            <p:cNvSpPr>
              <a:spLocks noChangeArrowheads="1"/>
            </p:cNvSpPr>
            <p:nvPr/>
          </p:nvSpPr>
          <p:spPr bwMode="auto">
            <a:xfrm>
              <a:off x="474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8" name="Rectangle 205"/>
            <p:cNvSpPr>
              <a:spLocks noChangeArrowheads="1"/>
            </p:cNvSpPr>
            <p:nvPr/>
          </p:nvSpPr>
          <p:spPr bwMode="auto">
            <a:xfrm>
              <a:off x="618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69" name="Rectangle 206"/>
            <p:cNvSpPr>
              <a:spLocks noChangeArrowheads="1"/>
            </p:cNvSpPr>
            <p:nvPr/>
          </p:nvSpPr>
          <p:spPr bwMode="auto">
            <a:xfrm>
              <a:off x="762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0" name="Rectangle 207"/>
            <p:cNvSpPr>
              <a:spLocks noChangeArrowheads="1"/>
            </p:cNvSpPr>
            <p:nvPr/>
          </p:nvSpPr>
          <p:spPr bwMode="auto">
            <a:xfrm>
              <a:off x="906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1" name="Rectangle 208"/>
            <p:cNvSpPr>
              <a:spLocks noChangeArrowheads="1"/>
            </p:cNvSpPr>
            <p:nvPr/>
          </p:nvSpPr>
          <p:spPr bwMode="auto">
            <a:xfrm>
              <a:off x="1045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2" name="Rectangle 209"/>
            <p:cNvSpPr>
              <a:spLocks noChangeArrowheads="1"/>
            </p:cNvSpPr>
            <p:nvPr/>
          </p:nvSpPr>
          <p:spPr bwMode="auto">
            <a:xfrm>
              <a:off x="1189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3" name="Rectangle 210"/>
            <p:cNvSpPr>
              <a:spLocks noChangeArrowheads="1"/>
            </p:cNvSpPr>
            <p:nvPr/>
          </p:nvSpPr>
          <p:spPr bwMode="auto">
            <a:xfrm>
              <a:off x="1333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4" name="Rectangle 211"/>
            <p:cNvSpPr>
              <a:spLocks noChangeArrowheads="1"/>
            </p:cNvSpPr>
            <p:nvPr/>
          </p:nvSpPr>
          <p:spPr bwMode="auto">
            <a:xfrm>
              <a:off x="1477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5" name="Rectangle 212"/>
            <p:cNvSpPr>
              <a:spLocks noChangeArrowheads="1"/>
            </p:cNvSpPr>
            <p:nvPr/>
          </p:nvSpPr>
          <p:spPr bwMode="auto">
            <a:xfrm>
              <a:off x="1616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6" name="Rectangle 213"/>
            <p:cNvSpPr>
              <a:spLocks noChangeArrowheads="1"/>
            </p:cNvSpPr>
            <p:nvPr/>
          </p:nvSpPr>
          <p:spPr bwMode="auto">
            <a:xfrm>
              <a:off x="330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7" name="Rectangle 214"/>
            <p:cNvSpPr>
              <a:spLocks noChangeArrowheads="1"/>
            </p:cNvSpPr>
            <p:nvPr/>
          </p:nvSpPr>
          <p:spPr bwMode="auto">
            <a:xfrm>
              <a:off x="474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8" name="Rectangle 215"/>
            <p:cNvSpPr>
              <a:spLocks noChangeArrowheads="1"/>
            </p:cNvSpPr>
            <p:nvPr/>
          </p:nvSpPr>
          <p:spPr bwMode="auto">
            <a:xfrm>
              <a:off x="618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79" name="Rectangle 216"/>
            <p:cNvSpPr>
              <a:spLocks noChangeArrowheads="1"/>
            </p:cNvSpPr>
            <p:nvPr/>
          </p:nvSpPr>
          <p:spPr bwMode="auto">
            <a:xfrm>
              <a:off x="762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0" name="Rectangle 217"/>
            <p:cNvSpPr>
              <a:spLocks noChangeArrowheads="1"/>
            </p:cNvSpPr>
            <p:nvPr/>
          </p:nvSpPr>
          <p:spPr bwMode="auto">
            <a:xfrm>
              <a:off x="906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1" name="Rectangle 218"/>
            <p:cNvSpPr>
              <a:spLocks noChangeArrowheads="1"/>
            </p:cNvSpPr>
            <p:nvPr/>
          </p:nvSpPr>
          <p:spPr bwMode="auto">
            <a:xfrm>
              <a:off x="1045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2" name="Rectangle 219"/>
            <p:cNvSpPr>
              <a:spLocks noChangeArrowheads="1"/>
            </p:cNvSpPr>
            <p:nvPr/>
          </p:nvSpPr>
          <p:spPr bwMode="auto">
            <a:xfrm>
              <a:off x="1189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3" name="Rectangle 220"/>
            <p:cNvSpPr>
              <a:spLocks noChangeArrowheads="1"/>
            </p:cNvSpPr>
            <p:nvPr/>
          </p:nvSpPr>
          <p:spPr bwMode="auto">
            <a:xfrm>
              <a:off x="1333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4" name="Rectangle 221"/>
            <p:cNvSpPr>
              <a:spLocks noChangeArrowheads="1"/>
            </p:cNvSpPr>
            <p:nvPr/>
          </p:nvSpPr>
          <p:spPr bwMode="auto">
            <a:xfrm>
              <a:off x="1477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5" name="Rectangle 222"/>
            <p:cNvSpPr>
              <a:spLocks noChangeArrowheads="1"/>
            </p:cNvSpPr>
            <p:nvPr/>
          </p:nvSpPr>
          <p:spPr bwMode="auto">
            <a:xfrm>
              <a:off x="1616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6" name="Rectangle 223"/>
            <p:cNvSpPr>
              <a:spLocks noChangeArrowheads="1"/>
            </p:cNvSpPr>
            <p:nvPr/>
          </p:nvSpPr>
          <p:spPr bwMode="auto">
            <a:xfrm>
              <a:off x="1755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7" name="Rectangle 224"/>
            <p:cNvSpPr>
              <a:spLocks noChangeArrowheads="1"/>
            </p:cNvSpPr>
            <p:nvPr/>
          </p:nvSpPr>
          <p:spPr bwMode="auto">
            <a:xfrm>
              <a:off x="1899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8" name="Rectangle 225"/>
            <p:cNvSpPr>
              <a:spLocks noChangeArrowheads="1"/>
            </p:cNvSpPr>
            <p:nvPr/>
          </p:nvSpPr>
          <p:spPr bwMode="auto">
            <a:xfrm>
              <a:off x="2043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89" name="Rectangle 226"/>
            <p:cNvSpPr>
              <a:spLocks noChangeArrowheads="1"/>
            </p:cNvSpPr>
            <p:nvPr/>
          </p:nvSpPr>
          <p:spPr bwMode="auto">
            <a:xfrm>
              <a:off x="2187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0" name="Rectangle 227"/>
            <p:cNvSpPr>
              <a:spLocks noChangeArrowheads="1"/>
            </p:cNvSpPr>
            <p:nvPr/>
          </p:nvSpPr>
          <p:spPr bwMode="auto">
            <a:xfrm>
              <a:off x="2331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1" name="Rectangle 228"/>
            <p:cNvSpPr>
              <a:spLocks noChangeArrowheads="1"/>
            </p:cNvSpPr>
            <p:nvPr/>
          </p:nvSpPr>
          <p:spPr bwMode="auto">
            <a:xfrm>
              <a:off x="2470" y="244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2" name="Rectangle 229"/>
            <p:cNvSpPr>
              <a:spLocks noChangeArrowheads="1"/>
            </p:cNvSpPr>
            <p:nvPr/>
          </p:nvSpPr>
          <p:spPr bwMode="auto">
            <a:xfrm>
              <a:off x="1755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3" name="Rectangle 230"/>
            <p:cNvSpPr>
              <a:spLocks noChangeArrowheads="1"/>
            </p:cNvSpPr>
            <p:nvPr/>
          </p:nvSpPr>
          <p:spPr bwMode="auto">
            <a:xfrm>
              <a:off x="1899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4" name="Rectangle 231"/>
            <p:cNvSpPr>
              <a:spLocks noChangeArrowheads="1"/>
            </p:cNvSpPr>
            <p:nvPr/>
          </p:nvSpPr>
          <p:spPr bwMode="auto">
            <a:xfrm>
              <a:off x="2043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5" name="Rectangle 232"/>
            <p:cNvSpPr>
              <a:spLocks noChangeArrowheads="1"/>
            </p:cNvSpPr>
            <p:nvPr/>
          </p:nvSpPr>
          <p:spPr bwMode="auto">
            <a:xfrm>
              <a:off x="2187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6" name="Rectangle 233"/>
            <p:cNvSpPr>
              <a:spLocks noChangeArrowheads="1"/>
            </p:cNvSpPr>
            <p:nvPr/>
          </p:nvSpPr>
          <p:spPr bwMode="auto">
            <a:xfrm>
              <a:off x="2331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7" name="Rectangle 234"/>
            <p:cNvSpPr>
              <a:spLocks noChangeArrowheads="1"/>
            </p:cNvSpPr>
            <p:nvPr/>
          </p:nvSpPr>
          <p:spPr bwMode="auto">
            <a:xfrm>
              <a:off x="2470" y="2588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8" name="Rectangle 235"/>
            <p:cNvSpPr>
              <a:spLocks noChangeArrowheads="1"/>
            </p:cNvSpPr>
            <p:nvPr/>
          </p:nvSpPr>
          <p:spPr bwMode="auto">
            <a:xfrm>
              <a:off x="1755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899" name="Rectangle 236"/>
            <p:cNvSpPr>
              <a:spLocks noChangeArrowheads="1"/>
            </p:cNvSpPr>
            <p:nvPr/>
          </p:nvSpPr>
          <p:spPr bwMode="auto">
            <a:xfrm>
              <a:off x="1899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0" name="Rectangle 237"/>
            <p:cNvSpPr>
              <a:spLocks noChangeArrowheads="1"/>
            </p:cNvSpPr>
            <p:nvPr/>
          </p:nvSpPr>
          <p:spPr bwMode="auto">
            <a:xfrm>
              <a:off x="2043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1" name="Rectangle 238"/>
            <p:cNvSpPr>
              <a:spLocks noChangeArrowheads="1"/>
            </p:cNvSpPr>
            <p:nvPr/>
          </p:nvSpPr>
          <p:spPr bwMode="auto">
            <a:xfrm>
              <a:off x="2187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2" name="Rectangle 239"/>
            <p:cNvSpPr>
              <a:spLocks noChangeArrowheads="1"/>
            </p:cNvSpPr>
            <p:nvPr/>
          </p:nvSpPr>
          <p:spPr bwMode="auto">
            <a:xfrm>
              <a:off x="2331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3" name="Rectangle 240"/>
            <p:cNvSpPr>
              <a:spLocks noChangeArrowheads="1"/>
            </p:cNvSpPr>
            <p:nvPr/>
          </p:nvSpPr>
          <p:spPr bwMode="auto">
            <a:xfrm>
              <a:off x="2470" y="27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4" name="Rectangle 241"/>
            <p:cNvSpPr>
              <a:spLocks noChangeArrowheads="1"/>
            </p:cNvSpPr>
            <p:nvPr/>
          </p:nvSpPr>
          <p:spPr bwMode="auto">
            <a:xfrm>
              <a:off x="1755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5" name="Rectangle 242"/>
            <p:cNvSpPr>
              <a:spLocks noChangeArrowheads="1"/>
            </p:cNvSpPr>
            <p:nvPr/>
          </p:nvSpPr>
          <p:spPr bwMode="auto">
            <a:xfrm>
              <a:off x="1899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6" name="Rectangle 243"/>
            <p:cNvSpPr>
              <a:spLocks noChangeArrowheads="1"/>
            </p:cNvSpPr>
            <p:nvPr/>
          </p:nvSpPr>
          <p:spPr bwMode="auto">
            <a:xfrm>
              <a:off x="2043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7" name="Rectangle 244"/>
            <p:cNvSpPr>
              <a:spLocks noChangeArrowheads="1"/>
            </p:cNvSpPr>
            <p:nvPr/>
          </p:nvSpPr>
          <p:spPr bwMode="auto">
            <a:xfrm>
              <a:off x="2187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8" name="Rectangle 245"/>
            <p:cNvSpPr>
              <a:spLocks noChangeArrowheads="1"/>
            </p:cNvSpPr>
            <p:nvPr/>
          </p:nvSpPr>
          <p:spPr bwMode="auto">
            <a:xfrm>
              <a:off x="2331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09" name="Rectangle 246"/>
            <p:cNvSpPr>
              <a:spLocks noChangeArrowheads="1"/>
            </p:cNvSpPr>
            <p:nvPr/>
          </p:nvSpPr>
          <p:spPr bwMode="auto">
            <a:xfrm>
              <a:off x="2470" y="287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10" name="Rectangle 247"/>
            <p:cNvSpPr>
              <a:spLocks noChangeArrowheads="1"/>
            </p:cNvSpPr>
            <p:nvPr/>
          </p:nvSpPr>
          <p:spPr bwMode="auto">
            <a:xfrm>
              <a:off x="1755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11" name="Rectangle 248"/>
            <p:cNvSpPr>
              <a:spLocks noChangeArrowheads="1"/>
            </p:cNvSpPr>
            <p:nvPr/>
          </p:nvSpPr>
          <p:spPr bwMode="auto">
            <a:xfrm>
              <a:off x="1899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12" name="Rectangle 249"/>
            <p:cNvSpPr>
              <a:spLocks noChangeArrowheads="1"/>
            </p:cNvSpPr>
            <p:nvPr/>
          </p:nvSpPr>
          <p:spPr bwMode="auto">
            <a:xfrm>
              <a:off x="2043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13" name="Rectangle 250"/>
            <p:cNvSpPr>
              <a:spLocks noChangeArrowheads="1"/>
            </p:cNvSpPr>
            <p:nvPr/>
          </p:nvSpPr>
          <p:spPr bwMode="auto">
            <a:xfrm>
              <a:off x="2187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14" name="Rectangle 251"/>
            <p:cNvSpPr>
              <a:spLocks noChangeArrowheads="1"/>
            </p:cNvSpPr>
            <p:nvPr/>
          </p:nvSpPr>
          <p:spPr bwMode="auto">
            <a:xfrm>
              <a:off x="2331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915" name="Rectangle 252"/>
            <p:cNvSpPr>
              <a:spLocks noChangeArrowheads="1"/>
            </p:cNvSpPr>
            <p:nvPr/>
          </p:nvSpPr>
          <p:spPr bwMode="auto">
            <a:xfrm>
              <a:off x="2470" y="301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26629" name="Line 253"/>
          <p:cNvSpPr>
            <a:spLocks noChangeShapeType="1"/>
          </p:cNvSpPr>
          <p:nvPr/>
        </p:nvSpPr>
        <p:spPr bwMode="auto">
          <a:xfrm>
            <a:off x="2047876" y="1624014"/>
            <a:ext cx="3838575" cy="1587"/>
          </a:xfrm>
          <a:prstGeom prst="line">
            <a:avLst/>
          </a:prstGeom>
          <a:noFill/>
          <a:ln w="25560">
            <a:solidFill>
              <a:srgbClr val="333399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0" name="Line 254"/>
          <p:cNvSpPr>
            <a:spLocks noChangeShapeType="1"/>
          </p:cNvSpPr>
          <p:nvPr/>
        </p:nvSpPr>
        <p:spPr bwMode="auto">
          <a:xfrm>
            <a:off x="2047875" y="1624013"/>
            <a:ext cx="1588" cy="3560762"/>
          </a:xfrm>
          <a:prstGeom prst="line">
            <a:avLst/>
          </a:prstGeom>
          <a:noFill/>
          <a:ln w="25560">
            <a:solidFill>
              <a:srgbClr val="333399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1" name="Text Box 255"/>
          <p:cNvSpPr txBox="1">
            <a:spLocks noChangeArrowheads="1"/>
          </p:cNvSpPr>
          <p:nvPr/>
        </p:nvSpPr>
        <p:spPr bwMode="auto">
          <a:xfrm>
            <a:off x="1525589" y="1255714"/>
            <a:ext cx="1089057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</a:t>
            </a:r>
          </a:p>
        </p:txBody>
      </p:sp>
      <p:sp>
        <p:nvSpPr>
          <p:cNvPr id="26632" name="Text Box 256"/>
          <p:cNvSpPr txBox="1">
            <a:spLocks noChangeArrowheads="1"/>
          </p:cNvSpPr>
          <p:nvPr/>
        </p:nvSpPr>
        <p:spPr bwMode="auto">
          <a:xfrm>
            <a:off x="5665788" y="1257301"/>
            <a:ext cx="34205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6633" name="Text Box 257"/>
          <p:cNvSpPr txBox="1">
            <a:spLocks noChangeArrowheads="1"/>
          </p:cNvSpPr>
          <p:nvPr/>
        </p:nvSpPr>
        <p:spPr bwMode="auto">
          <a:xfrm>
            <a:off x="1765300" y="4970464"/>
            <a:ext cx="366104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6634" name="Text Box 258"/>
          <p:cNvSpPr txBox="1">
            <a:spLocks noChangeArrowheads="1"/>
          </p:cNvSpPr>
          <p:nvPr/>
        </p:nvSpPr>
        <p:spPr bwMode="auto">
          <a:xfrm>
            <a:off x="4322764" y="4997451"/>
            <a:ext cx="2030021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</a:p>
        </p:txBody>
      </p:sp>
      <p:cxnSp>
        <p:nvCxnSpPr>
          <p:cNvPr id="15619" name="AutoShape 259"/>
          <p:cNvCxnSpPr>
            <a:cxnSpLocks noChangeShapeType="1"/>
            <a:stCxn id="15623" idx="6"/>
          </p:cNvCxnSpPr>
          <p:nvPr/>
        </p:nvCxnSpPr>
        <p:spPr bwMode="auto">
          <a:xfrm flipV="1">
            <a:off x="5197476" y="2200275"/>
            <a:ext cx="1293813" cy="1347788"/>
          </a:xfrm>
          <a:prstGeom prst="curvedConnector3">
            <a:avLst>
              <a:gd name="adj1" fmla="val 50000"/>
            </a:avLst>
          </a:prstGeom>
          <a:noFill/>
          <a:ln w="38160">
            <a:solidFill>
              <a:srgbClr val="FF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620" name="Text Box 260"/>
          <p:cNvSpPr txBox="1">
            <a:spLocks noChangeArrowheads="1"/>
          </p:cNvSpPr>
          <p:nvPr/>
        </p:nvSpPr>
        <p:spPr bwMode="auto">
          <a:xfrm>
            <a:off x="5875338" y="3722688"/>
            <a:ext cx="4116168" cy="209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5334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5334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5334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5334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5334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5334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5334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5334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5334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e = 	</a:t>
            </a:r>
            <a:r>
              <a:rPr lang="en-IE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IE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*106 + </a:t>
            </a:r>
            <a:b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IE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*104 + </a:t>
            </a:r>
            <a:r>
              <a:rPr lang="en-IE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IE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*100 + </a:t>
            </a:r>
            <a:r>
              <a:rPr lang="en-IE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IE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*108 + </a:t>
            </a:r>
            <a:b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IE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*99 + </a:t>
            </a:r>
            <a:r>
              <a:rPr lang="en-IE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IE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*98 + </a:t>
            </a:r>
            <a:b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IE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*95 + </a:t>
            </a:r>
            <a:r>
              <a:rPr lang="en-IE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IE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*90 + </a:t>
            </a:r>
            <a:r>
              <a:rPr lang="en-IE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E" altLang="en-US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en-IE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*85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600">
                <a:solidFill>
                  <a:srgbClr val="000000"/>
                </a:solidFill>
                <a:latin typeface="Times New Roman" panose="02020603050405020304" pitchFamily="18" charset="0"/>
              </a:rPr>
              <a:t>   =	98.3333</a:t>
            </a:r>
          </a:p>
        </p:txBody>
      </p:sp>
      <p:sp>
        <p:nvSpPr>
          <p:cNvPr id="15621" name="Text Box 261"/>
          <p:cNvSpPr txBox="1">
            <a:spLocks noChangeArrowheads="1"/>
          </p:cNvSpPr>
          <p:nvPr/>
        </p:nvSpPr>
        <p:spPr bwMode="auto">
          <a:xfrm>
            <a:off x="8537576" y="3038475"/>
            <a:ext cx="1820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Filter</a:t>
            </a:r>
          </a:p>
        </p:txBody>
      </p:sp>
      <p:sp>
        <p:nvSpPr>
          <p:cNvPr id="15622" name="Text Box 262"/>
          <p:cNvSpPr txBox="1">
            <a:spLocks noChangeArrowheads="1"/>
          </p:cNvSpPr>
          <p:nvPr/>
        </p:nvSpPr>
        <p:spPr bwMode="auto">
          <a:xfrm>
            <a:off x="2815551" y="3308351"/>
            <a:ext cx="1435774" cy="4924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0" rIns="1800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600" i="1">
                <a:solidFill>
                  <a:srgbClr val="000000"/>
                </a:solidFill>
              </a:rPr>
              <a:t>Simple 3*3</a:t>
            </a:r>
            <a:br>
              <a:rPr lang="en-IE" altLang="en-US" sz="1600" i="1">
                <a:solidFill>
                  <a:srgbClr val="000000"/>
                </a:solidFill>
              </a:rPr>
            </a:br>
            <a:r>
              <a:rPr lang="en-IE" altLang="en-US" sz="1600" i="1">
                <a:solidFill>
                  <a:srgbClr val="000000"/>
                </a:solidFill>
              </a:rPr>
              <a:t>Neighbourhood</a:t>
            </a:r>
          </a:p>
        </p:txBody>
      </p:sp>
      <p:sp>
        <p:nvSpPr>
          <p:cNvPr id="15623" name="Oval 263"/>
          <p:cNvSpPr>
            <a:spLocks noChangeArrowheads="1"/>
          </p:cNvSpPr>
          <p:nvPr/>
        </p:nvSpPr>
        <p:spPr bwMode="auto">
          <a:xfrm>
            <a:off x="4121151" y="3009901"/>
            <a:ext cx="1076325" cy="1076325"/>
          </a:xfrm>
          <a:prstGeom prst="ellipse">
            <a:avLst/>
          </a:prstGeom>
          <a:noFill/>
          <a:ln w="507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5624" name="Rectangle 264"/>
          <p:cNvSpPr>
            <a:spLocks noChangeArrowheads="1"/>
          </p:cNvSpPr>
          <p:nvPr/>
        </p:nvSpPr>
        <p:spPr bwMode="auto">
          <a:xfrm>
            <a:off x="4538663" y="3432175"/>
            <a:ext cx="228600" cy="228600"/>
          </a:xfrm>
          <a:prstGeom prst="rect">
            <a:avLst/>
          </a:prstGeom>
          <a:solidFill>
            <a:srgbClr val="C0C0C0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800" i="1">
                <a:solidFill>
                  <a:srgbClr val="000000"/>
                </a:solidFill>
                <a:latin typeface="Times New Roman" panose="02020603050405020304" pitchFamily="18" charset="0"/>
              </a:rPr>
              <a:t>106</a:t>
            </a:r>
          </a:p>
        </p:txBody>
      </p:sp>
      <p:grpSp>
        <p:nvGrpSpPr>
          <p:cNvPr id="15625" name="Group 265"/>
          <p:cNvGrpSpPr>
            <a:grpSpLocks/>
          </p:cNvGrpSpPr>
          <p:nvPr/>
        </p:nvGrpSpPr>
        <p:grpSpPr bwMode="auto">
          <a:xfrm>
            <a:off x="4314825" y="3206750"/>
            <a:ext cx="673100" cy="681038"/>
            <a:chOff x="1758" y="2020"/>
            <a:chExt cx="424" cy="429"/>
          </a:xfrm>
        </p:grpSpPr>
        <p:sp>
          <p:nvSpPr>
            <p:cNvPr id="26668" name="Rectangle 266"/>
            <p:cNvSpPr>
              <a:spLocks noChangeArrowheads="1"/>
            </p:cNvSpPr>
            <p:nvPr/>
          </p:nvSpPr>
          <p:spPr bwMode="auto">
            <a:xfrm>
              <a:off x="1758" y="2020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900">
                  <a:solidFill>
                    <a:srgbClr val="000000"/>
                  </a:solidFill>
                </a:rPr>
                <a:t>104</a:t>
              </a:r>
            </a:p>
          </p:txBody>
        </p:sp>
        <p:sp>
          <p:nvSpPr>
            <p:cNvPr id="26669" name="Rectangle 267"/>
            <p:cNvSpPr>
              <a:spLocks noChangeArrowheads="1"/>
            </p:cNvSpPr>
            <p:nvPr/>
          </p:nvSpPr>
          <p:spPr bwMode="auto">
            <a:xfrm>
              <a:off x="1758" y="2166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900">
                  <a:solidFill>
                    <a:srgbClr val="000000"/>
                  </a:solidFill>
                </a:rPr>
                <a:t>99</a:t>
              </a:r>
            </a:p>
          </p:txBody>
        </p:sp>
        <p:sp>
          <p:nvSpPr>
            <p:cNvPr id="26670" name="Rectangle 268"/>
            <p:cNvSpPr>
              <a:spLocks noChangeArrowheads="1"/>
            </p:cNvSpPr>
            <p:nvPr/>
          </p:nvSpPr>
          <p:spPr bwMode="auto">
            <a:xfrm>
              <a:off x="1758" y="2308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900">
                  <a:solidFill>
                    <a:srgbClr val="000000"/>
                  </a:solidFill>
                </a:rPr>
                <a:t>95</a:t>
              </a:r>
            </a:p>
          </p:txBody>
        </p:sp>
        <p:sp>
          <p:nvSpPr>
            <p:cNvPr id="26671" name="Rectangle 269"/>
            <p:cNvSpPr>
              <a:spLocks noChangeArrowheads="1"/>
            </p:cNvSpPr>
            <p:nvPr/>
          </p:nvSpPr>
          <p:spPr bwMode="auto">
            <a:xfrm>
              <a:off x="1897" y="2020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900">
                  <a:solidFill>
                    <a:srgbClr val="000000"/>
                  </a:solidFill>
                </a:rPr>
                <a:t>100</a:t>
              </a:r>
            </a:p>
          </p:txBody>
        </p:sp>
        <p:sp>
          <p:nvSpPr>
            <p:cNvPr id="26672" name="Rectangle 270"/>
            <p:cNvSpPr>
              <a:spLocks noChangeArrowheads="1"/>
            </p:cNvSpPr>
            <p:nvPr/>
          </p:nvSpPr>
          <p:spPr bwMode="auto">
            <a:xfrm>
              <a:off x="2041" y="2020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900">
                  <a:solidFill>
                    <a:srgbClr val="000000"/>
                  </a:solidFill>
                </a:rPr>
                <a:t>108</a:t>
              </a:r>
            </a:p>
          </p:txBody>
        </p:sp>
        <p:sp>
          <p:nvSpPr>
            <p:cNvPr id="26673" name="Rectangle 271"/>
            <p:cNvSpPr>
              <a:spLocks noChangeArrowheads="1"/>
            </p:cNvSpPr>
            <p:nvPr/>
          </p:nvSpPr>
          <p:spPr bwMode="auto">
            <a:xfrm>
              <a:off x="2041" y="2166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900">
                  <a:solidFill>
                    <a:srgbClr val="000000"/>
                  </a:solidFill>
                </a:rPr>
                <a:t>98</a:t>
              </a:r>
            </a:p>
          </p:txBody>
        </p:sp>
        <p:sp>
          <p:nvSpPr>
            <p:cNvPr id="26674" name="Rectangle 272"/>
            <p:cNvSpPr>
              <a:spLocks noChangeArrowheads="1"/>
            </p:cNvSpPr>
            <p:nvPr/>
          </p:nvSpPr>
          <p:spPr bwMode="auto">
            <a:xfrm>
              <a:off x="1897" y="2308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900">
                  <a:solidFill>
                    <a:srgbClr val="000000"/>
                  </a:solidFill>
                </a:rPr>
                <a:t>90</a:t>
              </a:r>
            </a:p>
          </p:txBody>
        </p:sp>
        <p:sp>
          <p:nvSpPr>
            <p:cNvPr id="26675" name="Rectangle 273"/>
            <p:cNvSpPr>
              <a:spLocks noChangeArrowheads="1"/>
            </p:cNvSpPr>
            <p:nvPr/>
          </p:nvSpPr>
          <p:spPr bwMode="auto">
            <a:xfrm>
              <a:off x="2041" y="2308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900">
                  <a:solidFill>
                    <a:srgbClr val="000000"/>
                  </a:solidFill>
                </a:rPr>
                <a:t>85</a:t>
              </a:r>
            </a:p>
          </p:txBody>
        </p:sp>
      </p:grpSp>
      <p:grpSp>
        <p:nvGrpSpPr>
          <p:cNvPr id="15634" name="Group 274"/>
          <p:cNvGrpSpPr>
            <a:grpSpLocks/>
          </p:cNvGrpSpPr>
          <p:nvPr/>
        </p:nvGrpSpPr>
        <p:grpSpPr bwMode="auto">
          <a:xfrm>
            <a:off x="4297364" y="3203576"/>
            <a:ext cx="681037" cy="677863"/>
            <a:chOff x="1747" y="2018"/>
            <a:chExt cx="429" cy="427"/>
          </a:xfrm>
        </p:grpSpPr>
        <p:sp>
          <p:nvSpPr>
            <p:cNvPr id="26659" name="Rectangle 275"/>
            <p:cNvSpPr>
              <a:spLocks noChangeArrowheads="1"/>
            </p:cNvSpPr>
            <p:nvPr/>
          </p:nvSpPr>
          <p:spPr bwMode="auto">
            <a:xfrm>
              <a:off x="1747" y="2018"/>
              <a:ext cx="141" cy="141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000" baseline="30000">
                  <a:solidFill>
                    <a:srgbClr val="000000"/>
                  </a:solidFill>
                </a:rPr>
                <a:t>1</a:t>
              </a:r>
              <a:r>
                <a:rPr lang="en-IE" altLang="en-US" sz="1000">
                  <a:solidFill>
                    <a:srgbClr val="000000"/>
                  </a:solidFill>
                </a:rPr>
                <a:t>/</a:t>
              </a:r>
              <a:r>
                <a:rPr lang="en-IE" altLang="en-US" sz="1000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660" name="Rectangle 276"/>
            <p:cNvSpPr>
              <a:spLocks noChangeArrowheads="1"/>
            </p:cNvSpPr>
            <p:nvPr/>
          </p:nvSpPr>
          <p:spPr bwMode="auto">
            <a:xfrm>
              <a:off x="1891" y="2018"/>
              <a:ext cx="141" cy="141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000" baseline="30000">
                  <a:solidFill>
                    <a:srgbClr val="000000"/>
                  </a:solidFill>
                </a:rPr>
                <a:t>1</a:t>
              </a:r>
              <a:r>
                <a:rPr lang="en-IE" altLang="en-US" sz="1000">
                  <a:solidFill>
                    <a:srgbClr val="000000"/>
                  </a:solidFill>
                </a:rPr>
                <a:t>/</a:t>
              </a:r>
              <a:r>
                <a:rPr lang="en-IE" altLang="en-US" sz="1000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661" name="Rectangle 277"/>
            <p:cNvSpPr>
              <a:spLocks noChangeArrowheads="1"/>
            </p:cNvSpPr>
            <p:nvPr/>
          </p:nvSpPr>
          <p:spPr bwMode="auto">
            <a:xfrm>
              <a:off x="2035" y="2018"/>
              <a:ext cx="141" cy="141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000" baseline="30000">
                  <a:solidFill>
                    <a:srgbClr val="000000"/>
                  </a:solidFill>
                </a:rPr>
                <a:t>1</a:t>
              </a:r>
              <a:r>
                <a:rPr lang="en-IE" altLang="en-US" sz="1000">
                  <a:solidFill>
                    <a:srgbClr val="000000"/>
                  </a:solidFill>
                </a:rPr>
                <a:t>/</a:t>
              </a:r>
              <a:r>
                <a:rPr lang="en-IE" altLang="en-US" sz="1000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662" name="Rectangle 278"/>
            <p:cNvSpPr>
              <a:spLocks noChangeArrowheads="1"/>
            </p:cNvSpPr>
            <p:nvPr/>
          </p:nvSpPr>
          <p:spPr bwMode="auto">
            <a:xfrm>
              <a:off x="1747" y="2160"/>
              <a:ext cx="141" cy="141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000" baseline="30000">
                  <a:solidFill>
                    <a:srgbClr val="000000"/>
                  </a:solidFill>
                </a:rPr>
                <a:t>1</a:t>
              </a:r>
              <a:r>
                <a:rPr lang="en-IE" altLang="en-US" sz="1000">
                  <a:solidFill>
                    <a:srgbClr val="000000"/>
                  </a:solidFill>
                </a:rPr>
                <a:t>/</a:t>
              </a:r>
              <a:r>
                <a:rPr lang="en-IE" altLang="en-US" sz="1000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663" name="Rectangle 279"/>
            <p:cNvSpPr>
              <a:spLocks noChangeArrowheads="1"/>
            </p:cNvSpPr>
            <p:nvPr/>
          </p:nvSpPr>
          <p:spPr bwMode="auto">
            <a:xfrm>
              <a:off x="1891" y="2160"/>
              <a:ext cx="141" cy="141"/>
            </a:xfrm>
            <a:prstGeom prst="rect">
              <a:avLst/>
            </a:prstGeom>
            <a:solidFill>
              <a:srgbClr val="000080"/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000" baseline="30000">
                  <a:solidFill>
                    <a:srgbClr val="FFFFFF"/>
                  </a:solidFill>
                </a:rPr>
                <a:t>1</a:t>
              </a:r>
              <a:r>
                <a:rPr lang="en-IE" altLang="en-US" sz="1000">
                  <a:solidFill>
                    <a:srgbClr val="FFFFFF"/>
                  </a:solidFill>
                </a:rPr>
                <a:t>/</a:t>
              </a:r>
              <a:r>
                <a:rPr lang="en-IE" altLang="en-US" sz="1000" baseline="-25000">
                  <a:solidFill>
                    <a:srgbClr val="FFFFFF"/>
                  </a:solidFill>
                </a:rPr>
                <a:t>9</a:t>
              </a:r>
            </a:p>
          </p:txBody>
        </p:sp>
        <p:sp>
          <p:nvSpPr>
            <p:cNvPr id="26664" name="Rectangle 280"/>
            <p:cNvSpPr>
              <a:spLocks noChangeArrowheads="1"/>
            </p:cNvSpPr>
            <p:nvPr/>
          </p:nvSpPr>
          <p:spPr bwMode="auto">
            <a:xfrm>
              <a:off x="2035" y="2160"/>
              <a:ext cx="141" cy="141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000" baseline="30000">
                  <a:solidFill>
                    <a:srgbClr val="000000"/>
                  </a:solidFill>
                </a:rPr>
                <a:t>1</a:t>
              </a:r>
              <a:r>
                <a:rPr lang="en-IE" altLang="en-US" sz="1000">
                  <a:solidFill>
                    <a:srgbClr val="000000"/>
                  </a:solidFill>
                </a:rPr>
                <a:t>/</a:t>
              </a:r>
              <a:r>
                <a:rPr lang="en-IE" altLang="en-US" sz="1000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665" name="Rectangle 281"/>
            <p:cNvSpPr>
              <a:spLocks noChangeArrowheads="1"/>
            </p:cNvSpPr>
            <p:nvPr/>
          </p:nvSpPr>
          <p:spPr bwMode="auto">
            <a:xfrm>
              <a:off x="1747" y="2304"/>
              <a:ext cx="141" cy="141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000" baseline="30000">
                  <a:solidFill>
                    <a:srgbClr val="000000"/>
                  </a:solidFill>
                </a:rPr>
                <a:t>1</a:t>
              </a:r>
              <a:r>
                <a:rPr lang="en-IE" altLang="en-US" sz="1000">
                  <a:solidFill>
                    <a:srgbClr val="000000"/>
                  </a:solidFill>
                </a:rPr>
                <a:t>/</a:t>
              </a:r>
              <a:r>
                <a:rPr lang="en-IE" altLang="en-US" sz="1000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666" name="Rectangle 282"/>
            <p:cNvSpPr>
              <a:spLocks noChangeArrowheads="1"/>
            </p:cNvSpPr>
            <p:nvPr/>
          </p:nvSpPr>
          <p:spPr bwMode="auto">
            <a:xfrm>
              <a:off x="1891" y="2304"/>
              <a:ext cx="141" cy="141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000" baseline="30000">
                  <a:solidFill>
                    <a:srgbClr val="000000"/>
                  </a:solidFill>
                </a:rPr>
                <a:t>1</a:t>
              </a:r>
              <a:r>
                <a:rPr lang="en-IE" altLang="en-US" sz="1000">
                  <a:solidFill>
                    <a:srgbClr val="000000"/>
                  </a:solidFill>
                </a:rPr>
                <a:t>/</a:t>
              </a:r>
              <a:r>
                <a:rPr lang="en-IE" altLang="en-US" sz="1000" baseline="-25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26667" name="Rectangle 283"/>
            <p:cNvSpPr>
              <a:spLocks noChangeArrowheads="1"/>
            </p:cNvSpPr>
            <p:nvPr/>
          </p:nvSpPr>
          <p:spPr bwMode="auto">
            <a:xfrm>
              <a:off x="2035" y="2304"/>
              <a:ext cx="141" cy="141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000" baseline="30000">
                  <a:solidFill>
                    <a:srgbClr val="000000"/>
                  </a:solidFill>
                </a:rPr>
                <a:t>1</a:t>
              </a:r>
              <a:r>
                <a:rPr lang="en-IE" altLang="en-US" sz="1000">
                  <a:solidFill>
                    <a:srgbClr val="000000"/>
                  </a:solidFill>
                </a:rPr>
                <a:t>/</a:t>
              </a:r>
              <a:r>
                <a:rPr lang="en-IE" altLang="en-US" sz="1000" baseline="-25000">
                  <a:solidFill>
                    <a:srgbClr val="000000"/>
                  </a:solidFill>
                </a:rPr>
                <a:t>9</a:t>
              </a:r>
            </a:p>
          </p:txBody>
        </p:sp>
      </p:grpSp>
      <p:sp>
        <p:nvSpPr>
          <p:cNvPr id="15644" name="Text Box 284"/>
          <p:cNvSpPr txBox="1">
            <a:spLocks noChangeArrowheads="1"/>
          </p:cNvSpPr>
          <p:nvPr/>
        </p:nvSpPr>
        <p:spPr bwMode="auto">
          <a:xfrm>
            <a:off x="5026025" y="3308351"/>
            <a:ext cx="1381272" cy="4924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0" rIns="1800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600" i="1">
                <a:solidFill>
                  <a:srgbClr val="0033CC"/>
                </a:solidFill>
              </a:rPr>
              <a:t>3*3 Smoothing</a:t>
            </a:r>
            <a:br>
              <a:rPr lang="en-IE" altLang="en-US" sz="1600" i="1">
                <a:solidFill>
                  <a:srgbClr val="0033CC"/>
                </a:solidFill>
              </a:rPr>
            </a:br>
            <a:r>
              <a:rPr lang="en-IE" altLang="en-US" sz="1600" i="1">
                <a:solidFill>
                  <a:srgbClr val="0033CC"/>
                </a:solidFill>
              </a:rPr>
              <a:t>Filter</a:t>
            </a:r>
          </a:p>
        </p:txBody>
      </p:sp>
      <p:cxnSp>
        <p:nvCxnSpPr>
          <p:cNvPr id="15645" name="AutoShape 285"/>
          <p:cNvCxnSpPr>
            <a:cxnSpLocks noChangeShapeType="1"/>
            <a:stCxn id="15646" idx="6"/>
          </p:cNvCxnSpPr>
          <p:nvPr/>
        </p:nvCxnSpPr>
        <p:spPr bwMode="auto">
          <a:xfrm flipV="1">
            <a:off x="5184775" y="2203450"/>
            <a:ext cx="3479800" cy="1347788"/>
          </a:xfrm>
          <a:prstGeom prst="curvedConnector3">
            <a:avLst>
              <a:gd name="adj1" fmla="val 50000"/>
            </a:avLst>
          </a:prstGeom>
          <a:noFill/>
          <a:ln w="38160">
            <a:solidFill>
              <a:srgbClr val="FF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646" name="Oval 286"/>
          <p:cNvSpPr>
            <a:spLocks noChangeArrowheads="1"/>
          </p:cNvSpPr>
          <p:nvPr/>
        </p:nvSpPr>
        <p:spPr bwMode="auto">
          <a:xfrm>
            <a:off x="4108451" y="3013076"/>
            <a:ext cx="1076325" cy="1076325"/>
          </a:xfrm>
          <a:prstGeom prst="ellipse">
            <a:avLst/>
          </a:prstGeom>
          <a:noFill/>
          <a:ln w="507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15647" name="Group 287"/>
          <p:cNvGrpSpPr>
            <a:grpSpLocks/>
          </p:cNvGrpSpPr>
          <p:nvPr/>
        </p:nvGrpSpPr>
        <p:grpSpPr bwMode="auto">
          <a:xfrm>
            <a:off x="6489700" y="1425575"/>
            <a:ext cx="1563688" cy="1555750"/>
            <a:chOff x="3128" y="898"/>
            <a:chExt cx="985" cy="980"/>
          </a:xfrm>
        </p:grpSpPr>
        <p:sp>
          <p:nvSpPr>
            <p:cNvPr id="26650" name="Rectangle 288"/>
            <p:cNvSpPr>
              <a:spLocks noChangeArrowheads="1"/>
            </p:cNvSpPr>
            <p:nvPr/>
          </p:nvSpPr>
          <p:spPr bwMode="auto">
            <a:xfrm>
              <a:off x="3128" y="898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104</a:t>
              </a:r>
            </a:p>
          </p:txBody>
        </p:sp>
        <p:sp>
          <p:nvSpPr>
            <p:cNvPr id="26651" name="Rectangle 289"/>
            <p:cNvSpPr>
              <a:spLocks noChangeArrowheads="1"/>
            </p:cNvSpPr>
            <p:nvPr/>
          </p:nvSpPr>
          <p:spPr bwMode="auto">
            <a:xfrm>
              <a:off x="3457" y="898"/>
              <a:ext cx="327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26652" name="Rectangle 290"/>
            <p:cNvSpPr>
              <a:spLocks noChangeArrowheads="1"/>
            </p:cNvSpPr>
            <p:nvPr/>
          </p:nvSpPr>
          <p:spPr bwMode="auto">
            <a:xfrm>
              <a:off x="3787" y="898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108</a:t>
              </a:r>
            </a:p>
          </p:txBody>
        </p:sp>
        <p:sp>
          <p:nvSpPr>
            <p:cNvPr id="26653" name="Rectangle 291"/>
            <p:cNvSpPr>
              <a:spLocks noChangeArrowheads="1"/>
            </p:cNvSpPr>
            <p:nvPr/>
          </p:nvSpPr>
          <p:spPr bwMode="auto">
            <a:xfrm>
              <a:off x="3128" y="1223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99</a:t>
              </a:r>
            </a:p>
          </p:txBody>
        </p:sp>
        <p:sp>
          <p:nvSpPr>
            <p:cNvPr id="26654" name="Rectangle 292"/>
            <p:cNvSpPr>
              <a:spLocks noChangeArrowheads="1"/>
            </p:cNvSpPr>
            <p:nvPr/>
          </p:nvSpPr>
          <p:spPr bwMode="auto">
            <a:xfrm>
              <a:off x="3457" y="1223"/>
              <a:ext cx="327" cy="326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106</a:t>
              </a:r>
            </a:p>
          </p:txBody>
        </p:sp>
        <p:sp>
          <p:nvSpPr>
            <p:cNvPr id="26655" name="Rectangle 293"/>
            <p:cNvSpPr>
              <a:spLocks noChangeArrowheads="1"/>
            </p:cNvSpPr>
            <p:nvPr/>
          </p:nvSpPr>
          <p:spPr bwMode="auto">
            <a:xfrm>
              <a:off x="3787" y="1223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98</a:t>
              </a:r>
            </a:p>
          </p:txBody>
        </p:sp>
        <p:sp>
          <p:nvSpPr>
            <p:cNvPr id="26656" name="Rectangle 294"/>
            <p:cNvSpPr>
              <a:spLocks noChangeArrowheads="1"/>
            </p:cNvSpPr>
            <p:nvPr/>
          </p:nvSpPr>
          <p:spPr bwMode="auto">
            <a:xfrm>
              <a:off x="3128" y="1552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95</a:t>
              </a:r>
            </a:p>
          </p:txBody>
        </p:sp>
        <p:sp>
          <p:nvSpPr>
            <p:cNvPr id="26657" name="Rectangle 295"/>
            <p:cNvSpPr>
              <a:spLocks noChangeArrowheads="1"/>
            </p:cNvSpPr>
            <p:nvPr/>
          </p:nvSpPr>
          <p:spPr bwMode="auto">
            <a:xfrm>
              <a:off x="3457" y="1552"/>
              <a:ext cx="327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90</a:t>
              </a:r>
            </a:p>
          </p:txBody>
        </p:sp>
        <p:sp>
          <p:nvSpPr>
            <p:cNvPr id="26658" name="Rectangle 296"/>
            <p:cNvSpPr>
              <a:spLocks noChangeArrowheads="1"/>
            </p:cNvSpPr>
            <p:nvPr/>
          </p:nvSpPr>
          <p:spPr bwMode="auto">
            <a:xfrm>
              <a:off x="3787" y="1552"/>
              <a:ext cx="326" cy="326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85</a:t>
              </a:r>
            </a:p>
          </p:txBody>
        </p:sp>
      </p:grpSp>
      <p:sp>
        <p:nvSpPr>
          <p:cNvPr id="15657" name="Text Box 297"/>
          <p:cNvSpPr txBox="1">
            <a:spLocks noChangeArrowheads="1"/>
          </p:cNvSpPr>
          <p:nvPr/>
        </p:nvSpPr>
        <p:spPr bwMode="auto">
          <a:xfrm>
            <a:off x="6364288" y="3017839"/>
            <a:ext cx="1820862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Original Image Pixels</a:t>
            </a:r>
          </a:p>
        </p:txBody>
      </p:sp>
      <p:sp>
        <p:nvSpPr>
          <p:cNvPr id="15658" name="Text Box 298"/>
          <p:cNvSpPr txBox="1">
            <a:spLocks noChangeArrowheads="1"/>
          </p:cNvSpPr>
          <p:nvPr/>
        </p:nvSpPr>
        <p:spPr bwMode="auto">
          <a:xfrm>
            <a:off x="8067676" y="1828801"/>
            <a:ext cx="5238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5400" i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15659" name="Rectangle 299"/>
          <p:cNvSpPr>
            <a:spLocks noChangeArrowheads="1"/>
          </p:cNvSpPr>
          <p:nvPr/>
        </p:nvSpPr>
        <p:spPr bwMode="auto">
          <a:xfrm>
            <a:off x="1752600" y="5716589"/>
            <a:ext cx="891540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above is repeated for every pixel in the original image to generate the smoothed image</a:t>
            </a:r>
          </a:p>
        </p:txBody>
      </p:sp>
    </p:spTree>
    <p:extLst>
      <p:ext uri="{BB962C8B-B14F-4D97-AF65-F5344CB8AC3E}">
        <p14:creationId xmlns:p14="http://schemas.microsoft.com/office/powerpoint/2010/main" val="29617398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5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w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5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15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w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15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23" grpId="0" animBg="1"/>
      <p:bldP spid="15623" grpId="1" animBg="1"/>
      <p:bldP spid="15646" grpId="0" animBg="1"/>
      <p:bldP spid="15646" grpId="1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Smoothing Example</a:t>
            </a: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image at the top left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is an original image of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size 500*500 pixels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subsequent images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show the image after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filtering with an averaging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filter of increasing sizes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3, 5, 9, 15 and 35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Notice how detail begins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to disappear</a:t>
            </a:r>
          </a:p>
        </p:txBody>
      </p:sp>
      <p:pic>
        <p:nvPicPr>
          <p:cNvPr id="2867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0" y="1271588"/>
            <a:ext cx="3746500" cy="55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677" name="Group 4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28678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79" name="Rectangle 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1470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Smoothing Example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11" b="66563"/>
          <a:stretch>
            <a:fillRect/>
          </a:stretch>
        </p:blipFill>
        <p:spPr bwMode="auto">
          <a:xfrm>
            <a:off x="3513138" y="1736726"/>
            <a:ext cx="4826000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24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3072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26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16340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Smoothing Example</a:t>
            </a:r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75" b="66563"/>
          <a:stretch>
            <a:fillRect/>
          </a:stretch>
        </p:blipFill>
        <p:spPr bwMode="auto">
          <a:xfrm>
            <a:off x="3611564" y="1525588"/>
            <a:ext cx="4867275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2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32773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4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07558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Smoothing Example</a:t>
            </a: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37" r="50546" b="33244"/>
          <a:stretch>
            <a:fillRect/>
          </a:stretch>
        </p:blipFill>
        <p:spPr bwMode="auto">
          <a:xfrm>
            <a:off x="3652839" y="1863726"/>
            <a:ext cx="4784725" cy="463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820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34821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87538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Smoothing Example</a:t>
            </a:r>
          </a:p>
        </p:txBody>
      </p:sp>
      <p:pic>
        <p:nvPicPr>
          <p:cNvPr id="3686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83" t="34183" b="33244"/>
          <a:stretch>
            <a:fillRect/>
          </a:stretch>
        </p:blipFill>
        <p:spPr bwMode="auto">
          <a:xfrm>
            <a:off x="3606800" y="1693863"/>
            <a:ext cx="4876800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68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36869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0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28453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Smoothing Example</a:t>
            </a:r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5" r="50546"/>
          <a:stretch>
            <a:fillRect/>
          </a:stretch>
        </p:blipFill>
        <p:spPr bwMode="auto">
          <a:xfrm>
            <a:off x="3652839" y="1693864"/>
            <a:ext cx="4784725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916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38917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18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82858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Smoothing Example</a:t>
            </a:r>
          </a:p>
        </p:txBody>
      </p:sp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29" t="66624"/>
          <a:stretch>
            <a:fillRect/>
          </a:stretch>
        </p:blipFill>
        <p:spPr bwMode="auto">
          <a:xfrm>
            <a:off x="3627439" y="1608139"/>
            <a:ext cx="4835525" cy="481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64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4096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66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65243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Smoothing Example</a:t>
            </a:r>
          </a:p>
        </p:txBody>
      </p:sp>
      <p:grpSp>
        <p:nvGrpSpPr>
          <p:cNvPr id="43011" name="Group 2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43013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4" name="Rectangle 4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430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25" y="1524000"/>
            <a:ext cx="850423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18849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Weighted Smoothing Filters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More effective smoothing filters can be generated by allowing different pixels in the neighbourhood different weights in the averaging function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Pixels closer to the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central pixel are more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important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Often referred to as a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 i="1">
                <a:solidFill>
                  <a:srgbClr val="000000"/>
                </a:solidFill>
              </a:rPr>
              <a:t>weighted averaging</a:t>
            </a:r>
          </a:p>
        </p:txBody>
      </p:sp>
      <p:graphicFrame>
        <p:nvGraphicFramePr>
          <p:cNvPr id="24579" name="Group 3"/>
          <p:cNvGraphicFramePr>
            <a:graphicFrameLocks noGrp="1"/>
          </p:cNvGraphicFramePr>
          <p:nvPr/>
        </p:nvGraphicFramePr>
        <p:xfrm>
          <a:off x="7108826" y="3116264"/>
          <a:ext cx="2716213" cy="2574925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37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</a:p>
                  </a:txBody>
                  <a:tcPr marL="90000" marR="90000" marT="184392" marB="46800" anchor="ctr" horzOverflow="overflow">
                    <a:lnL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</a:p>
                  </a:txBody>
                  <a:tcPr marL="90000" marR="90000" marT="184392" marB="46800" anchor="ctr" horzOverflow="overflow">
                    <a:lnL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</a:p>
                  </a:txBody>
                  <a:tcPr marL="90000" marR="90000" marT="184392" marB="46800" anchor="ctr" horzOverflow="overflow">
                    <a:lnL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81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</a:p>
                  </a:txBody>
                  <a:tcPr marL="90000" marR="90000" marT="184392" marB="4680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078" name="Rectangle 37"/>
          <p:cNvSpPr>
            <a:spLocks noChangeArrowheads="1"/>
          </p:cNvSpPr>
          <p:nvPr/>
        </p:nvSpPr>
        <p:spPr bwMode="auto">
          <a:xfrm>
            <a:off x="7050088" y="5667376"/>
            <a:ext cx="2786062" cy="100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Weighted  averaging filter</a:t>
            </a:r>
          </a:p>
        </p:txBody>
      </p:sp>
    </p:spTree>
    <p:extLst>
      <p:ext uri="{BB962C8B-B14F-4D97-AF65-F5344CB8AC3E}">
        <p14:creationId xmlns:p14="http://schemas.microsoft.com/office/powerpoint/2010/main" val="22997586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Another Smoothing Example</a:t>
            </a: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981200" y="1352551"/>
            <a:ext cx="82296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By smoothing the original image we get rid of lots of the finer detail which leaves only the gross features for thresholding</a:t>
            </a:r>
          </a:p>
        </p:txBody>
      </p:sp>
      <p:grpSp>
        <p:nvGrpSpPr>
          <p:cNvPr id="47108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47114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15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grpSp>
        <p:nvGrpSpPr>
          <p:cNvPr id="47109" name="Group 6"/>
          <p:cNvGrpSpPr>
            <a:grpSpLocks/>
          </p:cNvGrpSpPr>
          <p:nvPr/>
        </p:nvGrpSpPr>
        <p:grpSpPr bwMode="auto">
          <a:xfrm>
            <a:off x="2378076" y="2997201"/>
            <a:ext cx="7300913" cy="2986088"/>
            <a:chOff x="538" y="1888"/>
            <a:chExt cx="4599" cy="1881"/>
          </a:xfrm>
        </p:grpSpPr>
        <p:pic>
          <p:nvPicPr>
            <p:cNvPr id="47110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018"/>
            <a:stretch>
              <a:fillRect/>
            </a:stretch>
          </p:blipFill>
          <p:spPr bwMode="auto">
            <a:xfrm>
              <a:off x="538" y="1888"/>
              <a:ext cx="4599" cy="1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11" name="Text Box 8"/>
            <p:cNvSpPr txBox="1">
              <a:spLocks noChangeArrowheads="1"/>
            </p:cNvSpPr>
            <p:nvPr/>
          </p:nvSpPr>
          <p:spPr bwMode="auto">
            <a:xfrm>
              <a:off x="749" y="3534"/>
              <a:ext cx="1124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>
                  <a:solidFill>
                    <a:srgbClr val="000000"/>
                  </a:solidFill>
                </a:rPr>
                <a:t>Original Image</a:t>
              </a:r>
            </a:p>
          </p:txBody>
        </p:sp>
        <p:sp>
          <p:nvSpPr>
            <p:cNvPr id="47112" name="Text Box 9"/>
            <p:cNvSpPr txBox="1">
              <a:spLocks noChangeArrowheads="1"/>
            </p:cNvSpPr>
            <p:nvPr/>
          </p:nvSpPr>
          <p:spPr bwMode="auto">
            <a:xfrm>
              <a:off x="2195" y="3535"/>
              <a:ext cx="1286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>
                  <a:solidFill>
                    <a:srgbClr val="000000"/>
                  </a:solidFill>
                </a:rPr>
                <a:t>Smoothed Image</a:t>
              </a:r>
            </a:p>
          </p:txBody>
        </p:sp>
        <p:sp>
          <p:nvSpPr>
            <p:cNvPr id="47113" name="Text Box 10"/>
            <p:cNvSpPr txBox="1">
              <a:spLocks noChangeArrowheads="1"/>
            </p:cNvSpPr>
            <p:nvPr/>
          </p:nvSpPr>
          <p:spPr bwMode="auto">
            <a:xfrm>
              <a:off x="3641" y="3535"/>
              <a:ext cx="144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 b="1">
                  <a:solidFill>
                    <a:srgbClr val="000000"/>
                  </a:solidFill>
                </a:rPr>
                <a:t>Thresholded Image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91233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Another Smoothing Example</a:t>
            </a: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1981200" y="1352551"/>
            <a:ext cx="82296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49156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49158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59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4915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9" y="1951039"/>
            <a:ext cx="8594725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39080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Smoothing Filters</a:t>
            </a: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000"/>
              <a:t>•  One problem with the lowpass filter is it blurs edges and other sharp details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•  If the intent is to achieve noise reduction, one approach can be to use median filtering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– The value of each pixel is replaced by the median pixel value in the neighborhood (as opposed to the average)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– Particularly effective when the noise consists of strong, spike like components and edge sharpness is to be preserved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• The median m of a set of values is such that half of the values are greater than m and half are less than m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• To implement, sort the pixel values in the neighborhood, choose the median and assign this value to the pixel of interest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• Forces pixels with distinct intensities to be more like their neighbors</a:t>
            </a:r>
          </a:p>
        </p:txBody>
      </p:sp>
    </p:spTree>
    <p:extLst>
      <p:ext uri="{BB962C8B-B14F-4D97-AF65-F5344CB8AC3E}">
        <p14:creationId xmlns:p14="http://schemas.microsoft.com/office/powerpoint/2010/main" val="2625594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Averaging Filter Vs. Median Filter Example</a:t>
            </a: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981200" y="4351338"/>
            <a:ext cx="8229600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Filtering is often used to remove noise from images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Sometimes a median filter works better than an averaging filter</a:t>
            </a:r>
          </a:p>
        </p:txBody>
      </p:sp>
      <p:grpSp>
        <p:nvGrpSpPr>
          <p:cNvPr id="53252" name="Group 3"/>
          <p:cNvGrpSpPr>
            <a:grpSpLocks/>
          </p:cNvGrpSpPr>
          <p:nvPr/>
        </p:nvGrpSpPr>
        <p:grpSpPr bwMode="auto">
          <a:xfrm>
            <a:off x="2276476" y="1296989"/>
            <a:ext cx="7483475" cy="3041649"/>
            <a:chOff x="474" y="817"/>
            <a:chExt cx="4714" cy="1916"/>
          </a:xfrm>
        </p:grpSpPr>
        <p:pic>
          <p:nvPicPr>
            <p:cNvPr id="53256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718"/>
            <a:stretch>
              <a:fillRect/>
            </a:stretch>
          </p:blipFill>
          <p:spPr bwMode="auto">
            <a:xfrm>
              <a:off x="474" y="817"/>
              <a:ext cx="4714" cy="1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57" name="Text Box 5"/>
            <p:cNvSpPr txBox="1">
              <a:spLocks noChangeArrowheads="1"/>
            </p:cNvSpPr>
            <p:nvPr/>
          </p:nvSpPr>
          <p:spPr bwMode="auto">
            <a:xfrm>
              <a:off x="708" y="2324"/>
              <a:ext cx="1124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 b="1">
                  <a:solidFill>
                    <a:srgbClr val="000000"/>
                  </a:solidFill>
                </a:rPr>
                <a:t>Original Image</a:t>
              </a:r>
              <a:br>
                <a:rPr lang="en-IE" altLang="en-US" sz="1800" b="1">
                  <a:solidFill>
                    <a:srgbClr val="000000"/>
                  </a:solidFill>
                </a:rPr>
              </a:br>
              <a:r>
                <a:rPr lang="en-IE" altLang="en-US" sz="1800" b="1">
                  <a:solidFill>
                    <a:srgbClr val="000000"/>
                  </a:solidFill>
                </a:rPr>
                <a:t>With Noise</a:t>
              </a:r>
            </a:p>
          </p:txBody>
        </p:sp>
        <p:sp>
          <p:nvSpPr>
            <p:cNvPr id="53258" name="Text Box 6"/>
            <p:cNvSpPr txBox="1">
              <a:spLocks noChangeArrowheads="1"/>
            </p:cNvSpPr>
            <p:nvPr/>
          </p:nvSpPr>
          <p:spPr bwMode="auto">
            <a:xfrm>
              <a:off x="2214" y="2324"/>
              <a:ext cx="1216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 b="1">
                  <a:solidFill>
                    <a:srgbClr val="000000"/>
                  </a:solidFill>
                </a:rPr>
                <a:t>Image After</a:t>
              </a:r>
              <a:br>
                <a:rPr lang="en-IE" altLang="en-US" sz="1800" b="1">
                  <a:solidFill>
                    <a:srgbClr val="000000"/>
                  </a:solidFill>
                </a:rPr>
              </a:br>
              <a:r>
                <a:rPr lang="en-IE" altLang="en-US" sz="1800" b="1">
                  <a:solidFill>
                    <a:srgbClr val="000000"/>
                  </a:solidFill>
                </a:rPr>
                <a:t>Averaging Filter</a:t>
              </a:r>
            </a:p>
          </p:txBody>
        </p:sp>
        <p:sp>
          <p:nvSpPr>
            <p:cNvPr id="53259" name="Text Box 7"/>
            <p:cNvSpPr txBox="1">
              <a:spLocks noChangeArrowheads="1"/>
            </p:cNvSpPr>
            <p:nvPr/>
          </p:nvSpPr>
          <p:spPr bwMode="auto">
            <a:xfrm>
              <a:off x="3880" y="2324"/>
              <a:ext cx="1011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 b="1">
                  <a:solidFill>
                    <a:srgbClr val="000000"/>
                  </a:solidFill>
                </a:rPr>
                <a:t>Image After</a:t>
              </a:r>
              <a:br>
                <a:rPr lang="en-IE" altLang="en-US" sz="1800" b="1">
                  <a:solidFill>
                    <a:srgbClr val="000000"/>
                  </a:solidFill>
                </a:rPr>
              </a:br>
              <a:r>
                <a:rPr lang="en-IE" altLang="en-US" sz="1800" b="1">
                  <a:solidFill>
                    <a:srgbClr val="000000"/>
                  </a:solidFill>
                </a:rPr>
                <a:t>Median Filter</a:t>
              </a:r>
            </a:p>
          </p:txBody>
        </p:sp>
      </p:grpSp>
      <p:grpSp>
        <p:nvGrpSpPr>
          <p:cNvPr id="53253" name="Group 8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53254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55" name="Rectangle 10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41804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Averaging Filter Vs. Median Filter Example</a:t>
            </a:r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805" b="29718"/>
          <a:stretch>
            <a:fillRect/>
          </a:stretch>
        </p:blipFill>
        <p:spPr bwMode="auto">
          <a:xfrm>
            <a:off x="3384550" y="1339851"/>
            <a:ext cx="5321300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5300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55301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737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Averaging Filter Vs. Median Filter Example</a:t>
            </a:r>
          </a:p>
        </p:txBody>
      </p:sp>
      <p:pic>
        <p:nvPicPr>
          <p:cNvPr id="573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8" r="33636" b="29718"/>
          <a:stretch>
            <a:fillRect/>
          </a:stretch>
        </p:blipFill>
        <p:spPr bwMode="auto">
          <a:xfrm>
            <a:off x="3409950" y="1423988"/>
            <a:ext cx="5270500" cy="516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348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57349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50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6314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Averaging Filter Vs. Median Filter Example</a:t>
            </a:r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08" b="29718"/>
          <a:stretch>
            <a:fillRect/>
          </a:stretch>
        </p:blipFill>
        <p:spPr bwMode="auto">
          <a:xfrm>
            <a:off x="3360739" y="1423988"/>
            <a:ext cx="5368925" cy="516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396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59397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398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57231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Averaging Filter Vs. Median Filter Example</a:t>
            </a:r>
          </a:p>
        </p:txBody>
      </p:sp>
      <p:grpSp>
        <p:nvGrpSpPr>
          <p:cNvPr id="61443" name="Group 2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61445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446" name="Rectangle 4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6144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4" y="1717675"/>
            <a:ext cx="8632825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92197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Sharpening Filters (High Pass)</a:t>
            </a:r>
          </a:p>
        </p:txBody>
      </p:sp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•	The shape of the impulse response needed to implement a high-pass (sharpening) filter indicates the filter should have positive coefficients near its center and negative coefficients in the outer periphery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/>
              <a:t>•	For a 3x3 mask, the simplest arrangement is to have the center coefficient positive and all others negative</a:t>
            </a:r>
          </a:p>
          <a:p>
            <a:pPr eaLnBrk="1" hangingPunct="1">
              <a:buClrTx/>
              <a:buFontTx/>
              <a:buNone/>
            </a:pPr>
            <a:endParaRPr lang="en-IE" altLang="en-US" sz="2200"/>
          </a:p>
        </p:txBody>
      </p:sp>
      <p:pic>
        <p:nvPicPr>
          <p:cNvPr id="634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3719513"/>
            <a:ext cx="18859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137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Sharpening Filters (High Pass)</a:t>
            </a:r>
          </a:p>
        </p:txBody>
      </p:sp>
      <p:sp>
        <p:nvSpPr>
          <p:cNvPr id="6553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000"/>
              <a:t>• Note the sum of the coefficients is zero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– When the mask is over a constant or slowly varying region the output is zero or very small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• This filter eliminates the zero-frequency term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• Eliminating this term reduces the average gray-level value in                  the image to zero (will reduce the global contrast of the image)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• Result will be a some what edge-enhanced image over a dark                background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2000"/>
              <a:t>• Reducing the average gray-level value to zero implies some negative gray levels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– The output should be scaled back into an appropriate range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    [0, L-1] </a:t>
            </a:r>
          </a:p>
          <a:p>
            <a:pPr eaLnBrk="1" hangingPunct="1">
              <a:buClrTx/>
              <a:buFontTx/>
              <a:buNone/>
            </a:pPr>
            <a:endParaRPr lang="en-IE" altLang="en-US" sz="2000"/>
          </a:p>
        </p:txBody>
      </p:sp>
    </p:spTree>
    <p:extLst>
      <p:ext uri="{BB962C8B-B14F-4D97-AF65-F5344CB8AC3E}">
        <p14:creationId xmlns:p14="http://schemas.microsoft.com/office/powerpoint/2010/main" val="19321389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Sharpening Filters (High Pass)</a:t>
            </a:r>
          </a:p>
        </p:txBody>
      </p:sp>
      <p:sp>
        <p:nvSpPr>
          <p:cNvPr id="6758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675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5" y="1863725"/>
            <a:ext cx="8193088" cy="396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7896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Sharpening Filters (High-boost) </a:t>
            </a:r>
          </a:p>
        </p:txBody>
      </p:sp>
      <p:sp>
        <p:nvSpPr>
          <p:cNvPr id="6963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000"/>
              <a:t>• A high-pass filter may be computed as: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 High-pass = Original - Lowpass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2000"/>
              <a:t>• Multiplying the original by an amplification factor yields a high-boost or high-frequency-emphasis filter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  High-boost = A(Original) − Lowpass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                    = ( A − 1)(Original ) + Original − Lowpass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                      = ( A − 1)(Original ) + High-pass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– If A&gt;1, part of the original image is added to the high-pass result   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   (partially restoring low frequency components)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– Result looks more like the original image with a relative degree of           edge enhancement that depends on the value of A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/>
              <a:t>     – May be implemented with the center coefficient value w=9A-1                 (A≥1)</a:t>
            </a:r>
          </a:p>
          <a:p>
            <a:pPr eaLnBrk="1" hangingPunct="1">
              <a:buClrTx/>
              <a:buFontTx/>
              <a:buNone/>
            </a:pPr>
            <a:endParaRPr lang="en-IE" altLang="en-US" sz="2000"/>
          </a:p>
        </p:txBody>
      </p:sp>
    </p:spTree>
    <p:extLst>
      <p:ext uri="{BB962C8B-B14F-4D97-AF65-F5344CB8AC3E}">
        <p14:creationId xmlns:p14="http://schemas.microsoft.com/office/powerpoint/2010/main" val="330540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Sharpening Filters (High-boost) </a:t>
            </a:r>
          </a:p>
        </p:txBody>
      </p:sp>
      <p:sp>
        <p:nvSpPr>
          <p:cNvPr id="7168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716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338" y="1612900"/>
            <a:ext cx="6940550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78147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Simple Neighbourhood Operations Example</a:t>
            </a:r>
          </a:p>
        </p:txBody>
      </p:sp>
      <p:grpSp>
        <p:nvGrpSpPr>
          <p:cNvPr id="73731" name="Group 2"/>
          <p:cNvGrpSpPr>
            <a:grpSpLocks/>
          </p:cNvGrpSpPr>
          <p:nvPr/>
        </p:nvGrpSpPr>
        <p:grpSpPr bwMode="auto">
          <a:xfrm>
            <a:off x="3937001" y="1981201"/>
            <a:ext cx="4564063" cy="4073525"/>
            <a:chOff x="1520" y="1248"/>
            <a:chExt cx="2875" cy="2566"/>
          </a:xfrm>
        </p:grpSpPr>
        <p:sp>
          <p:nvSpPr>
            <p:cNvPr id="73732" name="Rectangle 3"/>
            <p:cNvSpPr>
              <a:spLocks noChangeArrowheads="1"/>
            </p:cNvSpPr>
            <p:nvPr/>
          </p:nvSpPr>
          <p:spPr bwMode="auto">
            <a:xfrm>
              <a:off x="1697" y="1523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123</a:t>
              </a:r>
            </a:p>
          </p:txBody>
        </p:sp>
        <p:sp>
          <p:nvSpPr>
            <p:cNvPr id="73733" name="Rectangle 4"/>
            <p:cNvSpPr>
              <a:spLocks noChangeArrowheads="1"/>
            </p:cNvSpPr>
            <p:nvPr/>
          </p:nvSpPr>
          <p:spPr bwMode="auto">
            <a:xfrm>
              <a:off x="2081" y="1523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127</a:t>
              </a:r>
            </a:p>
          </p:txBody>
        </p:sp>
        <p:sp>
          <p:nvSpPr>
            <p:cNvPr id="73734" name="Rectangle 5"/>
            <p:cNvSpPr>
              <a:spLocks noChangeArrowheads="1"/>
            </p:cNvSpPr>
            <p:nvPr/>
          </p:nvSpPr>
          <p:spPr bwMode="auto">
            <a:xfrm>
              <a:off x="2462" y="1523"/>
              <a:ext cx="379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3735" name="Rectangle 6"/>
            <p:cNvSpPr>
              <a:spLocks noChangeArrowheads="1"/>
            </p:cNvSpPr>
            <p:nvPr/>
          </p:nvSpPr>
          <p:spPr bwMode="auto">
            <a:xfrm>
              <a:off x="2844" y="1523"/>
              <a:ext cx="380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119</a:t>
              </a:r>
            </a:p>
          </p:txBody>
        </p:sp>
        <p:sp>
          <p:nvSpPr>
            <p:cNvPr id="73736" name="Rectangle 7"/>
            <p:cNvSpPr>
              <a:spLocks noChangeArrowheads="1"/>
            </p:cNvSpPr>
            <p:nvPr/>
          </p:nvSpPr>
          <p:spPr bwMode="auto">
            <a:xfrm>
              <a:off x="3227" y="1523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115</a:t>
              </a:r>
            </a:p>
          </p:txBody>
        </p:sp>
        <p:sp>
          <p:nvSpPr>
            <p:cNvPr id="73737" name="Rectangle 8"/>
            <p:cNvSpPr>
              <a:spLocks noChangeArrowheads="1"/>
            </p:cNvSpPr>
            <p:nvPr/>
          </p:nvSpPr>
          <p:spPr bwMode="auto">
            <a:xfrm>
              <a:off x="3594" y="1523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130</a:t>
              </a:r>
            </a:p>
          </p:txBody>
        </p:sp>
        <p:sp>
          <p:nvSpPr>
            <p:cNvPr id="73738" name="Rectangle 9"/>
            <p:cNvSpPr>
              <a:spLocks noChangeArrowheads="1"/>
            </p:cNvSpPr>
            <p:nvPr/>
          </p:nvSpPr>
          <p:spPr bwMode="auto">
            <a:xfrm>
              <a:off x="1697" y="1899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140</a:t>
              </a:r>
            </a:p>
          </p:txBody>
        </p:sp>
        <p:sp>
          <p:nvSpPr>
            <p:cNvPr id="73739" name="Rectangle 10"/>
            <p:cNvSpPr>
              <a:spLocks noChangeArrowheads="1"/>
            </p:cNvSpPr>
            <p:nvPr/>
          </p:nvSpPr>
          <p:spPr bwMode="auto">
            <a:xfrm>
              <a:off x="2081" y="1899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145</a:t>
              </a:r>
            </a:p>
          </p:txBody>
        </p:sp>
        <p:sp>
          <p:nvSpPr>
            <p:cNvPr id="73740" name="Rectangle 11"/>
            <p:cNvSpPr>
              <a:spLocks noChangeArrowheads="1"/>
            </p:cNvSpPr>
            <p:nvPr/>
          </p:nvSpPr>
          <p:spPr bwMode="auto">
            <a:xfrm>
              <a:off x="2462" y="1899"/>
              <a:ext cx="379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148</a:t>
              </a:r>
            </a:p>
          </p:txBody>
        </p:sp>
        <p:sp>
          <p:nvSpPr>
            <p:cNvPr id="73741" name="Rectangle 12"/>
            <p:cNvSpPr>
              <a:spLocks noChangeArrowheads="1"/>
            </p:cNvSpPr>
            <p:nvPr/>
          </p:nvSpPr>
          <p:spPr bwMode="auto">
            <a:xfrm>
              <a:off x="2844" y="1899"/>
              <a:ext cx="380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153</a:t>
              </a:r>
            </a:p>
          </p:txBody>
        </p:sp>
        <p:sp>
          <p:nvSpPr>
            <p:cNvPr id="73742" name="Rectangle 13"/>
            <p:cNvSpPr>
              <a:spLocks noChangeArrowheads="1"/>
            </p:cNvSpPr>
            <p:nvPr/>
          </p:nvSpPr>
          <p:spPr bwMode="auto">
            <a:xfrm>
              <a:off x="3227" y="1899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167</a:t>
              </a:r>
            </a:p>
          </p:txBody>
        </p:sp>
        <p:sp>
          <p:nvSpPr>
            <p:cNvPr id="73743" name="Rectangle 14"/>
            <p:cNvSpPr>
              <a:spLocks noChangeArrowheads="1"/>
            </p:cNvSpPr>
            <p:nvPr/>
          </p:nvSpPr>
          <p:spPr bwMode="auto">
            <a:xfrm>
              <a:off x="3594" y="1899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172</a:t>
              </a:r>
            </a:p>
          </p:txBody>
        </p:sp>
        <p:sp>
          <p:nvSpPr>
            <p:cNvPr id="73744" name="Rectangle 15"/>
            <p:cNvSpPr>
              <a:spLocks noChangeArrowheads="1"/>
            </p:cNvSpPr>
            <p:nvPr/>
          </p:nvSpPr>
          <p:spPr bwMode="auto">
            <a:xfrm>
              <a:off x="1697" y="2282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133</a:t>
              </a:r>
            </a:p>
          </p:txBody>
        </p:sp>
        <p:sp>
          <p:nvSpPr>
            <p:cNvPr id="73745" name="Rectangle 16"/>
            <p:cNvSpPr>
              <a:spLocks noChangeArrowheads="1"/>
            </p:cNvSpPr>
            <p:nvPr/>
          </p:nvSpPr>
          <p:spPr bwMode="auto">
            <a:xfrm>
              <a:off x="2081" y="2282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154</a:t>
              </a:r>
            </a:p>
          </p:txBody>
        </p:sp>
        <p:sp>
          <p:nvSpPr>
            <p:cNvPr id="73746" name="Rectangle 17"/>
            <p:cNvSpPr>
              <a:spLocks noChangeArrowheads="1"/>
            </p:cNvSpPr>
            <p:nvPr/>
          </p:nvSpPr>
          <p:spPr bwMode="auto">
            <a:xfrm>
              <a:off x="2462" y="2282"/>
              <a:ext cx="379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183</a:t>
              </a:r>
            </a:p>
          </p:txBody>
        </p:sp>
        <p:sp>
          <p:nvSpPr>
            <p:cNvPr id="73747" name="Rectangle 18"/>
            <p:cNvSpPr>
              <a:spLocks noChangeArrowheads="1"/>
            </p:cNvSpPr>
            <p:nvPr/>
          </p:nvSpPr>
          <p:spPr bwMode="auto">
            <a:xfrm>
              <a:off x="2844" y="2282"/>
              <a:ext cx="380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192</a:t>
              </a:r>
            </a:p>
          </p:txBody>
        </p:sp>
        <p:sp>
          <p:nvSpPr>
            <p:cNvPr id="73748" name="Rectangle 19"/>
            <p:cNvSpPr>
              <a:spLocks noChangeArrowheads="1"/>
            </p:cNvSpPr>
            <p:nvPr/>
          </p:nvSpPr>
          <p:spPr bwMode="auto">
            <a:xfrm>
              <a:off x="3227" y="2282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194</a:t>
              </a:r>
            </a:p>
          </p:txBody>
        </p:sp>
        <p:sp>
          <p:nvSpPr>
            <p:cNvPr id="73749" name="Rectangle 20"/>
            <p:cNvSpPr>
              <a:spLocks noChangeArrowheads="1"/>
            </p:cNvSpPr>
            <p:nvPr/>
          </p:nvSpPr>
          <p:spPr bwMode="auto">
            <a:xfrm>
              <a:off x="3594" y="2282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191</a:t>
              </a:r>
            </a:p>
          </p:txBody>
        </p:sp>
        <p:sp>
          <p:nvSpPr>
            <p:cNvPr id="73750" name="Rectangle 21"/>
            <p:cNvSpPr>
              <a:spLocks noChangeArrowheads="1"/>
            </p:cNvSpPr>
            <p:nvPr/>
          </p:nvSpPr>
          <p:spPr bwMode="auto">
            <a:xfrm>
              <a:off x="1697" y="2658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194</a:t>
              </a:r>
            </a:p>
          </p:txBody>
        </p:sp>
        <p:sp>
          <p:nvSpPr>
            <p:cNvPr id="73751" name="Rectangle 22"/>
            <p:cNvSpPr>
              <a:spLocks noChangeArrowheads="1"/>
            </p:cNvSpPr>
            <p:nvPr/>
          </p:nvSpPr>
          <p:spPr bwMode="auto">
            <a:xfrm>
              <a:off x="2081" y="2658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199</a:t>
              </a:r>
            </a:p>
          </p:txBody>
        </p:sp>
        <p:sp>
          <p:nvSpPr>
            <p:cNvPr id="73752" name="Rectangle 23"/>
            <p:cNvSpPr>
              <a:spLocks noChangeArrowheads="1"/>
            </p:cNvSpPr>
            <p:nvPr/>
          </p:nvSpPr>
          <p:spPr bwMode="auto">
            <a:xfrm>
              <a:off x="2462" y="2658"/>
              <a:ext cx="379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207</a:t>
              </a:r>
            </a:p>
          </p:txBody>
        </p:sp>
        <p:sp>
          <p:nvSpPr>
            <p:cNvPr id="73753" name="Rectangle 24"/>
            <p:cNvSpPr>
              <a:spLocks noChangeArrowheads="1"/>
            </p:cNvSpPr>
            <p:nvPr/>
          </p:nvSpPr>
          <p:spPr bwMode="auto">
            <a:xfrm>
              <a:off x="2844" y="2658"/>
              <a:ext cx="380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210</a:t>
              </a:r>
            </a:p>
          </p:txBody>
        </p:sp>
        <p:sp>
          <p:nvSpPr>
            <p:cNvPr id="73754" name="Rectangle 25"/>
            <p:cNvSpPr>
              <a:spLocks noChangeArrowheads="1"/>
            </p:cNvSpPr>
            <p:nvPr/>
          </p:nvSpPr>
          <p:spPr bwMode="auto">
            <a:xfrm>
              <a:off x="3227" y="2658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198</a:t>
              </a:r>
            </a:p>
          </p:txBody>
        </p:sp>
        <p:sp>
          <p:nvSpPr>
            <p:cNvPr id="73755" name="Rectangle 26"/>
            <p:cNvSpPr>
              <a:spLocks noChangeArrowheads="1"/>
            </p:cNvSpPr>
            <p:nvPr/>
          </p:nvSpPr>
          <p:spPr bwMode="auto">
            <a:xfrm>
              <a:off x="3594" y="2658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195</a:t>
              </a:r>
            </a:p>
          </p:txBody>
        </p:sp>
        <p:sp>
          <p:nvSpPr>
            <p:cNvPr id="73756" name="Rectangle 27"/>
            <p:cNvSpPr>
              <a:spLocks noChangeArrowheads="1"/>
            </p:cNvSpPr>
            <p:nvPr/>
          </p:nvSpPr>
          <p:spPr bwMode="auto">
            <a:xfrm>
              <a:off x="1697" y="3023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164</a:t>
              </a:r>
            </a:p>
          </p:txBody>
        </p:sp>
        <p:sp>
          <p:nvSpPr>
            <p:cNvPr id="73757" name="Rectangle 28"/>
            <p:cNvSpPr>
              <a:spLocks noChangeArrowheads="1"/>
            </p:cNvSpPr>
            <p:nvPr/>
          </p:nvSpPr>
          <p:spPr bwMode="auto">
            <a:xfrm>
              <a:off x="2081" y="3023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170</a:t>
              </a:r>
            </a:p>
          </p:txBody>
        </p:sp>
        <p:sp>
          <p:nvSpPr>
            <p:cNvPr id="73758" name="Rectangle 29"/>
            <p:cNvSpPr>
              <a:spLocks noChangeArrowheads="1"/>
            </p:cNvSpPr>
            <p:nvPr/>
          </p:nvSpPr>
          <p:spPr bwMode="auto">
            <a:xfrm>
              <a:off x="2462" y="3023"/>
              <a:ext cx="379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175</a:t>
              </a:r>
            </a:p>
          </p:txBody>
        </p:sp>
        <p:sp>
          <p:nvSpPr>
            <p:cNvPr id="73759" name="Rectangle 30"/>
            <p:cNvSpPr>
              <a:spLocks noChangeArrowheads="1"/>
            </p:cNvSpPr>
            <p:nvPr/>
          </p:nvSpPr>
          <p:spPr bwMode="auto">
            <a:xfrm>
              <a:off x="2844" y="3023"/>
              <a:ext cx="380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162</a:t>
              </a:r>
            </a:p>
          </p:txBody>
        </p:sp>
        <p:sp>
          <p:nvSpPr>
            <p:cNvPr id="73760" name="Rectangle 31"/>
            <p:cNvSpPr>
              <a:spLocks noChangeArrowheads="1"/>
            </p:cNvSpPr>
            <p:nvPr/>
          </p:nvSpPr>
          <p:spPr bwMode="auto">
            <a:xfrm>
              <a:off x="3227" y="3023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173</a:t>
              </a:r>
            </a:p>
          </p:txBody>
        </p:sp>
        <p:sp>
          <p:nvSpPr>
            <p:cNvPr id="73761" name="Rectangle 32"/>
            <p:cNvSpPr>
              <a:spLocks noChangeArrowheads="1"/>
            </p:cNvSpPr>
            <p:nvPr/>
          </p:nvSpPr>
          <p:spPr bwMode="auto">
            <a:xfrm>
              <a:off x="3594" y="3023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151</a:t>
              </a:r>
            </a:p>
          </p:txBody>
        </p:sp>
        <p:sp>
          <p:nvSpPr>
            <p:cNvPr id="73762" name="Line 33"/>
            <p:cNvSpPr>
              <a:spLocks noChangeShapeType="1"/>
            </p:cNvSpPr>
            <p:nvPr/>
          </p:nvSpPr>
          <p:spPr bwMode="auto">
            <a:xfrm>
              <a:off x="1697" y="1523"/>
              <a:ext cx="2600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763" name="Line 34"/>
            <p:cNvSpPr>
              <a:spLocks noChangeShapeType="1"/>
            </p:cNvSpPr>
            <p:nvPr/>
          </p:nvSpPr>
          <p:spPr bwMode="auto">
            <a:xfrm>
              <a:off x="1697" y="1523"/>
              <a:ext cx="0" cy="213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764" name="Text Box 35"/>
            <p:cNvSpPr txBox="1">
              <a:spLocks noChangeArrowheads="1"/>
            </p:cNvSpPr>
            <p:nvPr/>
          </p:nvSpPr>
          <p:spPr bwMode="auto">
            <a:xfrm>
              <a:off x="4156" y="1248"/>
              <a:ext cx="2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22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73765" name="Text Box 36"/>
            <p:cNvSpPr txBox="1">
              <a:spLocks noChangeArrowheads="1"/>
            </p:cNvSpPr>
            <p:nvPr/>
          </p:nvSpPr>
          <p:spPr bwMode="auto">
            <a:xfrm>
              <a:off x="1520" y="3525"/>
              <a:ext cx="25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22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grpSp>
          <p:nvGrpSpPr>
            <p:cNvPr id="73766" name="Group 37"/>
            <p:cNvGrpSpPr>
              <a:grpSpLocks/>
            </p:cNvGrpSpPr>
            <p:nvPr/>
          </p:nvGrpSpPr>
          <p:grpSpPr bwMode="auto">
            <a:xfrm>
              <a:off x="4012" y="2423"/>
              <a:ext cx="358" cy="86"/>
              <a:chOff x="4012" y="2423"/>
              <a:chExt cx="358" cy="86"/>
            </a:xfrm>
          </p:grpSpPr>
          <p:sp>
            <p:nvSpPr>
              <p:cNvPr id="73771" name="Oval 38"/>
              <p:cNvSpPr>
                <a:spLocks noChangeArrowheads="1"/>
              </p:cNvSpPr>
              <p:nvPr/>
            </p:nvSpPr>
            <p:spPr bwMode="auto">
              <a:xfrm>
                <a:off x="4012" y="2423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3772" name="Oval 39"/>
              <p:cNvSpPr>
                <a:spLocks noChangeArrowheads="1"/>
              </p:cNvSpPr>
              <p:nvPr/>
            </p:nvSpPr>
            <p:spPr bwMode="auto">
              <a:xfrm>
                <a:off x="4148" y="2423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3773" name="Oval 40"/>
              <p:cNvSpPr>
                <a:spLocks noChangeArrowheads="1"/>
              </p:cNvSpPr>
              <p:nvPr/>
            </p:nvSpPr>
            <p:spPr bwMode="auto">
              <a:xfrm>
                <a:off x="4284" y="2423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grpSp>
          <p:nvGrpSpPr>
            <p:cNvPr id="73767" name="Group 41"/>
            <p:cNvGrpSpPr>
              <a:grpSpLocks/>
            </p:cNvGrpSpPr>
            <p:nvPr/>
          </p:nvGrpSpPr>
          <p:grpSpPr bwMode="auto">
            <a:xfrm>
              <a:off x="2794" y="3456"/>
              <a:ext cx="86" cy="358"/>
              <a:chOff x="2794" y="3456"/>
              <a:chExt cx="86" cy="358"/>
            </a:xfrm>
          </p:grpSpPr>
          <p:sp>
            <p:nvSpPr>
              <p:cNvPr id="73768" name="Oval 42"/>
              <p:cNvSpPr>
                <a:spLocks noChangeArrowheads="1"/>
              </p:cNvSpPr>
              <p:nvPr/>
            </p:nvSpPr>
            <p:spPr bwMode="auto">
              <a:xfrm rot="5400000">
                <a:off x="2796" y="34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3769" name="Oval 43"/>
              <p:cNvSpPr>
                <a:spLocks noChangeArrowheads="1"/>
              </p:cNvSpPr>
              <p:nvPr/>
            </p:nvSpPr>
            <p:spPr bwMode="auto">
              <a:xfrm rot="5400000">
                <a:off x="2796" y="359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3770" name="Oval 44"/>
              <p:cNvSpPr>
                <a:spLocks noChangeArrowheads="1"/>
              </p:cNvSpPr>
              <p:nvPr/>
            </p:nvSpPr>
            <p:spPr bwMode="auto">
              <a:xfrm rot="5400000">
                <a:off x="2796" y="372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6851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Strange Things Happen At The Edges!</a:t>
            </a:r>
          </a:p>
        </p:txBody>
      </p:sp>
      <p:grpSp>
        <p:nvGrpSpPr>
          <p:cNvPr id="75779" name="Group 2"/>
          <p:cNvGrpSpPr>
            <a:grpSpLocks/>
          </p:cNvGrpSpPr>
          <p:nvPr/>
        </p:nvGrpSpPr>
        <p:grpSpPr bwMode="auto">
          <a:xfrm>
            <a:off x="4232275" y="2927350"/>
            <a:ext cx="3621088" cy="3379788"/>
            <a:chOff x="1706" y="1844"/>
            <a:chExt cx="2281" cy="2129"/>
          </a:xfrm>
        </p:grpSpPr>
        <p:sp>
          <p:nvSpPr>
            <p:cNvPr id="75878" name="Rectangle 3"/>
            <p:cNvSpPr>
              <a:spLocks noChangeArrowheads="1"/>
            </p:cNvSpPr>
            <p:nvPr/>
          </p:nvSpPr>
          <p:spPr bwMode="auto">
            <a:xfrm>
              <a:off x="1706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79" name="Rectangle 4"/>
            <p:cNvSpPr>
              <a:spLocks noChangeArrowheads="1"/>
            </p:cNvSpPr>
            <p:nvPr/>
          </p:nvSpPr>
          <p:spPr bwMode="auto">
            <a:xfrm>
              <a:off x="1850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0" name="Rectangle 5"/>
            <p:cNvSpPr>
              <a:spLocks noChangeArrowheads="1"/>
            </p:cNvSpPr>
            <p:nvPr/>
          </p:nvSpPr>
          <p:spPr bwMode="auto">
            <a:xfrm>
              <a:off x="1994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1" name="Rectangle 6"/>
            <p:cNvSpPr>
              <a:spLocks noChangeArrowheads="1"/>
            </p:cNvSpPr>
            <p:nvPr/>
          </p:nvSpPr>
          <p:spPr bwMode="auto">
            <a:xfrm>
              <a:off x="2138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2" name="Rectangle 7"/>
            <p:cNvSpPr>
              <a:spLocks noChangeArrowheads="1"/>
            </p:cNvSpPr>
            <p:nvPr/>
          </p:nvSpPr>
          <p:spPr bwMode="auto">
            <a:xfrm>
              <a:off x="2282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3" name="Rectangle 8"/>
            <p:cNvSpPr>
              <a:spLocks noChangeArrowheads="1"/>
            </p:cNvSpPr>
            <p:nvPr/>
          </p:nvSpPr>
          <p:spPr bwMode="auto">
            <a:xfrm>
              <a:off x="2421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4" name="Rectangle 9"/>
            <p:cNvSpPr>
              <a:spLocks noChangeArrowheads="1"/>
            </p:cNvSpPr>
            <p:nvPr/>
          </p:nvSpPr>
          <p:spPr bwMode="auto">
            <a:xfrm>
              <a:off x="2565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5" name="Rectangle 10"/>
            <p:cNvSpPr>
              <a:spLocks noChangeArrowheads="1"/>
            </p:cNvSpPr>
            <p:nvPr/>
          </p:nvSpPr>
          <p:spPr bwMode="auto">
            <a:xfrm>
              <a:off x="2709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6" name="Rectangle 11"/>
            <p:cNvSpPr>
              <a:spLocks noChangeArrowheads="1"/>
            </p:cNvSpPr>
            <p:nvPr/>
          </p:nvSpPr>
          <p:spPr bwMode="auto">
            <a:xfrm>
              <a:off x="2853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7" name="Rectangle 12"/>
            <p:cNvSpPr>
              <a:spLocks noChangeArrowheads="1"/>
            </p:cNvSpPr>
            <p:nvPr/>
          </p:nvSpPr>
          <p:spPr bwMode="auto">
            <a:xfrm>
              <a:off x="2992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8" name="Rectangle 13"/>
            <p:cNvSpPr>
              <a:spLocks noChangeArrowheads="1"/>
            </p:cNvSpPr>
            <p:nvPr/>
          </p:nvSpPr>
          <p:spPr bwMode="auto">
            <a:xfrm>
              <a:off x="1706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89" name="Rectangle 14"/>
            <p:cNvSpPr>
              <a:spLocks noChangeArrowheads="1"/>
            </p:cNvSpPr>
            <p:nvPr/>
          </p:nvSpPr>
          <p:spPr bwMode="auto">
            <a:xfrm>
              <a:off x="1850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0" name="Rectangle 15"/>
            <p:cNvSpPr>
              <a:spLocks noChangeArrowheads="1"/>
            </p:cNvSpPr>
            <p:nvPr/>
          </p:nvSpPr>
          <p:spPr bwMode="auto">
            <a:xfrm>
              <a:off x="1994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1" name="Rectangle 16"/>
            <p:cNvSpPr>
              <a:spLocks noChangeArrowheads="1"/>
            </p:cNvSpPr>
            <p:nvPr/>
          </p:nvSpPr>
          <p:spPr bwMode="auto">
            <a:xfrm>
              <a:off x="2138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2" name="Rectangle 17"/>
            <p:cNvSpPr>
              <a:spLocks noChangeArrowheads="1"/>
            </p:cNvSpPr>
            <p:nvPr/>
          </p:nvSpPr>
          <p:spPr bwMode="auto">
            <a:xfrm>
              <a:off x="2282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3" name="Rectangle 18"/>
            <p:cNvSpPr>
              <a:spLocks noChangeArrowheads="1"/>
            </p:cNvSpPr>
            <p:nvPr/>
          </p:nvSpPr>
          <p:spPr bwMode="auto">
            <a:xfrm>
              <a:off x="2421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4" name="Rectangle 19"/>
            <p:cNvSpPr>
              <a:spLocks noChangeArrowheads="1"/>
            </p:cNvSpPr>
            <p:nvPr/>
          </p:nvSpPr>
          <p:spPr bwMode="auto">
            <a:xfrm>
              <a:off x="2565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5" name="Rectangle 20"/>
            <p:cNvSpPr>
              <a:spLocks noChangeArrowheads="1"/>
            </p:cNvSpPr>
            <p:nvPr/>
          </p:nvSpPr>
          <p:spPr bwMode="auto">
            <a:xfrm>
              <a:off x="2709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6" name="Rectangle 21"/>
            <p:cNvSpPr>
              <a:spLocks noChangeArrowheads="1"/>
            </p:cNvSpPr>
            <p:nvPr/>
          </p:nvSpPr>
          <p:spPr bwMode="auto">
            <a:xfrm>
              <a:off x="2853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7" name="Rectangle 22"/>
            <p:cNvSpPr>
              <a:spLocks noChangeArrowheads="1"/>
            </p:cNvSpPr>
            <p:nvPr/>
          </p:nvSpPr>
          <p:spPr bwMode="auto">
            <a:xfrm>
              <a:off x="2992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8" name="Rectangle 23"/>
            <p:cNvSpPr>
              <a:spLocks noChangeArrowheads="1"/>
            </p:cNvSpPr>
            <p:nvPr/>
          </p:nvSpPr>
          <p:spPr bwMode="auto">
            <a:xfrm>
              <a:off x="1706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99" name="Rectangle 24"/>
            <p:cNvSpPr>
              <a:spLocks noChangeArrowheads="1"/>
            </p:cNvSpPr>
            <p:nvPr/>
          </p:nvSpPr>
          <p:spPr bwMode="auto">
            <a:xfrm>
              <a:off x="1850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0" name="Rectangle 25"/>
            <p:cNvSpPr>
              <a:spLocks noChangeArrowheads="1"/>
            </p:cNvSpPr>
            <p:nvPr/>
          </p:nvSpPr>
          <p:spPr bwMode="auto">
            <a:xfrm>
              <a:off x="1994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1" name="Rectangle 26"/>
            <p:cNvSpPr>
              <a:spLocks noChangeArrowheads="1"/>
            </p:cNvSpPr>
            <p:nvPr/>
          </p:nvSpPr>
          <p:spPr bwMode="auto">
            <a:xfrm>
              <a:off x="2138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2" name="Rectangle 27"/>
            <p:cNvSpPr>
              <a:spLocks noChangeArrowheads="1"/>
            </p:cNvSpPr>
            <p:nvPr/>
          </p:nvSpPr>
          <p:spPr bwMode="auto">
            <a:xfrm>
              <a:off x="2282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3" name="Rectangle 28"/>
            <p:cNvSpPr>
              <a:spLocks noChangeArrowheads="1"/>
            </p:cNvSpPr>
            <p:nvPr/>
          </p:nvSpPr>
          <p:spPr bwMode="auto">
            <a:xfrm>
              <a:off x="2421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4" name="Rectangle 29"/>
            <p:cNvSpPr>
              <a:spLocks noChangeArrowheads="1"/>
            </p:cNvSpPr>
            <p:nvPr/>
          </p:nvSpPr>
          <p:spPr bwMode="auto">
            <a:xfrm>
              <a:off x="2565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5" name="Rectangle 30"/>
            <p:cNvSpPr>
              <a:spLocks noChangeArrowheads="1"/>
            </p:cNvSpPr>
            <p:nvPr/>
          </p:nvSpPr>
          <p:spPr bwMode="auto">
            <a:xfrm>
              <a:off x="2709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6" name="Rectangle 31"/>
            <p:cNvSpPr>
              <a:spLocks noChangeArrowheads="1"/>
            </p:cNvSpPr>
            <p:nvPr/>
          </p:nvSpPr>
          <p:spPr bwMode="auto">
            <a:xfrm>
              <a:off x="2853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7" name="Rectangle 32"/>
            <p:cNvSpPr>
              <a:spLocks noChangeArrowheads="1"/>
            </p:cNvSpPr>
            <p:nvPr/>
          </p:nvSpPr>
          <p:spPr bwMode="auto">
            <a:xfrm>
              <a:off x="2992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8" name="Rectangle 33"/>
            <p:cNvSpPr>
              <a:spLocks noChangeArrowheads="1"/>
            </p:cNvSpPr>
            <p:nvPr/>
          </p:nvSpPr>
          <p:spPr bwMode="auto">
            <a:xfrm>
              <a:off x="1706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09" name="Rectangle 34"/>
            <p:cNvSpPr>
              <a:spLocks noChangeArrowheads="1"/>
            </p:cNvSpPr>
            <p:nvPr/>
          </p:nvSpPr>
          <p:spPr bwMode="auto">
            <a:xfrm>
              <a:off x="1850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0" name="Rectangle 35"/>
            <p:cNvSpPr>
              <a:spLocks noChangeArrowheads="1"/>
            </p:cNvSpPr>
            <p:nvPr/>
          </p:nvSpPr>
          <p:spPr bwMode="auto">
            <a:xfrm>
              <a:off x="1994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1" name="Rectangle 36"/>
            <p:cNvSpPr>
              <a:spLocks noChangeArrowheads="1"/>
            </p:cNvSpPr>
            <p:nvPr/>
          </p:nvSpPr>
          <p:spPr bwMode="auto">
            <a:xfrm>
              <a:off x="2138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2" name="Rectangle 37"/>
            <p:cNvSpPr>
              <a:spLocks noChangeArrowheads="1"/>
            </p:cNvSpPr>
            <p:nvPr/>
          </p:nvSpPr>
          <p:spPr bwMode="auto">
            <a:xfrm>
              <a:off x="2282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3" name="Rectangle 38"/>
            <p:cNvSpPr>
              <a:spLocks noChangeArrowheads="1"/>
            </p:cNvSpPr>
            <p:nvPr/>
          </p:nvSpPr>
          <p:spPr bwMode="auto">
            <a:xfrm>
              <a:off x="2421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4" name="Rectangle 39"/>
            <p:cNvSpPr>
              <a:spLocks noChangeArrowheads="1"/>
            </p:cNvSpPr>
            <p:nvPr/>
          </p:nvSpPr>
          <p:spPr bwMode="auto">
            <a:xfrm>
              <a:off x="2565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5" name="Rectangle 40"/>
            <p:cNvSpPr>
              <a:spLocks noChangeArrowheads="1"/>
            </p:cNvSpPr>
            <p:nvPr/>
          </p:nvSpPr>
          <p:spPr bwMode="auto">
            <a:xfrm>
              <a:off x="2709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6" name="Rectangle 41"/>
            <p:cNvSpPr>
              <a:spLocks noChangeArrowheads="1"/>
            </p:cNvSpPr>
            <p:nvPr/>
          </p:nvSpPr>
          <p:spPr bwMode="auto">
            <a:xfrm>
              <a:off x="2853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7" name="Rectangle 42"/>
            <p:cNvSpPr>
              <a:spLocks noChangeArrowheads="1"/>
            </p:cNvSpPr>
            <p:nvPr/>
          </p:nvSpPr>
          <p:spPr bwMode="auto">
            <a:xfrm>
              <a:off x="2992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8" name="Rectangle 43"/>
            <p:cNvSpPr>
              <a:spLocks noChangeArrowheads="1"/>
            </p:cNvSpPr>
            <p:nvPr/>
          </p:nvSpPr>
          <p:spPr bwMode="auto">
            <a:xfrm>
              <a:off x="1706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19" name="Rectangle 44"/>
            <p:cNvSpPr>
              <a:spLocks noChangeArrowheads="1"/>
            </p:cNvSpPr>
            <p:nvPr/>
          </p:nvSpPr>
          <p:spPr bwMode="auto">
            <a:xfrm>
              <a:off x="1850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0" name="Rectangle 45"/>
            <p:cNvSpPr>
              <a:spLocks noChangeArrowheads="1"/>
            </p:cNvSpPr>
            <p:nvPr/>
          </p:nvSpPr>
          <p:spPr bwMode="auto">
            <a:xfrm>
              <a:off x="1994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1" name="Rectangle 46"/>
            <p:cNvSpPr>
              <a:spLocks noChangeArrowheads="1"/>
            </p:cNvSpPr>
            <p:nvPr/>
          </p:nvSpPr>
          <p:spPr bwMode="auto">
            <a:xfrm>
              <a:off x="2138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2" name="Rectangle 47"/>
            <p:cNvSpPr>
              <a:spLocks noChangeArrowheads="1"/>
            </p:cNvSpPr>
            <p:nvPr/>
          </p:nvSpPr>
          <p:spPr bwMode="auto">
            <a:xfrm>
              <a:off x="2282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3" name="Rectangle 48"/>
            <p:cNvSpPr>
              <a:spLocks noChangeArrowheads="1"/>
            </p:cNvSpPr>
            <p:nvPr/>
          </p:nvSpPr>
          <p:spPr bwMode="auto">
            <a:xfrm>
              <a:off x="2421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4" name="Rectangle 49"/>
            <p:cNvSpPr>
              <a:spLocks noChangeArrowheads="1"/>
            </p:cNvSpPr>
            <p:nvPr/>
          </p:nvSpPr>
          <p:spPr bwMode="auto">
            <a:xfrm>
              <a:off x="2565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5" name="Rectangle 50"/>
            <p:cNvSpPr>
              <a:spLocks noChangeArrowheads="1"/>
            </p:cNvSpPr>
            <p:nvPr/>
          </p:nvSpPr>
          <p:spPr bwMode="auto">
            <a:xfrm>
              <a:off x="2709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6" name="Rectangle 51"/>
            <p:cNvSpPr>
              <a:spLocks noChangeArrowheads="1"/>
            </p:cNvSpPr>
            <p:nvPr/>
          </p:nvSpPr>
          <p:spPr bwMode="auto">
            <a:xfrm>
              <a:off x="2853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7" name="Rectangle 52"/>
            <p:cNvSpPr>
              <a:spLocks noChangeArrowheads="1"/>
            </p:cNvSpPr>
            <p:nvPr/>
          </p:nvSpPr>
          <p:spPr bwMode="auto">
            <a:xfrm>
              <a:off x="2992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8" name="Rectangle 53"/>
            <p:cNvSpPr>
              <a:spLocks noChangeArrowheads="1"/>
            </p:cNvSpPr>
            <p:nvPr/>
          </p:nvSpPr>
          <p:spPr bwMode="auto">
            <a:xfrm>
              <a:off x="1706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29" name="Rectangle 54"/>
            <p:cNvSpPr>
              <a:spLocks noChangeArrowheads="1"/>
            </p:cNvSpPr>
            <p:nvPr/>
          </p:nvSpPr>
          <p:spPr bwMode="auto">
            <a:xfrm>
              <a:off x="1850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0" name="Rectangle 55"/>
            <p:cNvSpPr>
              <a:spLocks noChangeArrowheads="1"/>
            </p:cNvSpPr>
            <p:nvPr/>
          </p:nvSpPr>
          <p:spPr bwMode="auto">
            <a:xfrm>
              <a:off x="1994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1" name="Rectangle 56"/>
            <p:cNvSpPr>
              <a:spLocks noChangeArrowheads="1"/>
            </p:cNvSpPr>
            <p:nvPr/>
          </p:nvSpPr>
          <p:spPr bwMode="auto">
            <a:xfrm>
              <a:off x="2138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2" name="Rectangle 57"/>
            <p:cNvSpPr>
              <a:spLocks noChangeArrowheads="1"/>
            </p:cNvSpPr>
            <p:nvPr/>
          </p:nvSpPr>
          <p:spPr bwMode="auto">
            <a:xfrm>
              <a:off x="2282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3" name="Rectangle 58"/>
            <p:cNvSpPr>
              <a:spLocks noChangeArrowheads="1"/>
            </p:cNvSpPr>
            <p:nvPr/>
          </p:nvSpPr>
          <p:spPr bwMode="auto">
            <a:xfrm>
              <a:off x="2421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4" name="Rectangle 59"/>
            <p:cNvSpPr>
              <a:spLocks noChangeArrowheads="1"/>
            </p:cNvSpPr>
            <p:nvPr/>
          </p:nvSpPr>
          <p:spPr bwMode="auto">
            <a:xfrm>
              <a:off x="2565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5" name="Rectangle 60"/>
            <p:cNvSpPr>
              <a:spLocks noChangeArrowheads="1"/>
            </p:cNvSpPr>
            <p:nvPr/>
          </p:nvSpPr>
          <p:spPr bwMode="auto">
            <a:xfrm>
              <a:off x="2709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6" name="Rectangle 61"/>
            <p:cNvSpPr>
              <a:spLocks noChangeArrowheads="1"/>
            </p:cNvSpPr>
            <p:nvPr/>
          </p:nvSpPr>
          <p:spPr bwMode="auto">
            <a:xfrm>
              <a:off x="2853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7" name="Rectangle 62"/>
            <p:cNvSpPr>
              <a:spLocks noChangeArrowheads="1"/>
            </p:cNvSpPr>
            <p:nvPr/>
          </p:nvSpPr>
          <p:spPr bwMode="auto">
            <a:xfrm>
              <a:off x="2992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8" name="Rectangle 63"/>
            <p:cNvSpPr>
              <a:spLocks noChangeArrowheads="1"/>
            </p:cNvSpPr>
            <p:nvPr/>
          </p:nvSpPr>
          <p:spPr bwMode="auto">
            <a:xfrm>
              <a:off x="1706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39" name="Rectangle 64"/>
            <p:cNvSpPr>
              <a:spLocks noChangeArrowheads="1"/>
            </p:cNvSpPr>
            <p:nvPr/>
          </p:nvSpPr>
          <p:spPr bwMode="auto">
            <a:xfrm>
              <a:off x="1850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0" name="Rectangle 65"/>
            <p:cNvSpPr>
              <a:spLocks noChangeArrowheads="1"/>
            </p:cNvSpPr>
            <p:nvPr/>
          </p:nvSpPr>
          <p:spPr bwMode="auto">
            <a:xfrm>
              <a:off x="1994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1" name="Rectangle 66"/>
            <p:cNvSpPr>
              <a:spLocks noChangeArrowheads="1"/>
            </p:cNvSpPr>
            <p:nvPr/>
          </p:nvSpPr>
          <p:spPr bwMode="auto">
            <a:xfrm>
              <a:off x="2138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2" name="Rectangle 67"/>
            <p:cNvSpPr>
              <a:spLocks noChangeArrowheads="1"/>
            </p:cNvSpPr>
            <p:nvPr/>
          </p:nvSpPr>
          <p:spPr bwMode="auto">
            <a:xfrm>
              <a:off x="2282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3" name="Rectangle 68"/>
            <p:cNvSpPr>
              <a:spLocks noChangeArrowheads="1"/>
            </p:cNvSpPr>
            <p:nvPr/>
          </p:nvSpPr>
          <p:spPr bwMode="auto">
            <a:xfrm>
              <a:off x="2421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4" name="Rectangle 69"/>
            <p:cNvSpPr>
              <a:spLocks noChangeArrowheads="1"/>
            </p:cNvSpPr>
            <p:nvPr/>
          </p:nvSpPr>
          <p:spPr bwMode="auto">
            <a:xfrm>
              <a:off x="2565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5" name="Rectangle 70"/>
            <p:cNvSpPr>
              <a:spLocks noChangeArrowheads="1"/>
            </p:cNvSpPr>
            <p:nvPr/>
          </p:nvSpPr>
          <p:spPr bwMode="auto">
            <a:xfrm>
              <a:off x="2709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6" name="Rectangle 71"/>
            <p:cNvSpPr>
              <a:spLocks noChangeArrowheads="1"/>
            </p:cNvSpPr>
            <p:nvPr/>
          </p:nvSpPr>
          <p:spPr bwMode="auto">
            <a:xfrm>
              <a:off x="2853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7" name="Rectangle 72"/>
            <p:cNvSpPr>
              <a:spLocks noChangeArrowheads="1"/>
            </p:cNvSpPr>
            <p:nvPr/>
          </p:nvSpPr>
          <p:spPr bwMode="auto">
            <a:xfrm>
              <a:off x="2992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8" name="Rectangle 73"/>
            <p:cNvSpPr>
              <a:spLocks noChangeArrowheads="1"/>
            </p:cNvSpPr>
            <p:nvPr/>
          </p:nvSpPr>
          <p:spPr bwMode="auto">
            <a:xfrm>
              <a:off x="1706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49" name="Rectangle 74"/>
            <p:cNvSpPr>
              <a:spLocks noChangeArrowheads="1"/>
            </p:cNvSpPr>
            <p:nvPr/>
          </p:nvSpPr>
          <p:spPr bwMode="auto">
            <a:xfrm>
              <a:off x="1850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0" name="Rectangle 75"/>
            <p:cNvSpPr>
              <a:spLocks noChangeArrowheads="1"/>
            </p:cNvSpPr>
            <p:nvPr/>
          </p:nvSpPr>
          <p:spPr bwMode="auto">
            <a:xfrm>
              <a:off x="1994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1" name="Rectangle 76"/>
            <p:cNvSpPr>
              <a:spLocks noChangeArrowheads="1"/>
            </p:cNvSpPr>
            <p:nvPr/>
          </p:nvSpPr>
          <p:spPr bwMode="auto">
            <a:xfrm>
              <a:off x="2138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2" name="Rectangle 77"/>
            <p:cNvSpPr>
              <a:spLocks noChangeArrowheads="1"/>
            </p:cNvSpPr>
            <p:nvPr/>
          </p:nvSpPr>
          <p:spPr bwMode="auto">
            <a:xfrm>
              <a:off x="2282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3" name="Rectangle 78"/>
            <p:cNvSpPr>
              <a:spLocks noChangeArrowheads="1"/>
            </p:cNvSpPr>
            <p:nvPr/>
          </p:nvSpPr>
          <p:spPr bwMode="auto">
            <a:xfrm>
              <a:off x="2421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4" name="Rectangle 79"/>
            <p:cNvSpPr>
              <a:spLocks noChangeArrowheads="1"/>
            </p:cNvSpPr>
            <p:nvPr/>
          </p:nvSpPr>
          <p:spPr bwMode="auto">
            <a:xfrm>
              <a:off x="2565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5" name="Rectangle 80"/>
            <p:cNvSpPr>
              <a:spLocks noChangeArrowheads="1"/>
            </p:cNvSpPr>
            <p:nvPr/>
          </p:nvSpPr>
          <p:spPr bwMode="auto">
            <a:xfrm>
              <a:off x="2709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6" name="Rectangle 81"/>
            <p:cNvSpPr>
              <a:spLocks noChangeArrowheads="1"/>
            </p:cNvSpPr>
            <p:nvPr/>
          </p:nvSpPr>
          <p:spPr bwMode="auto">
            <a:xfrm>
              <a:off x="2853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7" name="Rectangle 82"/>
            <p:cNvSpPr>
              <a:spLocks noChangeArrowheads="1"/>
            </p:cNvSpPr>
            <p:nvPr/>
          </p:nvSpPr>
          <p:spPr bwMode="auto">
            <a:xfrm>
              <a:off x="2992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8" name="Rectangle 83"/>
            <p:cNvSpPr>
              <a:spLocks noChangeArrowheads="1"/>
            </p:cNvSpPr>
            <p:nvPr/>
          </p:nvSpPr>
          <p:spPr bwMode="auto">
            <a:xfrm>
              <a:off x="1706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59" name="Rectangle 84"/>
            <p:cNvSpPr>
              <a:spLocks noChangeArrowheads="1"/>
            </p:cNvSpPr>
            <p:nvPr/>
          </p:nvSpPr>
          <p:spPr bwMode="auto">
            <a:xfrm>
              <a:off x="1850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0" name="Rectangle 85"/>
            <p:cNvSpPr>
              <a:spLocks noChangeArrowheads="1"/>
            </p:cNvSpPr>
            <p:nvPr/>
          </p:nvSpPr>
          <p:spPr bwMode="auto">
            <a:xfrm>
              <a:off x="1994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1" name="Rectangle 86"/>
            <p:cNvSpPr>
              <a:spLocks noChangeArrowheads="1"/>
            </p:cNvSpPr>
            <p:nvPr/>
          </p:nvSpPr>
          <p:spPr bwMode="auto">
            <a:xfrm>
              <a:off x="2138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2" name="Rectangle 87"/>
            <p:cNvSpPr>
              <a:spLocks noChangeArrowheads="1"/>
            </p:cNvSpPr>
            <p:nvPr/>
          </p:nvSpPr>
          <p:spPr bwMode="auto">
            <a:xfrm>
              <a:off x="2282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3" name="Rectangle 88"/>
            <p:cNvSpPr>
              <a:spLocks noChangeArrowheads="1"/>
            </p:cNvSpPr>
            <p:nvPr/>
          </p:nvSpPr>
          <p:spPr bwMode="auto">
            <a:xfrm>
              <a:off x="2421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4" name="Rectangle 89"/>
            <p:cNvSpPr>
              <a:spLocks noChangeArrowheads="1"/>
            </p:cNvSpPr>
            <p:nvPr/>
          </p:nvSpPr>
          <p:spPr bwMode="auto">
            <a:xfrm>
              <a:off x="2565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5" name="Rectangle 90"/>
            <p:cNvSpPr>
              <a:spLocks noChangeArrowheads="1"/>
            </p:cNvSpPr>
            <p:nvPr/>
          </p:nvSpPr>
          <p:spPr bwMode="auto">
            <a:xfrm>
              <a:off x="2709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6" name="Rectangle 91"/>
            <p:cNvSpPr>
              <a:spLocks noChangeArrowheads="1"/>
            </p:cNvSpPr>
            <p:nvPr/>
          </p:nvSpPr>
          <p:spPr bwMode="auto">
            <a:xfrm>
              <a:off x="2853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7" name="Rectangle 92"/>
            <p:cNvSpPr>
              <a:spLocks noChangeArrowheads="1"/>
            </p:cNvSpPr>
            <p:nvPr/>
          </p:nvSpPr>
          <p:spPr bwMode="auto">
            <a:xfrm>
              <a:off x="2992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8" name="Rectangle 93"/>
            <p:cNvSpPr>
              <a:spLocks noChangeArrowheads="1"/>
            </p:cNvSpPr>
            <p:nvPr/>
          </p:nvSpPr>
          <p:spPr bwMode="auto">
            <a:xfrm>
              <a:off x="1706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69" name="Rectangle 94"/>
            <p:cNvSpPr>
              <a:spLocks noChangeArrowheads="1"/>
            </p:cNvSpPr>
            <p:nvPr/>
          </p:nvSpPr>
          <p:spPr bwMode="auto">
            <a:xfrm>
              <a:off x="1850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0" name="Rectangle 95"/>
            <p:cNvSpPr>
              <a:spLocks noChangeArrowheads="1"/>
            </p:cNvSpPr>
            <p:nvPr/>
          </p:nvSpPr>
          <p:spPr bwMode="auto">
            <a:xfrm>
              <a:off x="1994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1" name="Rectangle 96"/>
            <p:cNvSpPr>
              <a:spLocks noChangeArrowheads="1"/>
            </p:cNvSpPr>
            <p:nvPr/>
          </p:nvSpPr>
          <p:spPr bwMode="auto">
            <a:xfrm>
              <a:off x="2138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2" name="Rectangle 97"/>
            <p:cNvSpPr>
              <a:spLocks noChangeArrowheads="1"/>
            </p:cNvSpPr>
            <p:nvPr/>
          </p:nvSpPr>
          <p:spPr bwMode="auto">
            <a:xfrm>
              <a:off x="2282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3" name="Rectangle 98"/>
            <p:cNvSpPr>
              <a:spLocks noChangeArrowheads="1"/>
            </p:cNvSpPr>
            <p:nvPr/>
          </p:nvSpPr>
          <p:spPr bwMode="auto">
            <a:xfrm>
              <a:off x="2421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4" name="Rectangle 99"/>
            <p:cNvSpPr>
              <a:spLocks noChangeArrowheads="1"/>
            </p:cNvSpPr>
            <p:nvPr/>
          </p:nvSpPr>
          <p:spPr bwMode="auto">
            <a:xfrm>
              <a:off x="2565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5" name="Rectangle 100"/>
            <p:cNvSpPr>
              <a:spLocks noChangeArrowheads="1"/>
            </p:cNvSpPr>
            <p:nvPr/>
          </p:nvSpPr>
          <p:spPr bwMode="auto">
            <a:xfrm>
              <a:off x="2709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6" name="Rectangle 101"/>
            <p:cNvSpPr>
              <a:spLocks noChangeArrowheads="1"/>
            </p:cNvSpPr>
            <p:nvPr/>
          </p:nvSpPr>
          <p:spPr bwMode="auto">
            <a:xfrm>
              <a:off x="2853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7" name="Rectangle 102"/>
            <p:cNvSpPr>
              <a:spLocks noChangeArrowheads="1"/>
            </p:cNvSpPr>
            <p:nvPr/>
          </p:nvSpPr>
          <p:spPr bwMode="auto">
            <a:xfrm>
              <a:off x="2992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8" name="Rectangle 103"/>
            <p:cNvSpPr>
              <a:spLocks noChangeArrowheads="1"/>
            </p:cNvSpPr>
            <p:nvPr/>
          </p:nvSpPr>
          <p:spPr bwMode="auto">
            <a:xfrm>
              <a:off x="3131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79" name="Rectangle 104"/>
            <p:cNvSpPr>
              <a:spLocks noChangeArrowheads="1"/>
            </p:cNvSpPr>
            <p:nvPr/>
          </p:nvSpPr>
          <p:spPr bwMode="auto">
            <a:xfrm>
              <a:off x="3275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0" name="Rectangle 105"/>
            <p:cNvSpPr>
              <a:spLocks noChangeArrowheads="1"/>
            </p:cNvSpPr>
            <p:nvPr/>
          </p:nvSpPr>
          <p:spPr bwMode="auto">
            <a:xfrm>
              <a:off x="3419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1" name="Rectangle 106"/>
            <p:cNvSpPr>
              <a:spLocks noChangeArrowheads="1"/>
            </p:cNvSpPr>
            <p:nvPr/>
          </p:nvSpPr>
          <p:spPr bwMode="auto">
            <a:xfrm>
              <a:off x="3563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2" name="Rectangle 107"/>
            <p:cNvSpPr>
              <a:spLocks noChangeArrowheads="1"/>
            </p:cNvSpPr>
            <p:nvPr/>
          </p:nvSpPr>
          <p:spPr bwMode="auto">
            <a:xfrm>
              <a:off x="3707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3" name="Rectangle 108"/>
            <p:cNvSpPr>
              <a:spLocks noChangeArrowheads="1"/>
            </p:cNvSpPr>
            <p:nvPr/>
          </p:nvSpPr>
          <p:spPr bwMode="auto">
            <a:xfrm>
              <a:off x="3846" y="1844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4" name="Rectangle 109"/>
            <p:cNvSpPr>
              <a:spLocks noChangeArrowheads="1"/>
            </p:cNvSpPr>
            <p:nvPr/>
          </p:nvSpPr>
          <p:spPr bwMode="auto">
            <a:xfrm>
              <a:off x="3131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5" name="Rectangle 110"/>
            <p:cNvSpPr>
              <a:spLocks noChangeArrowheads="1"/>
            </p:cNvSpPr>
            <p:nvPr/>
          </p:nvSpPr>
          <p:spPr bwMode="auto">
            <a:xfrm>
              <a:off x="3275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6" name="Rectangle 111"/>
            <p:cNvSpPr>
              <a:spLocks noChangeArrowheads="1"/>
            </p:cNvSpPr>
            <p:nvPr/>
          </p:nvSpPr>
          <p:spPr bwMode="auto">
            <a:xfrm>
              <a:off x="3419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7" name="Rectangle 112"/>
            <p:cNvSpPr>
              <a:spLocks noChangeArrowheads="1"/>
            </p:cNvSpPr>
            <p:nvPr/>
          </p:nvSpPr>
          <p:spPr bwMode="auto">
            <a:xfrm>
              <a:off x="3563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8" name="Rectangle 113"/>
            <p:cNvSpPr>
              <a:spLocks noChangeArrowheads="1"/>
            </p:cNvSpPr>
            <p:nvPr/>
          </p:nvSpPr>
          <p:spPr bwMode="auto">
            <a:xfrm>
              <a:off x="3707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89" name="Rectangle 114"/>
            <p:cNvSpPr>
              <a:spLocks noChangeArrowheads="1"/>
            </p:cNvSpPr>
            <p:nvPr/>
          </p:nvSpPr>
          <p:spPr bwMode="auto">
            <a:xfrm>
              <a:off x="3846" y="1986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0" name="Rectangle 115"/>
            <p:cNvSpPr>
              <a:spLocks noChangeArrowheads="1"/>
            </p:cNvSpPr>
            <p:nvPr/>
          </p:nvSpPr>
          <p:spPr bwMode="auto">
            <a:xfrm>
              <a:off x="3131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1" name="Rectangle 116"/>
            <p:cNvSpPr>
              <a:spLocks noChangeArrowheads="1"/>
            </p:cNvSpPr>
            <p:nvPr/>
          </p:nvSpPr>
          <p:spPr bwMode="auto">
            <a:xfrm>
              <a:off x="3275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2" name="Rectangle 117"/>
            <p:cNvSpPr>
              <a:spLocks noChangeArrowheads="1"/>
            </p:cNvSpPr>
            <p:nvPr/>
          </p:nvSpPr>
          <p:spPr bwMode="auto">
            <a:xfrm>
              <a:off x="3419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3" name="Rectangle 118"/>
            <p:cNvSpPr>
              <a:spLocks noChangeArrowheads="1"/>
            </p:cNvSpPr>
            <p:nvPr/>
          </p:nvSpPr>
          <p:spPr bwMode="auto">
            <a:xfrm>
              <a:off x="3563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4" name="Rectangle 119"/>
            <p:cNvSpPr>
              <a:spLocks noChangeArrowheads="1"/>
            </p:cNvSpPr>
            <p:nvPr/>
          </p:nvSpPr>
          <p:spPr bwMode="auto">
            <a:xfrm>
              <a:off x="3707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5" name="Rectangle 120"/>
            <p:cNvSpPr>
              <a:spLocks noChangeArrowheads="1"/>
            </p:cNvSpPr>
            <p:nvPr/>
          </p:nvSpPr>
          <p:spPr bwMode="auto">
            <a:xfrm>
              <a:off x="3846" y="2130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6" name="Rectangle 121"/>
            <p:cNvSpPr>
              <a:spLocks noChangeArrowheads="1"/>
            </p:cNvSpPr>
            <p:nvPr/>
          </p:nvSpPr>
          <p:spPr bwMode="auto">
            <a:xfrm>
              <a:off x="3131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7" name="Rectangle 122"/>
            <p:cNvSpPr>
              <a:spLocks noChangeArrowheads="1"/>
            </p:cNvSpPr>
            <p:nvPr/>
          </p:nvSpPr>
          <p:spPr bwMode="auto">
            <a:xfrm>
              <a:off x="3275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8" name="Rectangle 123"/>
            <p:cNvSpPr>
              <a:spLocks noChangeArrowheads="1"/>
            </p:cNvSpPr>
            <p:nvPr/>
          </p:nvSpPr>
          <p:spPr bwMode="auto">
            <a:xfrm>
              <a:off x="3419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999" name="Rectangle 124"/>
            <p:cNvSpPr>
              <a:spLocks noChangeArrowheads="1"/>
            </p:cNvSpPr>
            <p:nvPr/>
          </p:nvSpPr>
          <p:spPr bwMode="auto">
            <a:xfrm>
              <a:off x="3563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0" name="Rectangle 125"/>
            <p:cNvSpPr>
              <a:spLocks noChangeArrowheads="1"/>
            </p:cNvSpPr>
            <p:nvPr/>
          </p:nvSpPr>
          <p:spPr bwMode="auto">
            <a:xfrm>
              <a:off x="3707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1" name="Rectangle 126"/>
            <p:cNvSpPr>
              <a:spLocks noChangeArrowheads="1"/>
            </p:cNvSpPr>
            <p:nvPr/>
          </p:nvSpPr>
          <p:spPr bwMode="auto">
            <a:xfrm>
              <a:off x="3846" y="227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2" name="Rectangle 127"/>
            <p:cNvSpPr>
              <a:spLocks noChangeArrowheads="1"/>
            </p:cNvSpPr>
            <p:nvPr/>
          </p:nvSpPr>
          <p:spPr bwMode="auto">
            <a:xfrm>
              <a:off x="3131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3" name="Rectangle 128"/>
            <p:cNvSpPr>
              <a:spLocks noChangeArrowheads="1"/>
            </p:cNvSpPr>
            <p:nvPr/>
          </p:nvSpPr>
          <p:spPr bwMode="auto">
            <a:xfrm>
              <a:off x="3275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4" name="Rectangle 129"/>
            <p:cNvSpPr>
              <a:spLocks noChangeArrowheads="1"/>
            </p:cNvSpPr>
            <p:nvPr/>
          </p:nvSpPr>
          <p:spPr bwMode="auto">
            <a:xfrm>
              <a:off x="3419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5" name="Rectangle 130"/>
            <p:cNvSpPr>
              <a:spLocks noChangeArrowheads="1"/>
            </p:cNvSpPr>
            <p:nvPr/>
          </p:nvSpPr>
          <p:spPr bwMode="auto">
            <a:xfrm>
              <a:off x="3563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6" name="Rectangle 131"/>
            <p:cNvSpPr>
              <a:spLocks noChangeArrowheads="1"/>
            </p:cNvSpPr>
            <p:nvPr/>
          </p:nvSpPr>
          <p:spPr bwMode="auto">
            <a:xfrm>
              <a:off x="3707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7" name="Rectangle 132"/>
            <p:cNvSpPr>
              <a:spLocks noChangeArrowheads="1"/>
            </p:cNvSpPr>
            <p:nvPr/>
          </p:nvSpPr>
          <p:spPr bwMode="auto">
            <a:xfrm>
              <a:off x="3846" y="2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8" name="Rectangle 133"/>
            <p:cNvSpPr>
              <a:spLocks noChangeArrowheads="1"/>
            </p:cNvSpPr>
            <p:nvPr/>
          </p:nvSpPr>
          <p:spPr bwMode="auto">
            <a:xfrm>
              <a:off x="3131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09" name="Rectangle 134"/>
            <p:cNvSpPr>
              <a:spLocks noChangeArrowheads="1"/>
            </p:cNvSpPr>
            <p:nvPr/>
          </p:nvSpPr>
          <p:spPr bwMode="auto">
            <a:xfrm>
              <a:off x="3275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0" name="Rectangle 135"/>
            <p:cNvSpPr>
              <a:spLocks noChangeArrowheads="1"/>
            </p:cNvSpPr>
            <p:nvPr/>
          </p:nvSpPr>
          <p:spPr bwMode="auto">
            <a:xfrm>
              <a:off x="3419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1" name="Rectangle 136"/>
            <p:cNvSpPr>
              <a:spLocks noChangeArrowheads="1"/>
            </p:cNvSpPr>
            <p:nvPr/>
          </p:nvSpPr>
          <p:spPr bwMode="auto">
            <a:xfrm>
              <a:off x="3563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2" name="Rectangle 137"/>
            <p:cNvSpPr>
              <a:spLocks noChangeArrowheads="1"/>
            </p:cNvSpPr>
            <p:nvPr/>
          </p:nvSpPr>
          <p:spPr bwMode="auto">
            <a:xfrm>
              <a:off x="3707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3" name="Rectangle 138"/>
            <p:cNvSpPr>
              <a:spLocks noChangeArrowheads="1"/>
            </p:cNvSpPr>
            <p:nvPr/>
          </p:nvSpPr>
          <p:spPr bwMode="auto">
            <a:xfrm>
              <a:off x="3846" y="2551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4" name="Rectangle 139"/>
            <p:cNvSpPr>
              <a:spLocks noChangeArrowheads="1"/>
            </p:cNvSpPr>
            <p:nvPr/>
          </p:nvSpPr>
          <p:spPr bwMode="auto">
            <a:xfrm>
              <a:off x="3131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5" name="Rectangle 140"/>
            <p:cNvSpPr>
              <a:spLocks noChangeArrowheads="1"/>
            </p:cNvSpPr>
            <p:nvPr/>
          </p:nvSpPr>
          <p:spPr bwMode="auto">
            <a:xfrm>
              <a:off x="3275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6" name="Rectangle 141"/>
            <p:cNvSpPr>
              <a:spLocks noChangeArrowheads="1"/>
            </p:cNvSpPr>
            <p:nvPr/>
          </p:nvSpPr>
          <p:spPr bwMode="auto">
            <a:xfrm>
              <a:off x="3419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7" name="Rectangle 142"/>
            <p:cNvSpPr>
              <a:spLocks noChangeArrowheads="1"/>
            </p:cNvSpPr>
            <p:nvPr/>
          </p:nvSpPr>
          <p:spPr bwMode="auto">
            <a:xfrm>
              <a:off x="3563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8" name="Rectangle 143"/>
            <p:cNvSpPr>
              <a:spLocks noChangeArrowheads="1"/>
            </p:cNvSpPr>
            <p:nvPr/>
          </p:nvSpPr>
          <p:spPr bwMode="auto">
            <a:xfrm>
              <a:off x="3707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19" name="Rectangle 144"/>
            <p:cNvSpPr>
              <a:spLocks noChangeArrowheads="1"/>
            </p:cNvSpPr>
            <p:nvPr/>
          </p:nvSpPr>
          <p:spPr bwMode="auto">
            <a:xfrm>
              <a:off x="3846" y="2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0" name="Rectangle 145"/>
            <p:cNvSpPr>
              <a:spLocks noChangeArrowheads="1"/>
            </p:cNvSpPr>
            <p:nvPr/>
          </p:nvSpPr>
          <p:spPr bwMode="auto">
            <a:xfrm>
              <a:off x="3131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1" name="Rectangle 146"/>
            <p:cNvSpPr>
              <a:spLocks noChangeArrowheads="1"/>
            </p:cNvSpPr>
            <p:nvPr/>
          </p:nvSpPr>
          <p:spPr bwMode="auto">
            <a:xfrm>
              <a:off x="3275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2" name="Rectangle 147"/>
            <p:cNvSpPr>
              <a:spLocks noChangeArrowheads="1"/>
            </p:cNvSpPr>
            <p:nvPr/>
          </p:nvSpPr>
          <p:spPr bwMode="auto">
            <a:xfrm>
              <a:off x="3419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3" name="Rectangle 148"/>
            <p:cNvSpPr>
              <a:spLocks noChangeArrowheads="1"/>
            </p:cNvSpPr>
            <p:nvPr/>
          </p:nvSpPr>
          <p:spPr bwMode="auto">
            <a:xfrm>
              <a:off x="3563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4" name="Rectangle 149"/>
            <p:cNvSpPr>
              <a:spLocks noChangeArrowheads="1"/>
            </p:cNvSpPr>
            <p:nvPr/>
          </p:nvSpPr>
          <p:spPr bwMode="auto">
            <a:xfrm>
              <a:off x="3707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5" name="Rectangle 150"/>
            <p:cNvSpPr>
              <a:spLocks noChangeArrowheads="1"/>
            </p:cNvSpPr>
            <p:nvPr/>
          </p:nvSpPr>
          <p:spPr bwMode="auto">
            <a:xfrm>
              <a:off x="3846" y="283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6" name="Rectangle 151"/>
            <p:cNvSpPr>
              <a:spLocks noChangeArrowheads="1"/>
            </p:cNvSpPr>
            <p:nvPr/>
          </p:nvSpPr>
          <p:spPr bwMode="auto">
            <a:xfrm>
              <a:off x="3131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7" name="Rectangle 152"/>
            <p:cNvSpPr>
              <a:spLocks noChangeArrowheads="1"/>
            </p:cNvSpPr>
            <p:nvPr/>
          </p:nvSpPr>
          <p:spPr bwMode="auto">
            <a:xfrm>
              <a:off x="3275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8" name="Rectangle 153"/>
            <p:cNvSpPr>
              <a:spLocks noChangeArrowheads="1"/>
            </p:cNvSpPr>
            <p:nvPr/>
          </p:nvSpPr>
          <p:spPr bwMode="auto">
            <a:xfrm>
              <a:off x="3419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29" name="Rectangle 154"/>
            <p:cNvSpPr>
              <a:spLocks noChangeArrowheads="1"/>
            </p:cNvSpPr>
            <p:nvPr/>
          </p:nvSpPr>
          <p:spPr bwMode="auto">
            <a:xfrm>
              <a:off x="3563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0" name="Rectangle 155"/>
            <p:cNvSpPr>
              <a:spLocks noChangeArrowheads="1"/>
            </p:cNvSpPr>
            <p:nvPr/>
          </p:nvSpPr>
          <p:spPr bwMode="auto">
            <a:xfrm>
              <a:off x="3707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1" name="Rectangle 156"/>
            <p:cNvSpPr>
              <a:spLocks noChangeArrowheads="1"/>
            </p:cNvSpPr>
            <p:nvPr/>
          </p:nvSpPr>
          <p:spPr bwMode="auto">
            <a:xfrm>
              <a:off x="3846" y="298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2" name="Rectangle 157"/>
            <p:cNvSpPr>
              <a:spLocks noChangeArrowheads="1"/>
            </p:cNvSpPr>
            <p:nvPr/>
          </p:nvSpPr>
          <p:spPr bwMode="auto">
            <a:xfrm>
              <a:off x="3131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3" name="Rectangle 158"/>
            <p:cNvSpPr>
              <a:spLocks noChangeArrowheads="1"/>
            </p:cNvSpPr>
            <p:nvPr/>
          </p:nvSpPr>
          <p:spPr bwMode="auto">
            <a:xfrm>
              <a:off x="3275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4" name="Rectangle 159"/>
            <p:cNvSpPr>
              <a:spLocks noChangeArrowheads="1"/>
            </p:cNvSpPr>
            <p:nvPr/>
          </p:nvSpPr>
          <p:spPr bwMode="auto">
            <a:xfrm>
              <a:off x="3419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5" name="Rectangle 160"/>
            <p:cNvSpPr>
              <a:spLocks noChangeArrowheads="1"/>
            </p:cNvSpPr>
            <p:nvPr/>
          </p:nvSpPr>
          <p:spPr bwMode="auto">
            <a:xfrm>
              <a:off x="3563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6" name="Rectangle 161"/>
            <p:cNvSpPr>
              <a:spLocks noChangeArrowheads="1"/>
            </p:cNvSpPr>
            <p:nvPr/>
          </p:nvSpPr>
          <p:spPr bwMode="auto">
            <a:xfrm>
              <a:off x="3707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7" name="Rectangle 162"/>
            <p:cNvSpPr>
              <a:spLocks noChangeArrowheads="1"/>
            </p:cNvSpPr>
            <p:nvPr/>
          </p:nvSpPr>
          <p:spPr bwMode="auto">
            <a:xfrm>
              <a:off x="3846" y="312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8" name="Rectangle 163"/>
            <p:cNvSpPr>
              <a:spLocks noChangeArrowheads="1"/>
            </p:cNvSpPr>
            <p:nvPr/>
          </p:nvSpPr>
          <p:spPr bwMode="auto">
            <a:xfrm>
              <a:off x="1706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39" name="Rectangle 164"/>
            <p:cNvSpPr>
              <a:spLocks noChangeArrowheads="1"/>
            </p:cNvSpPr>
            <p:nvPr/>
          </p:nvSpPr>
          <p:spPr bwMode="auto">
            <a:xfrm>
              <a:off x="1850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0" name="Rectangle 165"/>
            <p:cNvSpPr>
              <a:spLocks noChangeArrowheads="1"/>
            </p:cNvSpPr>
            <p:nvPr/>
          </p:nvSpPr>
          <p:spPr bwMode="auto">
            <a:xfrm>
              <a:off x="1994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1" name="Rectangle 166"/>
            <p:cNvSpPr>
              <a:spLocks noChangeArrowheads="1"/>
            </p:cNvSpPr>
            <p:nvPr/>
          </p:nvSpPr>
          <p:spPr bwMode="auto">
            <a:xfrm>
              <a:off x="2138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2" name="Rectangle 167"/>
            <p:cNvSpPr>
              <a:spLocks noChangeArrowheads="1"/>
            </p:cNvSpPr>
            <p:nvPr/>
          </p:nvSpPr>
          <p:spPr bwMode="auto">
            <a:xfrm>
              <a:off x="2282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3" name="Rectangle 168"/>
            <p:cNvSpPr>
              <a:spLocks noChangeArrowheads="1"/>
            </p:cNvSpPr>
            <p:nvPr/>
          </p:nvSpPr>
          <p:spPr bwMode="auto">
            <a:xfrm>
              <a:off x="2421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4" name="Rectangle 169"/>
            <p:cNvSpPr>
              <a:spLocks noChangeArrowheads="1"/>
            </p:cNvSpPr>
            <p:nvPr/>
          </p:nvSpPr>
          <p:spPr bwMode="auto">
            <a:xfrm>
              <a:off x="2565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5" name="Rectangle 170"/>
            <p:cNvSpPr>
              <a:spLocks noChangeArrowheads="1"/>
            </p:cNvSpPr>
            <p:nvPr/>
          </p:nvSpPr>
          <p:spPr bwMode="auto">
            <a:xfrm>
              <a:off x="2709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6" name="Rectangle 171"/>
            <p:cNvSpPr>
              <a:spLocks noChangeArrowheads="1"/>
            </p:cNvSpPr>
            <p:nvPr/>
          </p:nvSpPr>
          <p:spPr bwMode="auto">
            <a:xfrm>
              <a:off x="2853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7" name="Rectangle 172"/>
            <p:cNvSpPr>
              <a:spLocks noChangeArrowheads="1"/>
            </p:cNvSpPr>
            <p:nvPr/>
          </p:nvSpPr>
          <p:spPr bwMode="auto">
            <a:xfrm>
              <a:off x="2992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8" name="Rectangle 173"/>
            <p:cNvSpPr>
              <a:spLocks noChangeArrowheads="1"/>
            </p:cNvSpPr>
            <p:nvPr/>
          </p:nvSpPr>
          <p:spPr bwMode="auto">
            <a:xfrm>
              <a:off x="1706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49" name="Rectangle 174"/>
            <p:cNvSpPr>
              <a:spLocks noChangeArrowheads="1"/>
            </p:cNvSpPr>
            <p:nvPr/>
          </p:nvSpPr>
          <p:spPr bwMode="auto">
            <a:xfrm>
              <a:off x="1850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0" name="Rectangle 175"/>
            <p:cNvSpPr>
              <a:spLocks noChangeArrowheads="1"/>
            </p:cNvSpPr>
            <p:nvPr/>
          </p:nvSpPr>
          <p:spPr bwMode="auto">
            <a:xfrm>
              <a:off x="1994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1" name="Rectangle 176"/>
            <p:cNvSpPr>
              <a:spLocks noChangeArrowheads="1"/>
            </p:cNvSpPr>
            <p:nvPr/>
          </p:nvSpPr>
          <p:spPr bwMode="auto">
            <a:xfrm>
              <a:off x="2138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2" name="Rectangle 177"/>
            <p:cNvSpPr>
              <a:spLocks noChangeArrowheads="1"/>
            </p:cNvSpPr>
            <p:nvPr/>
          </p:nvSpPr>
          <p:spPr bwMode="auto">
            <a:xfrm>
              <a:off x="2282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3" name="Rectangle 178"/>
            <p:cNvSpPr>
              <a:spLocks noChangeArrowheads="1"/>
            </p:cNvSpPr>
            <p:nvPr/>
          </p:nvSpPr>
          <p:spPr bwMode="auto">
            <a:xfrm>
              <a:off x="2421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4" name="Rectangle 179"/>
            <p:cNvSpPr>
              <a:spLocks noChangeArrowheads="1"/>
            </p:cNvSpPr>
            <p:nvPr/>
          </p:nvSpPr>
          <p:spPr bwMode="auto">
            <a:xfrm>
              <a:off x="2565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5" name="Rectangle 180"/>
            <p:cNvSpPr>
              <a:spLocks noChangeArrowheads="1"/>
            </p:cNvSpPr>
            <p:nvPr/>
          </p:nvSpPr>
          <p:spPr bwMode="auto">
            <a:xfrm>
              <a:off x="2709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6" name="Rectangle 181"/>
            <p:cNvSpPr>
              <a:spLocks noChangeArrowheads="1"/>
            </p:cNvSpPr>
            <p:nvPr/>
          </p:nvSpPr>
          <p:spPr bwMode="auto">
            <a:xfrm>
              <a:off x="2853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7" name="Rectangle 182"/>
            <p:cNvSpPr>
              <a:spLocks noChangeArrowheads="1"/>
            </p:cNvSpPr>
            <p:nvPr/>
          </p:nvSpPr>
          <p:spPr bwMode="auto">
            <a:xfrm>
              <a:off x="2992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8" name="Rectangle 183"/>
            <p:cNvSpPr>
              <a:spLocks noChangeArrowheads="1"/>
            </p:cNvSpPr>
            <p:nvPr/>
          </p:nvSpPr>
          <p:spPr bwMode="auto">
            <a:xfrm>
              <a:off x="1706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59" name="Rectangle 184"/>
            <p:cNvSpPr>
              <a:spLocks noChangeArrowheads="1"/>
            </p:cNvSpPr>
            <p:nvPr/>
          </p:nvSpPr>
          <p:spPr bwMode="auto">
            <a:xfrm>
              <a:off x="1850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0" name="Rectangle 185"/>
            <p:cNvSpPr>
              <a:spLocks noChangeArrowheads="1"/>
            </p:cNvSpPr>
            <p:nvPr/>
          </p:nvSpPr>
          <p:spPr bwMode="auto">
            <a:xfrm>
              <a:off x="1994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1" name="Rectangle 186"/>
            <p:cNvSpPr>
              <a:spLocks noChangeArrowheads="1"/>
            </p:cNvSpPr>
            <p:nvPr/>
          </p:nvSpPr>
          <p:spPr bwMode="auto">
            <a:xfrm>
              <a:off x="2138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2" name="Rectangle 187"/>
            <p:cNvSpPr>
              <a:spLocks noChangeArrowheads="1"/>
            </p:cNvSpPr>
            <p:nvPr/>
          </p:nvSpPr>
          <p:spPr bwMode="auto">
            <a:xfrm>
              <a:off x="2282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3" name="Rectangle 188"/>
            <p:cNvSpPr>
              <a:spLocks noChangeArrowheads="1"/>
            </p:cNvSpPr>
            <p:nvPr/>
          </p:nvSpPr>
          <p:spPr bwMode="auto">
            <a:xfrm>
              <a:off x="2421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4" name="Rectangle 189"/>
            <p:cNvSpPr>
              <a:spLocks noChangeArrowheads="1"/>
            </p:cNvSpPr>
            <p:nvPr/>
          </p:nvSpPr>
          <p:spPr bwMode="auto">
            <a:xfrm>
              <a:off x="2565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5" name="Rectangle 190"/>
            <p:cNvSpPr>
              <a:spLocks noChangeArrowheads="1"/>
            </p:cNvSpPr>
            <p:nvPr/>
          </p:nvSpPr>
          <p:spPr bwMode="auto">
            <a:xfrm>
              <a:off x="2709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6" name="Rectangle 191"/>
            <p:cNvSpPr>
              <a:spLocks noChangeArrowheads="1"/>
            </p:cNvSpPr>
            <p:nvPr/>
          </p:nvSpPr>
          <p:spPr bwMode="auto">
            <a:xfrm>
              <a:off x="2853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7" name="Rectangle 192"/>
            <p:cNvSpPr>
              <a:spLocks noChangeArrowheads="1"/>
            </p:cNvSpPr>
            <p:nvPr/>
          </p:nvSpPr>
          <p:spPr bwMode="auto">
            <a:xfrm>
              <a:off x="2992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8" name="Rectangle 193"/>
            <p:cNvSpPr>
              <a:spLocks noChangeArrowheads="1"/>
            </p:cNvSpPr>
            <p:nvPr/>
          </p:nvSpPr>
          <p:spPr bwMode="auto">
            <a:xfrm>
              <a:off x="1706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69" name="Rectangle 194"/>
            <p:cNvSpPr>
              <a:spLocks noChangeArrowheads="1"/>
            </p:cNvSpPr>
            <p:nvPr/>
          </p:nvSpPr>
          <p:spPr bwMode="auto">
            <a:xfrm>
              <a:off x="1850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0" name="Rectangle 195"/>
            <p:cNvSpPr>
              <a:spLocks noChangeArrowheads="1"/>
            </p:cNvSpPr>
            <p:nvPr/>
          </p:nvSpPr>
          <p:spPr bwMode="auto">
            <a:xfrm>
              <a:off x="1994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1" name="Rectangle 196"/>
            <p:cNvSpPr>
              <a:spLocks noChangeArrowheads="1"/>
            </p:cNvSpPr>
            <p:nvPr/>
          </p:nvSpPr>
          <p:spPr bwMode="auto">
            <a:xfrm>
              <a:off x="2138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2" name="Rectangle 197"/>
            <p:cNvSpPr>
              <a:spLocks noChangeArrowheads="1"/>
            </p:cNvSpPr>
            <p:nvPr/>
          </p:nvSpPr>
          <p:spPr bwMode="auto">
            <a:xfrm>
              <a:off x="2282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3" name="Rectangle 198"/>
            <p:cNvSpPr>
              <a:spLocks noChangeArrowheads="1"/>
            </p:cNvSpPr>
            <p:nvPr/>
          </p:nvSpPr>
          <p:spPr bwMode="auto">
            <a:xfrm>
              <a:off x="2421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4" name="Rectangle 199"/>
            <p:cNvSpPr>
              <a:spLocks noChangeArrowheads="1"/>
            </p:cNvSpPr>
            <p:nvPr/>
          </p:nvSpPr>
          <p:spPr bwMode="auto">
            <a:xfrm>
              <a:off x="2565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5" name="Rectangle 200"/>
            <p:cNvSpPr>
              <a:spLocks noChangeArrowheads="1"/>
            </p:cNvSpPr>
            <p:nvPr/>
          </p:nvSpPr>
          <p:spPr bwMode="auto">
            <a:xfrm>
              <a:off x="2709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6" name="Rectangle 201"/>
            <p:cNvSpPr>
              <a:spLocks noChangeArrowheads="1"/>
            </p:cNvSpPr>
            <p:nvPr/>
          </p:nvSpPr>
          <p:spPr bwMode="auto">
            <a:xfrm>
              <a:off x="2853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7" name="Rectangle 202"/>
            <p:cNvSpPr>
              <a:spLocks noChangeArrowheads="1"/>
            </p:cNvSpPr>
            <p:nvPr/>
          </p:nvSpPr>
          <p:spPr bwMode="auto">
            <a:xfrm>
              <a:off x="2992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8" name="Rectangle 203"/>
            <p:cNvSpPr>
              <a:spLocks noChangeArrowheads="1"/>
            </p:cNvSpPr>
            <p:nvPr/>
          </p:nvSpPr>
          <p:spPr bwMode="auto">
            <a:xfrm>
              <a:off x="1706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79" name="Rectangle 204"/>
            <p:cNvSpPr>
              <a:spLocks noChangeArrowheads="1"/>
            </p:cNvSpPr>
            <p:nvPr/>
          </p:nvSpPr>
          <p:spPr bwMode="auto">
            <a:xfrm>
              <a:off x="1850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0" name="Rectangle 205"/>
            <p:cNvSpPr>
              <a:spLocks noChangeArrowheads="1"/>
            </p:cNvSpPr>
            <p:nvPr/>
          </p:nvSpPr>
          <p:spPr bwMode="auto">
            <a:xfrm>
              <a:off x="1994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1" name="Rectangle 206"/>
            <p:cNvSpPr>
              <a:spLocks noChangeArrowheads="1"/>
            </p:cNvSpPr>
            <p:nvPr/>
          </p:nvSpPr>
          <p:spPr bwMode="auto">
            <a:xfrm>
              <a:off x="2138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2" name="Rectangle 207"/>
            <p:cNvSpPr>
              <a:spLocks noChangeArrowheads="1"/>
            </p:cNvSpPr>
            <p:nvPr/>
          </p:nvSpPr>
          <p:spPr bwMode="auto">
            <a:xfrm>
              <a:off x="2282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3" name="Rectangle 208"/>
            <p:cNvSpPr>
              <a:spLocks noChangeArrowheads="1"/>
            </p:cNvSpPr>
            <p:nvPr/>
          </p:nvSpPr>
          <p:spPr bwMode="auto">
            <a:xfrm>
              <a:off x="2421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4" name="Rectangle 209"/>
            <p:cNvSpPr>
              <a:spLocks noChangeArrowheads="1"/>
            </p:cNvSpPr>
            <p:nvPr/>
          </p:nvSpPr>
          <p:spPr bwMode="auto">
            <a:xfrm>
              <a:off x="2565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5" name="Rectangle 210"/>
            <p:cNvSpPr>
              <a:spLocks noChangeArrowheads="1"/>
            </p:cNvSpPr>
            <p:nvPr/>
          </p:nvSpPr>
          <p:spPr bwMode="auto">
            <a:xfrm>
              <a:off x="2709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6" name="Rectangle 211"/>
            <p:cNvSpPr>
              <a:spLocks noChangeArrowheads="1"/>
            </p:cNvSpPr>
            <p:nvPr/>
          </p:nvSpPr>
          <p:spPr bwMode="auto">
            <a:xfrm>
              <a:off x="2853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7" name="Rectangle 212"/>
            <p:cNvSpPr>
              <a:spLocks noChangeArrowheads="1"/>
            </p:cNvSpPr>
            <p:nvPr/>
          </p:nvSpPr>
          <p:spPr bwMode="auto">
            <a:xfrm>
              <a:off x="2992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8" name="Rectangle 213"/>
            <p:cNvSpPr>
              <a:spLocks noChangeArrowheads="1"/>
            </p:cNvSpPr>
            <p:nvPr/>
          </p:nvSpPr>
          <p:spPr bwMode="auto">
            <a:xfrm>
              <a:off x="3131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89" name="Rectangle 214"/>
            <p:cNvSpPr>
              <a:spLocks noChangeArrowheads="1"/>
            </p:cNvSpPr>
            <p:nvPr/>
          </p:nvSpPr>
          <p:spPr bwMode="auto">
            <a:xfrm>
              <a:off x="3275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0" name="Rectangle 215"/>
            <p:cNvSpPr>
              <a:spLocks noChangeArrowheads="1"/>
            </p:cNvSpPr>
            <p:nvPr/>
          </p:nvSpPr>
          <p:spPr bwMode="auto">
            <a:xfrm>
              <a:off x="3419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1" name="Rectangle 216"/>
            <p:cNvSpPr>
              <a:spLocks noChangeArrowheads="1"/>
            </p:cNvSpPr>
            <p:nvPr/>
          </p:nvSpPr>
          <p:spPr bwMode="auto">
            <a:xfrm>
              <a:off x="3563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2" name="Rectangle 217"/>
            <p:cNvSpPr>
              <a:spLocks noChangeArrowheads="1"/>
            </p:cNvSpPr>
            <p:nvPr/>
          </p:nvSpPr>
          <p:spPr bwMode="auto">
            <a:xfrm>
              <a:off x="3707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3" name="Rectangle 218"/>
            <p:cNvSpPr>
              <a:spLocks noChangeArrowheads="1"/>
            </p:cNvSpPr>
            <p:nvPr/>
          </p:nvSpPr>
          <p:spPr bwMode="auto">
            <a:xfrm>
              <a:off x="3846" y="3267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4" name="Rectangle 219"/>
            <p:cNvSpPr>
              <a:spLocks noChangeArrowheads="1"/>
            </p:cNvSpPr>
            <p:nvPr/>
          </p:nvSpPr>
          <p:spPr bwMode="auto">
            <a:xfrm>
              <a:off x="3131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5" name="Rectangle 220"/>
            <p:cNvSpPr>
              <a:spLocks noChangeArrowheads="1"/>
            </p:cNvSpPr>
            <p:nvPr/>
          </p:nvSpPr>
          <p:spPr bwMode="auto">
            <a:xfrm>
              <a:off x="3275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6" name="Rectangle 221"/>
            <p:cNvSpPr>
              <a:spLocks noChangeArrowheads="1"/>
            </p:cNvSpPr>
            <p:nvPr/>
          </p:nvSpPr>
          <p:spPr bwMode="auto">
            <a:xfrm>
              <a:off x="3419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7" name="Rectangle 222"/>
            <p:cNvSpPr>
              <a:spLocks noChangeArrowheads="1"/>
            </p:cNvSpPr>
            <p:nvPr/>
          </p:nvSpPr>
          <p:spPr bwMode="auto">
            <a:xfrm>
              <a:off x="3563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8" name="Rectangle 223"/>
            <p:cNvSpPr>
              <a:spLocks noChangeArrowheads="1"/>
            </p:cNvSpPr>
            <p:nvPr/>
          </p:nvSpPr>
          <p:spPr bwMode="auto">
            <a:xfrm>
              <a:off x="3707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099" name="Rectangle 224"/>
            <p:cNvSpPr>
              <a:spLocks noChangeArrowheads="1"/>
            </p:cNvSpPr>
            <p:nvPr/>
          </p:nvSpPr>
          <p:spPr bwMode="auto">
            <a:xfrm>
              <a:off x="3846" y="3409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0" name="Rectangle 225"/>
            <p:cNvSpPr>
              <a:spLocks noChangeArrowheads="1"/>
            </p:cNvSpPr>
            <p:nvPr/>
          </p:nvSpPr>
          <p:spPr bwMode="auto">
            <a:xfrm>
              <a:off x="3131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1" name="Rectangle 226"/>
            <p:cNvSpPr>
              <a:spLocks noChangeArrowheads="1"/>
            </p:cNvSpPr>
            <p:nvPr/>
          </p:nvSpPr>
          <p:spPr bwMode="auto">
            <a:xfrm>
              <a:off x="3275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2" name="Rectangle 227"/>
            <p:cNvSpPr>
              <a:spLocks noChangeArrowheads="1"/>
            </p:cNvSpPr>
            <p:nvPr/>
          </p:nvSpPr>
          <p:spPr bwMode="auto">
            <a:xfrm>
              <a:off x="3419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3" name="Rectangle 228"/>
            <p:cNvSpPr>
              <a:spLocks noChangeArrowheads="1"/>
            </p:cNvSpPr>
            <p:nvPr/>
          </p:nvSpPr>
          <p:spPr bwMode="auto">
            <a:xfrm>
              <a:off x="3563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4" name="Rectangle 229"/>
            <p:cNvSpPr>
              <a:spLocks noChangeArrowheads="1"/>
            </p:cNvSpPr>
            <p:nvPr/>
          </p:nvSpPr>
          <p:spPr bwMode="auto">
            <a:xfrm>
              <a:off x="3707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5" name="Rectangle 230"/>
            <p:cNvSpPr>
              <a:spLocks noChangeArrowheads="1"/>
            </p:cNvSpPr>
            <p:nvPr/>
          </p:nvSpPr>
          <p:spPr bwMode="auto">
            <a:xfrm>
              <a:off x="3846" y="3553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6" name="Rectangle 231"/>
            <p:cNvSpPr>
              <a:spLocks noChangeArrowheads="1"/>
            </p:cNvSpPr>
            <p:nvPr/>
          </p:nvSpPr>
          <p:spPr bwMode="auto">
            <a:xfrm>
              <a:off x="3131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7" name="Rectangle 232"/>
            <p:cNvSpPr>
              <a:spLocks noChangeArrowheads="1"/>
            </p:cNvSpPr>
            <p:nvPr/>
          </p:nvSpPr>
          <p:spPr bwMode="auto">
            <a:xfrm>
              <a:off x="3275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8" name="Rectangle 233"/>
            <p:cNvSpPr>
              <a:spLocks noChangeArrowheads="1"/>
            </p:cNvSpPr>
            <p:nvPr/>
          </p:nvSpPr>
          <p:spPr bwMode="auto">
            <a:xfrm>
              <a:off x="3419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09" name="Rectangle 234"/>
            <p:cNvSpPr>
              <a:spLocks noChangeArrowheads="1"/>
            </p:cNvSpPr>
            <p:nvPr/>
          </p:nvSpPr>
          <p:spPr bwMode="auto">
            <a:xfrm>
              <a:off x="3563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10" name="Rectangle 235"/>
            <p:cNvSpPr>
              <a:spLocks noChangeArrowheads="1"/>
            </p:cNvSpPr>
            <p:nvPr/>
          </p:nvSpPr>
          <p:spPr bwMode="auto">
            <a:xfrm>
              <a:off x="3707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11" name="Rectangle 236"/>
            <p:cNvSpPr>
              <a:spLocks noChangeArrowheads="1"/>
            </p:cNvSpPr>
            <p:nvPr/>
          </p:nvSpPr>
          <p:spPr bwMode="auto">
            <a:xfrm>
              <a:off x="3846" y="3695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12" name="Rectangle 237"/>
            <p:cNvSpPr>
              <a:spLocks noChangeArrowheads="1"/>
            </p:cNvSpPr>
            <p:nvPr/>
          </p:nvSpPr>
          <p:spPr bwMode="auto">
            <a:xfrm>
              <a:off x="3131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13" name="Rectangle 238"/>
            <p:cNvSpPr>
              <a:spLocks noChangeArrowheads="1"/>
            </p:cNvSpPr>
            <p:nvPr/>
          </p:nvSpPr>
          <p:spPr bwMode="auto">
            <a:xfrm>
              <a:off x="3275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14" name="Rectangle 239"/>
            <p:cNvSpPr>
              <a:spLocks noChangeArrowheads="1"/>
            </p:cNvSpPr>
            <p:nvPr/>
          </p:nvSpPr>
          <p:spPr bwMode="auto">
            <a:xfrm>
              <a:off x="3419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15" name="Rectangle 240"/>
            <p:cNvSpPr>
              <a:spLocks noChangeArrowheads="1"/>
            </p:cNvSpPr>
            <p:nvPr/>
          </p:nvSpPr>
          <p:spPr bwMode="auto">
            <a:xfrm>
              <a:off x="3563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16" name="Rectangle 241"/>
            <p:cNvSpPr>
              <a:spLocks noChangeArrowheads="1"/>
            </p:cNvSpPr>
            <p:nvPr/>
          </p:nvSpPr>
          <p:spPr bwMode="auto">
            <a:xfrm>
              <a:off x="3707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6117" name="Rectangle 242"/>
            <p:cNvSpPr>
              <a:spLocks noChangeArrowheads="1"/>
            </p:cNvSpPr>
            <p:nvPr/>
          </p:nvSpPr>
          <p:spPr bwMode="auto">
            <a:xfrm>
              <a:off x="3846" y="3832"/>
              <a:ext cx="141" cy="141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75780" name="Line 243"/>
          <p:cNvSpPr>
            <a:spLocks noChangeShapeType="1"/>
          </p:cNvSpPr>
          <p:nvPr/>
        </p:nvSpPr>
        <p:spPr bwMode="auto">
          <a:xfrm>
            <a:off x="4232276" y="2927350"/>
            <a:ext cx="3838575" cy="1588"/>
          </a:xfrm>
          <a:prstGeom prst="line">
            <a:avLst/>
          </a:prstGeom>
          <a:noFill/>
          <a:ln w="25560">
            <a:solidFill>
              <a:srgbClr val="333399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781" name="Line 244"/>
          <p:cNvSpPr>
            <a:spLocks noChangeShapeType="1"/>
          </p:cNvSpPr>
          <p:nvPr/>
        </p:nvSpPr>
        <p:spPr bwMode="auto">
          <a:xfrm>
            <a:off x="4232275" y="2927351"/>
            <a:ext cx="1588" cy="3560763"/>
          </a:xfrm>
          <a:prstGeom prst="line">
            <a:avLst/>
          </a:prstGeom>
          <a:noFill/>
          <a:ln w="25560">
            <a:solidFill>
              <a:srgbClr val="333399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181" name="Text Box 245"/>
          <p:cNvSpPr txBox="1">
            <a:spLocks noChangeArrowheads="1"/>
          </p:cNvSpPr>
          <p:nvPr/>
        </p:nvSpPr>
        <p:spPr bwMode="auto">
          <a:xfrm>
            <a:off x="3709989" y="2559051"/>
            <a:ext cx="1089057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</a:t>
            </a:r>
          </a:p>
        </p:txBody>
      </p:sp>
      <p:sp>
        <p:nvSpPr>
          <p:cNvPr id="75783" name="Text Box 246"/>
          <p:cNvSpPr txBox="1">
            <a:spLocks noChangeArrowheads="1"/>
          </p:cNvSpPr>
          <p:nvPr/>
        </p:nvSpPr>
        <p:spPr bwMode="auto">
          <a:xfrm>
            <a:off x="7850188" y="2560639"/>
            <a:ext cx="34205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75784" name="Text Box 247"/>
          <p:cNvSpPr txBox="1">
            <a:spLocks noChangeArrowheads="1"/>
          </p:cNvSpPr>
          <p:nvPr/>
        </p:nvSpPr>
        <p:spPr bwMode="auto">
          <a:xfrm>
            <a:off x="3949700" y="6273801"/>
            <a:ext cx="366104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75785" name="Text Box 248"/>
          <p:cNvSpPr txBox="1">
            <a:spLocks noChangeArrowheads="1"/>
          </p:cNvSpPr>
          <p:nvPr/>
        </p:nvSpPr>
        <p:spPr bwMode="auto">
          <a:xfrm>
            <a:off x="6507164" y="6300789"/>
            <a:ext cx="2030021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</a:p>
        </p:txBody>
      </p:sp>
      <p:sp>
        <p:nvSpPr>
          <p:cNvPr id="40185" name="Rectangle 249"/>
          <p:cNvSpPr>
            <a:spLocks noChangeArrowheads="1"/>
          </p:cNvSpPr>
          <p:nvPr/>
        </p:nvSpPr>
        <p:spPr bwMode="auto">
          <a:xfrm>
            <a:off x="4225925" y="2919413"/>
            <a:ext cx="228600" cy="228600"/>
          </a:xfrm>
          <a:prstGeom prst="rect">
            <a:avLst/>
          </a:prstGeom>
          <a:solidFill>
            <a:srgbClr val="C0C0C0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6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grpSp>
        <p:nvGrpSpPr>
          <p:cNvPr id="40186" name="Group 250"/>
          <p:cNvGrpSpPr>
            <a:grpSpLocks/>
          </p:cNvGrpSpPr>
          <p:nvPr/>
        </p:nvGrpSpPr>
        <p:grpSpPr bwMode="auto">
          <a:xfrm>
            <a:off x="4000500" y="2693989"/>
            <a:ext cx="673100" cy="681037"/>
            <a:chOff x="1560" y="1697"/>
            <a:chExt cx="424" cy="429"/>
          </a:xfrm>
        </p:grpSpPr>
        <p:sp>
          <p:nvSpPr>
            <p:cNvPr id="75870" name="Rectangle 251"/>
            <p:cNvSpPr>
              <a:spLocks noChangeArrowheads="1"/>
            </p:cNvSpPr>
            <p:nvPr/>
          </p:nvSpPr>
          <p:spPr bwMode="auto">
            <a:xfrm>
              <a:off x="1560" y="1697"/>
              <a:ext cx="141" cy="141"/>
            </a:xfrm>
            <a:prstGeom prst="rect">
              <a:avLst/>
            </a:prstGeom>
            <a:solidFill>
              <a:srgbClr val="FF6600">
                <a:alpha val="4901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71" name="Rectangle 252"/>
            <p:cNvSpPr>
              <a:spLocks noChangeArrowheads="1"/>
            </p:cNvSpPr>
            <p:nvPr/>
          </p:nvSpPr>
          <p:spPr bwMode="auto">
            <a:xfrm>
              <a:off x="1560" y="1843"/>
              <a:ext cx="141" cy="141"/>
            </a:xfrm>
            <a:prstGeom prst="rect">
              <a:avLst/>
            </a:prstGeom>
            <a:solidFill>
              <a:srgbClr val="FF6600">
                <a:alpha val="4901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72" name="Rectangle 253"/>
            <p:cNvSpPr>
              <a:spLocks noChangeArrowheads="1"/>
            </p:cNvSpPr>
            <p:nvPr/>
          </p:nvSpPr>
          <p:spPr bwMode="auto">
            <a:xfrm>
              <a:off x="1560" y="1985"/>
              <a:ext cx="141" cy="141"/>
            </a:xfrm>
            <a:prstGeom prst="rect">
              <a:avLst/>
            </a:prstGeom>
            <a:solidFill>
              <a:srgbClr val="FF6600">
                <a:alpha val="4901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73" name="Rectangle 254"/>
            <p:cNvSpPr>
              <a:spLocks noChangeArrowheads="1"/>
            </p:cNvSpPr>
            <p:nvPr/>
          </p:nvSpPr>
          <p:spPr bwMode="auto">
            <a:xfrm>
              <a:off x="1699" y="1697"/>
              <a:ext cx="141" cy="141"/>
            </a:xfrm>
            <a:prstGeom prst="rect">
              <a:avLst/>
            </a:prstGeom>
            <a:solidFill>
              <a:srgbClr val="FF6600">
                <a:alpha val="4901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74" name="Rectangle 255"/>
            <p:cNvSpPr>
              <a:spLocks noChangeArrowheads="1"/>
            </p:cNvSpPr>
            <p:nvPr/>
          </p:nvSpPr>
          <p:spPr bwMode="auto">
            <a:xfrm>
              <a:off x="1843" y="1697"/>
              <a:ext cx="141" cy="141"/>
            </a:xfrm>
            <a:prstGeom prst="rect">
              <a:avLst/>
            </a:prstGeom>
            <a:solidFill>
              <a:srgbClr val="FF6600">
                <a:alpha val="4901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75" name="Rectangle 256"/>
            <p:cNvSpPr>
              <a:spLocks noChangeArrowheads="1"/>
            </p:cNvSpPr>
            <p:nvPr/>
          </p:nvSpPr>
          <p:spPr bwMode="auto">
            <a:xfrm>
              <a:off x="1843" y="1843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76" name="Rectangle 257"/>
            <p:cNvSpPr>
              <a:spLocks noChangeArrowheads="1"/>
            </p:cNvSpPr>
            <p:nvPr/>
          </p:nvSpPr>
          <p:spPr bwMode="auto">
            <a:xfrm>
              <a:off x="1699" y="1985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77" name="Rectangle 258"/>
            <p:cNvSpPr>
              <a:spLocks noChangeArrowheads="1"/>
            </p:cNvSpPr>
            <p:nvPr/>
          </p:nvSpPr>
          <p:spPr bwMode="auto">
            <a:xfrm>
              <a:off x="1843" y="1985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40195" name="Group 259"/>
          <p:cNvGrpSpPr>
            <a:grpSpLocks/>
          </p:cNvGrpSpPr>
          <p:nvPr/>
        </p:nvGrpSpPr>
        <p:grpSpPr bwMode="auto">
          <a:xfrm>
            <a:off x="7407275" y="4510089"/>
            <a:ext cx="673100" cy="681037"/>
            <a:chOff x="3706" y="2841"/>
            <a:chExt cx="424" cy="429"/>
          </a:xfrm>
        </p:grpSpPr>
        <p:sp>
          <p:nvSpPr>
            <p:cNvPr id="75860" name="Rectangle 260"/>
            <p:cNvSpPr>
              <a:spLocks noChangeArrowheads="1"/>
            </p:cNvSpPr>
            <p:nvPr/>
          </p:nvSpPr>
          <p:spPr bwMode="auto">
            <a:xfrm>
              <a:off x="3848" y="2983"/>
              <a:ext cx="141" cy="141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75861" name="Group 261"/>
            <p:cNvGrpSpPr>
              <a:grpSpLocks/>
            </p:cNvGrpSpPr>
            <p:nvPr/>
          </p:nvGrpSpPr>
          <p:grpSpPr bwMode="auto">
            <a:xfrm>
              <a:off x="3706" y="2841"/>
              <a:ext cx="424" cy="429"/>
              <a:chOff x="3706" y="2841"/>
              <a:chExt cx="424" cy="429"/>
            </a:xfrm>
          </p:grpSpPr>
          <p:sp>
            <p:nvSpPr>
              <p:cNvPr id="75862" name="Rectangle 262"/>
              <p:cNvSpPr>
                <a:spLocks noChangeArrowheads="1"/>
              </p:cNvSpPr>
              <p:nvPr/>
            </p:nvSpPr>
            <p:spPr bwMode="auto">
              <a:xfrm>
                <a:off x="3706" y="2841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63" name="Rectangle 263"/>
              <p:cNvSpPr>
                <a:spLocks noChangeArrowheads="1"/>
              </p:cNvSpPr>
              <p:nvPr/>
            </p:nvSpPr>
            <p:spPr bwMode="auto">
              <a:xfrm>
                <a:off x="3706" y="2987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64" name="Rectangle 264"/>
              <p:cNvSpPr>
                <a:spLocks noChangeArrowheads="1"/>
              </p:cNvSpPr>
              <p:nvPr/>
            </p:nvSpPr>
            <p:spPr bwMode="auto">
              <a:xfrm>
                <a:off x="3706" y="3129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65" name="Rectangle 265"/>
              <p:cNvSpPr>
                <a:spLocks noChangeArrowheads="1"/>
              </p:cNvSpPr>
              <p:nvPr/>
            </p:nvSpPr>
            <p:spPr bwMode="auto">
              <a:xfrm>
                <a:off x="3845" y="2841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66" name="Rectangle 266"/>
              <p:cNvSpPr>
                <a:spLocks noChangeArrowheads="1"/>
              </p:cNvSpPr>
              <p:nvPr/>
            </p:nvSpPr>
            <p:spPr bwMode="auto">
              <a:xfrm>
                <a:off x="3989" y="2841"/>
                <a:ext cx="141" cy="141"/>
              </a:xfrm>
              <a:prstGeom prst="rect">
                <a:avLst/>
              </a:prstGeom>
              <a:solidFill>
                <a:srgbClr val="FF6600">
                  <a:alpha val="50195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67" name="Rectangle 267"/>
              <p:cNvSpPr>
                <a:spLocks noChangeArrowheads="1"/>
              </p:cNvSpPr>
              <p:nvPr/>
            </p:nvSpPr>
            <p:spPr bwMode="auto">
              <a:xfrm>
                <a:off x="3989" y="2987"/>
                <a:ext cx="141" cy="141"/>
              </a:xfrm>
              <a:prstGeom prst="rect">
                <a:avLst/>
              </a:prstGeom>
              <a:solidFill>
                <a:srgbClr val="FF6600">
                  <a:alpha val="50195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68" name="Rectangle 268"/>
              <p:cNvSpPr>
                <a:spLocks noChangeArrowheads="1"/>
              </p:cNvSpPr>
              <p:nvPr/>
            </p:nvSpPr>
            <p:spPr bwMode="auto">
              <a:xfrm>
                <a:off x="3845" y="312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69" name="Rectangle 269"/>
              <p:cNvSpPr>
                <a:spLocks noChangeArrowheads="1"/>
              </p:cNvSpPr>
              <p:nvPr/>
            </p:nvSpPr>
            <p:spPr bwMode="auto">
              <a:xfrm>
                <a:off x="3989" y="3129"/>
                <a:ext cx="141" cy="141"/>
              </a:xfrm>
              <a:prstGeom prst="rect">
                <a:avLst/>
              </a:prstGeom>
              <a:solidFill>
                <a:srgbClr val="FF6600">
                  <a:alpha val="50195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</p:grpSp>
      <p:grpSp>
        <p:nvGrpSpPr>
          <p:cNvPr id="40206" name="Group 270"/>
          <p:cNvGrpSpPr>
            <a:grpSpLocks/>
          </p:cNvGrpSpPr>
          <p:nvPr/>
        </p:nvGrpSpPr>
        <p:grpSpPr bwMode="auto">
          <a:xfrm>
            <a:off x="5367338" y="5864225"/>
            <a:ext cx="673100" cy="681038"/>
            <a:chOff x="2421" y="3694"/>
            <a:chExt cx="424" cy="429"/>
          </a:xfrm>
        </p:grpSpPr>
        <p:sp>
          <p:nvSpPr>
            <p:cNvPr id="75850" name="Rectangle 271"/>
            <p:cNvSpPr>
              <a:spLocks noChangeArrowheads="1"/>
            </p:cNvSpPr>
            <p:nvPr/>
          </p:nvSpPr>
          <p:spPr bwMode="auto">
            <a:xfrm>
              <a:off x="2563" y="3836"/>
              <a:ext cx="141" cy="141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75851" name="Group 272"/>
            <p:cNvGrpSpPr>
              <a:grpSpLocks/>
            </p:cNvGrpSpPr>
            <p:nvPr/>
          </p:nvGrpSpPr>
          <p:grpSpPr bwMode="auto">
            <a:xfrm>
              <a:off x="2421" y="3694"/>
              <a:ext cx="424" cy="429"/>
              <a:chOff x="2421" y="3694"/>
              <a:chExt cx="424" cy="429"/>
            </a:xfrm>
          </p:grpSpPr>
          <p:sp>
            <p:nvSpPr>
              <p:cNvPr id="75852" name="Rectangle 273"/>
              <p:cNvSpPr>
                <a:spLocks noChangeArrowheads="1"/>
              </p:cNvSpPr>
              <p:nvPr/>
            </p:nvSpPr>
            <p:spPr bwMode="auto">
              <a:xfrm>
                <a:off x="2421" y="3694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53" name="Rectangle 274"/>
              <p:cNvSpPr>
                <a:spLocks noChangeArrowheads="1"/>
              </p:cNvSpPr>
              <p:nvPr/>
            </p:nvSpPr>
            <p:spPr bwMode="auto">
              <a:xfrm>
                <a:off x="2421" y="3840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54" name="Rectangle 275"/>
              <p:cNvSpPr>
                <a:spLocks noChangeArrowheads="1"/>
              </p:cNvSpPr>
              <p:nvPr/>
            </p:nvSpPr>
            <p:spPr bwMode="auto">
              <a:xfrm>
                <a:off x="2421" y="3982"/>
                <a:ext cx="141" cy="141"/>
              </a:xfrm>
              <a:prstGeom prst="rect">
                <a:avLst/>
              </a:prstGeom>
              <a:solidFill>
                <a:srgbClr val="FF6600">
                  <a:alpha val="50195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55" name="Rectangle 276"/>
              <p:cNvSpPr>
                <a:spLocks noChangeArrowheads="1"/>
              </p:cNvSpPr>
              <p:nvPr/>
            </p:nvSpPr>
            <p:spPr bwMode="auto">
              <a:xfrm>
                <a:off x="2560" y="3694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56" name="Rectangle 277"/>
              <p:cNvSpPr>
                <a:spLocks noChangeArrowheads="1"/>
              </p:cNvSpPr>
              <p:nvPr/>
            </p:nvSpPr>
            <p:spPr bwMode="auto">
              <a:xfrm>
                <a:off x="2704" y="3694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57" name="Rectangle 278"/>
              <p:cNvSpPr>
                <a:spLocks noChangeArrowheads="1"/>
              </p:cNvSpPr>
              <p:nvPr/>
            </p:nvSpPr>
            <p:spPr bwMode="auto">
              <a:xfrm>
                <a:off x="2704" y="384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58" name="Rectangle 279"/>
              <p:cNvSpPr>
                <a:spLocks noChangeArrowheads="1"/>
              </p:cNvSpPr>
              <p:nvPr/>
            </p:nvSpPr>
            <p:spPr bwMode="auto">
              <a:xfrm>
                <a:off x="2560" y="3982"/>
                <a:ext cx="141" cy="141"/>
              </a:xfrm>
              <a:prstGeom prst="rect">
                <a:avLst/>
              </a:prstGeom>
              <a:solidFill>
                <a:srgbClr val="FF6600">
                  <a:alpha val="50195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59" name="Rectangle 280"/>
              <p:cNvSpPr>
                <a:spLocks noChangeArrowheads="1"/>
              </p:cNvSpPr>
              <p:nvPr/>
            </p:nvSpPr>
            <p:spPr bwMode="auto">
              <a:xfrm>
                <a:off x="2704" y="3982"/>
                <a:ext cx="141" cy="141"/>
              </a:xfrm>
              <a:prstGeom prst="rect">
                <a:avLst/>
              </a:prstGeom>
              <a:solidFill>
                <a:srgbClr val="FF6600">
                  <a:alpha val="50195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</p:grpSp>
      <p:grpSp>
        <p:nvGrpSpPr>
          <p:cNvPr id="40217" name="Group 281"/>
          <p:cNvGrpSpPr>
            <a:grpSpLocks/>
          </p:cNvGrpSpPr>
          <p:nvPr/>
        </p:nvGrpSpPr>
        <p:grpSpPr bwMode="auto">
          <a:xfrm>
            <a:off x="6734175" y="2700339"/>
            <a:ext cx="673100" cy="681037"/>
            <a:chOff x="3282" y="1701"/>
            <a:chExt cx="424" cy="429"/>
          </a:xfrm>
        </p:grpSpPr>
        <p:sp>
          <p:nvSpPr>
            <p:cNvPr id="75840" name="Rectangle 282"/>
            <p:cNvSpPr>
              <a:spLocks noChangeArrowheads="1"/>
            </p:cNvSpPr>
            <p:nvPr/>
          </p:nvSpPr>
          <p:spPr bwMode="auto">
            <a:xfrm>
              <a:off x="3424" y="1843"/>
              <a:ext cx="141" cy="141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75841" name="Group 283"/>
            <p:cNvGrpSpPr>
              <a:grpSpLocks/>
            </p:cNvGrpSpPr>
            <p:nvPr/>
          </p:nvGrpSpPr>
          <p:grpSpPr bwMode="auto">
            <a:xfrm>
              <a:off x="3282" y="1701"/>
              <a:ext cx="424" cy="429"/>
              <a:chOff x="3282" y="1701"/>
              <a:chExt cx="424" cy="429"/>
            </a:xfrm>
          </p:grpSpPr>
          <p:sp>
            <p:nvSpPr>
              <p:cNvPr id="75842" name="Rectangle 284"/>
              <p:cNvSpPr>
                <a:spLocks noChangeArrowheads="1"/>
              </p:cNvSpPr>
              <p:nvPr/>
            </p:nvSpPr>
            <p:spPr bwMode="auto">
              <a:xfrm>
                <a:off x="3282" y="1701"/>
                <a:ext cx="141" cy="141"/>
              </a:xfrm>
              <a:prstGeom prst="rect">
                <a:avLst/>
              </a:prstGeom>
              <a:solidFill>
                <a:srgbClr val="FF6600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43" name="Rectangle 285"/>
              <p:cNvSpPr>
                <a:spLocks noChangeArrowheads="1"/>
              </p:cNvSpPr>
              <p:nvPr/>
            </p:nvSpPr>
            <p:spPr bwMode="auto">
              <a:xfrm>
                <a:off x="3282" y="1847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44" name="Rectangle 286"/>
              <p:cNvSpPr>
                <a:spLocks noChangeArrowheads="1"/>
              </p:cNvSpPr>
              <p:nvPr/>
            </p:nvSpPr>
            <p:spPr bwMode="auto">
              <a:xfrm>
                <a:off x="3282" y="1989"/>
                <a:ext cx="141" cy="141"/>
              </a:xfrm>
              <a:prstGeom prst="rect">
                <a:avLst/>
              </a:prstGeom>
              <a:solidFill>
                <a:srgbClr val="FFFFFF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45" name="Rectangle 287"/>
              <p:cNvSpPr>
                <a:spLocks noChangeArrowheads="1"/>
              </p:cNvSpPr>
              <p:nvPr/>
            </p:nvSpPr>
            <p:spPr bwMode="auto">
              <a:xfrm>
                <a:off x="3421" y="1701"/>
                <a:ext cx="141" cy="141"/>
              </a:xfrm>
              <a:prstGeom prst="rect">
                <a:avLst/>
              </a:prstGeom>
              <a:solidFill>
                <a:srgbClr val="FF6600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46" name="Rectangle 288"/>
              <p:cNvSpPr>
                <a:spLocks noChangeArrowheads="1"/>
              </p:cNvSpPr>
              <p:nvPr/>
            </p:nvSpPr>
            <p:spPr bwMode="auto">
              <a:xfrm>
                <a:off x="3565" y="1701"/>
                <a:ext cx="141" cy="141"/>
              </a:xfrm>
              <a:prstGeom prst="rect">
                <a:avLst/>
              </a:prstGeom>
              <a:solidFill>
                <a:srgbClr val="FF6600">
                  <a:alpha val="3803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47" name="Rectangle 289"/>
              <p:cNvSpPr>
                <a:spLocks noChangeArrowheads="1"/>
              </p:cNvSpPr>
              <p:nvPr/>
            </p:nvSpPr>
            <p:spPr bwMode="auto">
              <a:xfrm>
                <a:off x="3565" y="1847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48" name="Rectangle 290"/>
              <p:cNvSpPr>
                <a:spLocks noChangeArrowheads="1"/>
              </p:cNvSpPr>
              <p:nvPr/>
            </p:nvSpPr>
            <p:spPr bwMode="auto">
              <a:xfrm>
                <a:off x="3421" y="198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49" name="Rectangle 291"/>
              <p:cNvSpPr>
                <a:spLocks noChangeArrowheads="1"/>
              </p:cNvSpPr>
              <p:nvPr/>
            </p:nvSpPr>
            <p:spPr bwMode="auto">
              <a:xfrm>
                <a:off x="3565" y="1989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</p:grpSp>
      <p:sp>
        <p:nvSpPr>
          <p:cNvPr id="75791" name="Rectangle 292"/>
          <p:cNvSpPr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At the edges of an image we are missing pixels to form a neighbourhood</a:t>
            </a:r>
          </a:p>
        </p:txBody>
      </p:sp>
      <p:grpSp>
        <p:nvGrpSpPr>
          <p:cNvPr id="40229" name="Group 293"/>
          <p:cNvGrpSpPr>
            <a:grpSpLocks/>
          </p:cNvGrpSpPr>
          <p:nvPr/>
        </p:nvGrpSpPr>
        <p:grpSpPr bwMode="auto">
          <a:xfrm>
            <a:off x="4000500" y="5851525"/>
            <a:ext cx="681038" cy="673100"/>
            <a:chOff x="1560" y="3686"/>
            <a:chExt cx="429" cy="424"/>
          </a:xfrm>
        </p:grpSpPr>
        <p:grpSp>
          <p:nvGrpSpPr>
            <p:cNvPr id="75830" name="Group 294"/>
            <p:cNvGrpSpPr>
              <a:grpSpLocks/>
            </p:cNvGrpSpPr>
            <p:nvPr/>
          </p:nvGrpSpPr>
          <p:grpSpPr bwMode="auto">
            <a:xfrm>
              <a:off x="1560" y="3686"/>
              <a:ext cx="429" cy="424"/>
              <a:chOff x="1560" y="3686"/>
              <a:chExt cx="429" cy="424"/>
            </a:xfrm>
          </p:grpSpPr>
          <p:sp>
            <p:nvSpPr>
              <p:cNvPr id="75832" name="Rectangle 295"/>
              <p:cNvSpPr>
                <a:spLocks noChangeArrowheads="1"/>
              </p:cNvSpPr>
              <p:nvPr/>
            </p:nvSpPr>
            <p:spPr bwMode="auto">
              <a:xfrm rot="-5400000">
                <a:off x="1560" y="3969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33" name="Rectangle 296"/>
              <p:cNvSpPr>
                <a:spLocks noChangeArrowheads="1"/>
              </p:cNvSpPr>
              <p:nvPr/>
            </p:nvSpPr>
            <p:spPr bwMode="auto">
              <a:xfrm rot="-5400000">
                <a:off x="1706" y="3969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34" name="Rectangle 297"/>
              <p:cNvSpPr>
                <a:spLocks noChangeArrowheads="1"/>
              </p:cNvSpPr>
              <p:nvPr/>
            </p:nvSpPr>
            <p:spPr bwMode="auto">
              <a:xfrm rot="-5400000">
                <a:off x="1848" y="3969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35" name="Rectangle 298"/>
              <p:cNvSpPr>
                <a:spLocks noChangeArrowheads="1"/>
              </p:cNvSpPr>
              <p:nvPr/>
            </p:nvSpPr>
            <p:spPr bwMode="auto">
              <a:xfrm rot="-5400000">
                <a:off x="1560" y="3830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36" name="Rectangle 299"/>
              <p:cNvSpPr>
                <a:spLocks noChangeArrowheads="1"/>
              </p:cNvSpPr>
              <p:nvPr/>
            </p:nvSpPr>
            <p:spPr bwMode="auto">
              <a:xfrm rot="-5400000">
                <a:off x="1560" y="3686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37" name="Rectangle 300"/>
              <p:cNvSpPr>
                <a:spLocks noChangeArrowheads="1"/>
              </p:cNvSpPr>
              <p:nvPr/>
            </p:nvSpPr>
            <p:spPr bwMode="auto">
              <a:xfrm rot="-5400000">
                <a:off x="1706" y="368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38" name="Rectangle 301"/>
              <p:cNvSpPr>
                <a:spLocks noChangeArrowheads="1"/>
              </p:cNvSpPr>
              <p:nvPr/>
            </p:nvSpPr>
            <p:spPr bwMode="auto">
              <a:xfrm rot="-5400000">
                <a:off x="1848" y="3830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39" name="Rectangle 302"/>
              <p:cNvSpPr>
                <a:spLocks noChangeArrowheads="1"/>
              </p:cNvSpPr>
              <p:nvPr/>
            </p:nvSpPr>
            <p:spPr bwMode="auto">
              <a:xfrm rot="-5400000">
                <a:off x="1848" y="368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sp>
          <p:nvSpPr>
            <p:cNvPr id="75831" name="Rectangle 303"/>
            <p:cNvSpPr>
              <a:spLocks noChangeArrowheads="1"/>
            </p:cNvSpPr>
            <p:nvPr/>
          </p:nvSpPr>
          <p:spPr bwMode="auto">
            <a:xfrm>
              <a:off x="1700" y="3833"/>
              <a:ext cx="141" cy="141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40240" name="Group 304"/>
          <p:cNvGrpSpPr>
            <a:grpSpLocks/>
          </p:cNvGrpSpPr>
          <p:nvPr/>
        </p:nvGrpSpPr>
        <p:grpSpPr bwMode="auto">
          <a:xfrm>
            <a:off x="7400925" y="5849939"/>
            <a:ext cx="673100" cy="681037"/>
            <a:chOff x="3702" y="3685"/>
            <a:chExt cx="424" cy="429"/>
          </a:xfrm>
        </p:grpSpPr>
        <p:grpSp>
          <p:nvGrpSpPr>
            <p:cNvPr id="75820" name="Group 305"/>
            <p:cNvGrpSpPr>
              <a:grpSpLocks/>
            </p:cNvGrpSpPr>
            <p:nvPr/>
          </p:nvGrpSpPr>
          <p:grpSpPr bwMode="auto">
            <a:xfrm>
              <a:off x="3702" y="3685"/>
              <a:ext cx="424" cy="429"/>
              <a:chOff x="3702" y="3685"/>
              <a:chExt cx="424" cy="429"/>
            </a:xfrm>
          </p:grpSpPr>
          <p:sp>
            <p:nvSpPr>
              <p:cNvPr id="75822" name="Rectangle 306"/>
              <p:cNvSpPr>
                <a:spLocks noChangeArrowheads="1"/>
              </p:cNvSpPr>
              <p:nvPr/>
            </p:nvSpPr>
            <p:spPr bwMode="auto">
              <a:xfrm rot="10800000">
                <a:off x="3985" y="3974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23" name="Rectangle 307"/>
              <p:cNvSpPr>
                <a:spLocks noChangeArrowheads="1"/>
              </p:cNvSpPr>
              <p:nvPr/>
            </p:nvSpPr>
            <p:spPr bwMode="auto">
              <a:xfrm rot="10800000">
                <a:off x="3985" y="3828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24" name="Rectangle 308"/>
              <p:cNvSpPr>
                <a:spLocks noChangeArrowheads="1"/>
              </p:cNvSpPr>
              <p:nvPr/>
            </p:nvSpPr>
            <p:spPr bwMode="auto">
              <a:xfrm rot="10800000">
                <a:off x="3985" y="3686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25" name="Rectangle 309"/>
              <p:cNvSpPr>
                <a:spLocks noChangeArrowheads="1"/>
              </p:cNvSpPr>
              <p:nvPr/>
            </p:nvSpPr>
            <p:spPr bwMode="auto">
              <a:xfrm rot="10800000">
                <a:off x="3846" y="3974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26" name="Rectangle 310"/>
              <p:cNvSpPr>
                <a:spLocks noChangeArrowheads="1"/>
              </p:cNvSpPr>
              <p:nvPr/>
            </p:nvSpPr>
            <p:spPr bwMode="auto">
              <a:xfrm rot="10800000">
                <a:off x="3702" y="3974"/>
                <a:ext cx="141" cy="141"/>
              </a:xfrm>
              <a:prstGeom prst="rect">
                <a:avLst/>
              </a:prstGeom>
              <a:solidFill>
                <a:srgbClr val="FF6600">
                  <a:alpha val="49019"/>
                </a:srgbClr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27" name="Rectangle 311"/>
              <p:cNvSpPr>
                <a:spLocks noChangeArrowheads="1"/>
              </p:cNvSpPr>
              <p:nvPr/>
            </p:nvSpPr>
            <p:spPr bwMode="auto">
              <a:xfrm rot="10800000">
                <a:off x="3702" y="3828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28" name="Rectangle 312"/>
              <p:cNvSpPr>
                <a:spLocks noChangeArrowheads="1"/>
              </p:cNvSpPr>
              <p:nvPr/>
            </p:nvSpPr>
            <p:spPr bwMode="auto">
              <a:xfrm rot="10800000">
                <a:off x="3846" y="368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5829" name="Rectangle 313"/>
              <p:cNvSpPr>
                <a:spLocks noChangeArrowheads="1"/>
              </p:cNvSpPr>
              <p:nvPr/>
            </p:nvSpPr>
            <p:spPr bwMode="auto">
              <a:xfrm rot="10800000">
                <a:off x="3702" y="3686"/>
                <a:ext cx="141" cy="141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sp>
          <p:nvSpPr>
            <p:cNvPr id="75821" name="Rectangle 314"/>
            <p:cNvSpPr>
              <a:spLocks noChangeArrowheads="1"/>
            </p:cNvSpPr>
            <p:nvPr/>
          </p:nvSpPr>
          <p:spPr bwMode="auto">
            <a:xfrm>
              <a:off x="3846" y="3827"/>
              <a:ext cx="141" cy="141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40251" name="Group 315"/>
          <p:cNvGrpSpPr>
            <a:grpSpLocks/>
          </p:cNvGrpSpPr>
          <p:nvPr/>
        </p:nvGrpSpPr>
        <p:grpSpPr bwMode="auto">
          <a:xfrm>
            <a:off x="4002089" y="3805239"/>
            <a:ext cx="1131887" cy="1144587"/>
            <a:chOff x="1561" y="2397"/>
            <a:chExt cx="713" cy="721"/>
          </a:xfrm>
        </p:grpSpPr>
        <p:sp>
          <p:nvSpPr>
            <p:cNvPr id="75795" name="Rectangle 316"/>
            <p:cNvSpPr>
              <a:spLocks noChangeArrowheads="1"/>
            </p:cNvSpPr>
            <p:nvPr/>
          </p:nvSpPr>
          <p:spPr bwMode="auto">
            <a:xfrm>
              <a:off x="1845" y="2687"/>
              <a:ext cx="141" cy="141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75796" name="Rectangle 317"/>
            <p:cNvSpPr>
              <a:spLocks noChangeArrowheads="1"/>
            </p:cNvSpPr>
            <p:nvPr/>
          </p:nvSpPr>
          <p:spPr bwMode="auto">
            <a:xfrm>
              <a:off x="1703" y="2545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797" name="Rectangle 318"/>
            <p:cNvSpPr>
              <a:spLocks noChangeArrowheads="1"/>
            </p:cNvSpPr>
            <p:nvPr/>
          </p:nvSpPr>
          <p:spPr bwMode="auto">
            <a:xfrm>
              <a:off x="1703" y="2691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798" name="Rectangle 319"/>
            <p:cNvSpPr>
              <a:spLocks noChangeArrowheads="1"/>
            </p:cNvSpPr>
            <p:nvPr/>
          </p:nvSpPr>
          <p:spPr bwMode="auto">
            <a:xfrm>
              <a:off x="1703" y="2833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799" name="Rectangle 320"/>
            <p:cNvSpPr>
              <a:spLocks noChangeArrowheads="1"/>
            </p:cNvSpPr>
            <p:nvPr/>
          </p:nvSpPr>
          <p:spPr bwMode="auto">
            <a:xfrm>
              <a:off x="1842" y="2545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0" name="Rectangle 321"/>
            <p:cNvSpPr>
              <a:spLocks noChangeArrowheads="1"/>
            </p:cNvSpPr>
            <p:nvPr/>
          </p:nvSpPr>
          <p:spPr bwMode="auto">
            <a:xfrm>
              <a:off x="1986" y="2545"/>
              <a:ext cx="141" cy="141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1" name="Rectangle 322"/>
            <p:cNvSpPr>
              <a:spLocks noChangeArrowheads="1"/>
            </p:cNvSpPr>
            <p:nvPr/>
          </p:nvSpPr>
          <p:spPr bwMode="auto">
            <a:xfrm>
              <a:off x="1986" y="2691"/>
              <a:ext cx="141" cy="141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2" name="Rectangle 323"/>
            <p:cNvSpPr>
              <a:spLocks noChangeArrowheads="1"/>
            </p:cNvSpPr>
            <p:nvPr/>
          </p:nvSpPr>
          <p:spPr bwMode="auto">
            <a:xfrm>
              <a:off x="1842" y="2833"/>
              <a:ext cx="141" cy="141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3" name="Rectangle 324"/>
            <p:cNvSpPr>
              <a:spLocks noChangeArrowheads="1"/>
            </p:cNvSpPr>
            <p:nvPr/>
          </p:nvSpPr>
          <p:spPr bwMode="auto">
            <a:xfrm>
              <a:off x="1986" y="2833"/>
              <a:ext cx="141" cy="141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4" name="Rectangle 325"/>
            <p:cNvSpPr>
              <a:spLocks noChangeArrowheads="1"/>
            </p:cNvSpPr>
            <p:nvPr/>
          </p:nvSpPr>
          <p:spPr bwMode="auto">
            <a:xfrm>
              <a:off x="1561" y="2545"/>
              <a:ext cx="141" cy="141"/>
            </a:xfrm>
            <a:prstGeom prst="rect">
              <a:avLst/>
            </a:prstGeom>
            <a:solidFill>
              <a:srgbClr val="FF6600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5" name="Rectangle 326"/>
            <p:cNvSpPr>
              <a:spLocks noChangeArrowheads="1"/>
            </p:cNvSpPr>
            <p:nvPr/>
          </p:nvSpPr>
          <p:spPr bwMode="auto">
            <a:xfrm>
              <a:off x="1561" y="2691"/>
              <a:ext cx="141" cy="141"/>
            </a:xfrm>
            <a:prstGeom prst="rect">
              <a:avLst/>
            </a:prstGeom>
            <a:solidFill>
              <a:srgbClr val="FF6600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6" name="Rectangle 327"/>
            <p:cNvSpPr>
              <a:spLocks noChangeArrowheads="1"/>
            </p:cNvSpPr>
            <p:nvPr/>
          </p:nvSpPr>
          <p:spPr bwMode="auto">
            <a:xfrm>
              <a:off x="1561" y="2833"/>
              <a:ext cx="141" cy="141"/>
            </a:xfrm>
            <a:prstGeom prst="rect">
              <a:avLst/>
            </a:prstGeom>
            <a:solidFill>
              <a:srgbClr val="FF6600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7" name="Rectangle 328"/>
            <p:cNvSpPr>
              <a:spLocks noChangeArrowheads="1"/>
            </p:cNvSpPr>
            <p:nvPr/>
          </p:nvSpPr>
          <p:spPr bwMode="auto">
            <a:xfrm>
              <a:off x="2133" y="2545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8" name="Rectangle 329"/>
            <p:cNvSpPr>
              <a:spLocks noChangeArrowheads="1"/>
            </p:cNvSpPr>
            <p:nvPr/>
          </p:nvSpPr>
          <p:spPr bwMode="auto">
            <a:xfrm>
              <a:off x="2133" y="2691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09" name="Rectangle 330"/>
            <p:cNvSpPr>
              <a:spLocks noChangeArrowheads="1"/>
            </p:cNvSpPr>
            <p:nvPr/>
          </p:nvSpPr>
          <p:spPr bwMode="auto">
            <a:xfrm>
              <a:off x="2133" y="2833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0" name="Rectangle 331"/>
            <p:cNvSpPr>
              <a:spLocks noChangeArrowheads="1"/>
            </p:cNvSpPr>
            <p:nvPr/>
          </p:nvSpPr>
          <p:spPr bwMode="auto">
            <a:xfrm>
              <a:off x="1703" y="2397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1" name="Rectangle 332"/>
            <p:cNvSpPr>
              <a:spLocks noChangeArrowheads="1"/>
            </p:cNvSpPr>
            <p:nvPr/>
          </p:nvSpPr>
          <p:spPr bwMode="auto">
            <a:xfrm>
              <a:off x="1842" y="2397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2" name="Rectangle 333"/>
            <p:cNvSpPr>
              <a:spLocks noChangeArrowheads="1"/>
            </p:cNvSpPr>
            <p:nvPr/>
          </p:nvSpPr>
          <p:spPr bwMode="auto">
            <a:xfrm>
              <a:off x="1986" y="2397"/>
              <a:ext cx="141" cy="141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3" name="Rectangle 334"/>
            <p:cNvSpPr>
              <a:spLocks noChangeArrowheads="1"/>
            </p:cNvSpPr>
            <p:nvPr/>
          </p:nvSpPr>
          <p:spPr bwMode="auto">
            <a:xfrm>
              <a:off x="1561" y="2397"/>
              <a:ext cx="141" cy="141"/>
            </a:xfrm>
            <a:prstGeom prst="rect">
              <a:avLst/>
            </a:prstGeom>
            <a:solidFill>
              <a:srgbClr val="FF6600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4" name="Rectangle 335"/>
            <p:cNvSpPr>
              <a:spLocks noChangeArrowheads="1"/>
            </p:cNvSpPr>
            <p:nvPr/>
          </p:nvSpPr>
          <p:spPr bwMode="auto">
            <a:xfrm>
              <a:off x="2133" y="2397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5" name="Rectangle 336"/>
            <p:cNvSpPr>
              <a:spLocks noChangeArrowheads="1"/>
            </p:cNvSpPr>
            <p:nvPr/>
          </p:nvSpPr>
          <p:spPr bwMode="auto">
            <a:xfrm>
              <a:off x="1703" y="2977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6" name="Rectangle 337"/>
            <p:cNvSpPr>
              <a:spLocks noChangeArrowheads="1"/>
            </p:cNvSpPr>
            <p:nvPr/>
          </p:nvSpPr>
          <p:spPr bwMode="auto">
            <a:xfrm>
              <a:off x="1842" y="2977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7" name="Rectangle 338"/>
            <p:cNvSpPr>
              <a:spLocks noChangeArrowheads="1"/>
            </p:cNvSpPr>
            <p:nvPr/>
          </p:nvSpPr>
          <p:spPr bwMode="auto">
            <a:xfrm>
              <a:off x="1986" y="2977"/>
              <a:ext cx="141" cy="141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8" name="Rectangle 339"/>
            <p:cNvSpPr>
              <a:spLocks noChangeArrowheads="1"/>
            </p:cNvSpPr>
            <p:nvPr/>
          </p:nvSpPr>
          <p:spPr bwMode="auto">
            <a:xfrm>
              <a:off x="1561" y="2977"/>
              <a:ext cx="141" cy="141"/>
            </a:xfrm>
            <a:prstGeom prst="rect">
              <a:avLst/>
            </a:prstGeom>
            <a:solidFill>
              <a:srgbClr val="FF6600">
                <a:alpha val="50195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75819" name="Rectangle 340"/>
            <p:cNvSpPr>
              <a:spLocks noChangeArrowheads="1"/>
            </p:cNvSpPr>
            <p:nvPr/>
          </p:nvSpPr>
          <p:spPr bwMode="auto">
            <a:xfrm>
              <a:off x="2133" y="2977"/>
              <a:ext cx="141" cy="141"/>
            </a:xfrm>
            <a:prstGeom prst="rect">
              <a:avLst/>
            </a:prstGeom>
            <a:solidFill>
              <a:srgbClr val="FFFFFF">
                <a:alpha val="38039"/>
              </a:srgbClr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66992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12" dur="500"/>
                                        <p:tgtEl>
                                          <p:spTgt spid="40181"/>
                                        </p:tgtEl>
                                      </p:cBhvr>
                                    </p:animEffect>
                                    <p:set>
                                      <p:cBhvr additive="repl"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500"/>
                                        <p:tgtEl>
                                          <p:spTgt spid="4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500"/>
                                        <p:tgtEl>
                                          <p:spTgt spid="4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4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4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" dur="500"/>
                                        <p:tgtEl>
                                          <p:spTgt spid="4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500"/>
                                        <p:tgtEl>
                                          <p:spTgt spid="4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Strange Things Happen At The Edges! (cont…)</a:t>
            </a:r>
          </a:p>
        </p:txBody>
      </p:sp>
      <p:sp>
        <p:nvSpPr>
          <p:cNvPr id="7782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There are a few approaches to dealing with missing edge pixels: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Omit missing pixels</a:t>
            </a:r>
          </a:p>
          <a:p>
            <a:pPr lvl="2">
              <a:spcBef>
                <a:spcPts val="600"/>
              </a:spcBef>
              <a:buFont typeface="Times New Roman" panose="02020603050405020304" pitchFamily="18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Only works with some filters</a:t>
            </a:r>
          </a:p>
          <a:p>
            <a:pPr lvl="2">
              <a:spcBef>
                <a:spcPts val="600"/>
              </a:spcBef>
              <a:buFont typeface="Times New Roman" panose="02020603050405020304" pitchFamily="18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Can add extra code and slow down processing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Pad the image </a:t>
            </a:r>
          </a:p>
          <a:p>
            <a:pPr lvl="2">
              <a:spcBef>
                <a:spcPts val="600"/>
              </a:spcBef>
              <a:buFont typeface="Times New Roman" panose="02020603050405020304" pitchFamily="18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Typically with either all white or all black pixels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Replicate border pixels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Truncate the image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Allow pixels </a:t>
            </a:r>
            <a:r>
              <a:rPr lang="en-IE" altLang="en-US" sz="2800" i="1">
                <a:solidFill>
                  <a:srgbClr val="000000"/>
                </a:solidFill>
              </a:rPr>
              <a:t>wrap around</a:t>
            </a:r>
            <a:r>
              <a:rPr lang="en-IE" altLang="en-US" sz="2800">
                <a:solidFill>
                  <a:srgbClr val="000000"/>
                </a:solidFill>
              </a:rPr>
              <a:t> the image</a:t>
            </a:r>
          </a:p>
          <a:p>
            <a:pPr lvl="2">
              <a:spcBef>
                <a:spcPts val="600"/>
              </a:spcBef>
              <a:buFont typeface="Times New Roman" panose="02020603050405020304" pitchFamily="18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Can cause some strange image artefacts</a:t>
            </a:r>
          </a:p>
        </p:txBody>
      </p:sp>
    </p:spTree>
    <p:extLst>
      <p:ext uri="{BB962C8B-B14F-4D97-AF65-F5344CB8AC3E}">
        <p14:creationId xmlns:p14="http://schemas.microsoft.com/office/powerpoint/2010/main" val="6918365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Simple Neighbourhood Operations Example</a:t>
            </a:r>
          </a:p>
        </p:txBody>
      </p:sp>
      <p:grpSp>
        <p:nvGrpSpPr>
          <p:cNvPr id="79875" name="Group 2"/>
          <p:cNvGrpSpPr>
            <a:grpSpLocks/>
          </p:cNvGrpSpPr>
          <p:nvPr/>
        </p:nvGrpSpPr>
        <p:grpSpPr bwMode="auto">
          <a:xfrm>
            <a:off x="3937001" y="1981201"/>
            <a:ext cx="4564063" cy="4073525"/>
            <a:chOff x="1520" y="1248"/>
            <a:chExt cx="2875" cy="2566"/>
          </a:xfrm>
        </p:grpSpPr>
        <p:sp>
          <p:nvSpPr>
            <p:cNvPr id="79876" name="Rectangle 3"/>
            <p:cNvSpPr>
              <a:spLocks noChangeArrowheads="1"/>
            </p:cNvSpPr>
            <p:nvPr/>
          </p:nvSpPr>
          <p:spPr bwMode="auto">
            <a:xfrm>
              <a:off x="1697" y="1523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123</a:t>
              </a:r>
            </a:p>
          </p:txBody>
        </p:sp>
        <p:sp>
          <p:nvSpPr>
            <p:cNvPr id="79877" name="Rectangle 4"/>
            <p:cNvSpPr>
              <a:spLocks noChangeArrowheads="1"/>
            </p:cNvSpPr>
            <p:nvPr/>
          </p:nvSpPr>
          <p:spPr bwMode="auto">
            <a:xfrm>
              <a:off x="2081" y="1523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127</a:t>
              </a:r>
            </a:p>
          </p:txBody>
        </p:sp>
        <p:sp>
          <p:nvSpPr>
            <p:cNvPr id="79878" name="Rectangle 5"/>
            <p:cNvSpPr>
              <a:spLocks noChangeArrowheads="1"/>
            </p:cNvSpPr>
            <p:nvPr/>
          </p:nvSpPr>
          <p:spPr bwMode="auto">
            <a:xfrm>
              <a:off x="2462" y="1523"/>
              <a:ext cx="379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9879" name="Rectangle 6"/>
            <p:cNvSpPr>
              <a:spLocks noChangeArrowheads="1"/>
            </p:cNvSpPr>
            <p:nvPr/>
          </p:nvSpPr>
          <p:spPr bwMode="auto">
            <a:xfrm>
              <a:off x="2844" y="1523"/>
              <a:ext cx="380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119</a:t>
              </a:r>
            </a:p>
          </p:txBody>
        </p:sp>
        <p:sp>
          <p:nvSpPr>
            <p:cNvPr id="79880" name="Rectangle 7"/>
            <p:cNvSpPr>
              <a:spLocks noChangeArrowheads="1"/>
            </p:cNvSpPr>
            <p:nvPr/>
          </p:nvSpPr>
          <p:spPr bwMode="auto">
            <a:xfrm>
              <a:off x="3227" y="1523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115</a:t>
              </a:r>
            </a:p>
          </p:txBody>
        </p:sp>
        <p:sp>
          <p:nvSpPr>
            <p:cNvPr id="79881" name="Rectangle 8"/>
            <p:cNvSpPr>
              <a:spLocks noChangeArrowheads="1"/>
            </p:cNvSpPr>
            <p:nvPr/>
          </p:nvSpPr>
          <p:spPr bwMode="auto">
            <a:xfrm>
              <a:off x="3594" y="1523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130</a:t>
              </a:r>
            </a:p>
          </p:txBody>
        </p:sp>
        <p:sp>
          <p:nvSpPr>
            <p:cNvPr id="79882" name="Rectangle 9"/>
            <p:cNvSpPr>
              <a:spLocks noChangeArrowheads="1"/>
            </p:cNvSpPr>
            <p:nvPr/>
          </p:nvSpPr>
          <p:spPr bwMode="auto">
            <a:xfrm>
              <a:off x="1697" y="1899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140</a:t>
              </a:r>
            </a:p>
          </p:txBody>
        </p:sp>
        <p:sp>
          <p:nvSpPr>
            <p:cNvPr id="79883" name="Rectangle 10"/>
            <p:cNvSpPr>
              <a:spLocks noChangeArrowheads="1"/>
            </p:cNvSpPr>
            <p:nvPr/>
          </p:nvSpPr>
          <p:spPr bwMode="auto">
            <a:xfrm>
              <a:off x="2081" y="1899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145</a:t>
              </a:r>
            </a:p>
          </p:txBody>
        </p:sp>
        <p:sp>
          <p:nvSpPr>
            <p:cNvPr id="79884" name="Rectangle 11"/>
            <p:cNvSpPr>
              <a:spLocks noChangeArrowheads="1"/>
            </p:cNvSpPr>
            <p:nvPr/>
          </p:nvSpPr>
          <p:spPr bwMode="auto">
            <a:xfrm>
              <a:off x="2462" y="1899"/>
              <a:ext cx="379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148</a:t>
              </a:r>
            </a:p>
          </p:txBody>
        </p:sp>
        <p:sp>
          <p:nvSpPr>
            <p:cNvPr id="79885" name="Rectangle 12"/>
            <p:cNvSpPr>
              <a:spLocks noChangeArrowheads="1"/>
            </p:cNvSpPr>
            <p:nvPr/>
          </p:nvSpPr>
          <p:spPr bwMode="auto">
            <a:xfrm>
              <a:off x="2844" y="1899"/>
              <a:ext cx="380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153</a:t>
              </a:r>
            </a:p>
          </p:txBody>
        </p:sp>
        <p:sp>
          <p:nvSpPr>
            <p:cNvPr id="79886" name="Rectangle 13"/>
            <p:cNvSpPr>
              <a:spLocks noChangeArrowheads="1"/>
            </p:cNvSpPr>
            <p:nvPr/>
          </p:nvSpPr>
          <p:spPr bwMode="auto">
            <a:xfrm>
              <a:off x="3227" y="1899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167</a:t>
              </a:r>
            </a:p>
          </p:txBody>
        </p:sp>
        <p:sp>
          <p:nvSpPr>
            <p:cNvPr id="79887" name="Rectangle 14"/>
            <p:cNvSpPr>
              <a:spLocks noChangeArrowheads="1"/>
            </p:cNvSpPr>
            <p:nvPr/>
          </p:nvSpPr>
          <p:spPr bwMode="auto">
            <a:xfrm>
              <a:off x="3594" y="1899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172</a:t>
              </a:r>
            </a:p>
          </p:txBody>
        </p:sp>
        <p:sp>
          <p:nvSpPr>
            <p:cNvPr id="79888" name="Rectangle 15"/>
            <p:cNvSpPr>
              <a:spLocks noChangeArrowheads="1"/>
            </p:cNvSpPr>
            <p:nvPr/>
          </p:nvSpPr>
          <p:spPr bwMode="auto">
            <a:xfrm>
              <a:off x="1697" y="2282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133</a:t>
              </a:r>
            </a:p>
          </p:txBody>
        </p:sp>
        <p:sp>
          <p:nvSpPr>
            <p:cNvPr id="79889" name="Rectangle 16"/>
            <p:cNvSpPr>
              <a:spLocks noChangeArrowheads="1"/>
            </p:cNvSpPr>
            <p:nvPr/>
          </p:nvSpPr>
          <p:spPr bwMode="auto">
            <a:xfrm>
              <a:off x="2081" y="2282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154</a:t>
              </a:r>
            </a:p>
          </p:txBody>
        </p:sp>
        <p:sp>
          <p:nvSpPr>
            <p:cNvPr id="79890" name="Rectangle 17"/>
            <p:cNvSpPr>
              <a:spLocks noChangeArrowheads="1"/>
            </p:cNvSpPr>
            <p:nvPr/>
          </p:nvSpPr>
          <p:spPr bwMode="auto">
            <a:xfrm>
              <a:off x="2462" y="2282"/>
              <a:ext cx="379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183</a:t>
              </a:r>
            </a:p>
          </p:txBody>
        </p:sp>
        <p:sp>
          <p:nvSpPr>
            <p:cNvPr id="79891" name="Rectangle 18"/>
            <p:cNvSpPr>
              <a:spLocks noChangeArrowheads="1"/>
            </p:cNvSpPr>
            <p:nvPr/>
          </p:nvSpPr>
          <p:spPr bwMode="auto">
            <a:xfrm>
              <a:off x="2844" y="2282"/>
              <a:ext cx="380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192</a:t>
              </a:r>
            </a:p>
          </p:txBody>
        </p:sp>
        <p:sp>
          <p:nvSpPr>
            <p:cNvPr id="79892" name="Rectangle 19"/>
            <p:cNvSpPr>
              <a:spLocks noChangeArrowheads="1"/>
            </p:cNvSpPr>
            <p:nvPr/>
          </p:nvSpPr>
          <p:spPr bwMode="auto">
            <a:xfrm>
              <a:off x="3227" y="2282"/>
              <a:ext cx="378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194</a:t>
              </a:r>
            </a:p>
          </p:txBody>
        </p:sp>
        <p:sp>
          <p:nvSpPr>
            <p:cNvPr id="79893" name="Rectangle 20"/>
            <p:cNvSpPr>
              <a:spLocks noChangeArrowheads="1"/>
            </p:cNvSpPr>
            <p:nvPr/>
          </p:nvSpPr>
          <p:spPr bwMode="auto">
            <a:xfrm>
              <a:off x="3594" y="2282"/>
              <a:ext cx="381" cy="379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191</a:t>
              </a:r>
            </a:p>
          </p:txBody>
        </p:sp>
        <p:sp>
          <p:nvSpPr>
            <p:cNvPr id="79894" name="Rectangle 21"/>
            <p:cNvSpPr>
              <a:spLocks noChangeArrowheads="1"/>
            </p:cNvSpPr>
            <p:nvPr/>
          </p:nvSpPr>
          <p:spPr bwMode="auto">
            <a:xfrm>
              <a:off x="1697" y="2658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194</a:t>
              </a:r>
            </a:p>
          </p:txBody>
        </p:sp>
        <p:sp>
          <p:nvSpPr>
            <p:cNvPr id="79895" name="Rectangle 22"/>
            <p:cNvSpPr>
              <a:spLocks noChangeArrowheads="1"/>
            </p:cNvSpPr>
            <p:nvPr/>
          </p:nvSpPr>
          <p:spPr bwMode="auto">
            <a:xfrm>
              <a:off x="2081" y="2658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199</a:t>
              </a:r>
            </a:p>
          </p:txBody>
        </p:sp>
        <p:sp>
          <p:nvSpPr>
            <p:cNvPr id="79896" name="Rectangle 23"/>
            <p:cNvSpPr>
              <a:spLocks noChangeArrowheads="1"/>
            </p:cNvSpPr>
            <p:nvPr/>
          </p:nvSpPr>
          <p:spPr bwMode="auto">
            <a:xfrm>
              <a:off x="2462" y="2658"/>
              <a:ext cx="379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207</a:t>
              </a:r>
            </a:p>
          </p:txBody>
        </p:sp>
        <p:sp>
          <p:nvSpPr>
            <p:cNvPr id="79897" name="Rectangle 24"/>
            <p:cNvSpPr>
              <a:spLocks noChangeArrowheads="1"/>
            </p:cNvSpPr>
            <p:nvPr/>
          </p:nvSpPr>
          <p:spPr bwMode="auto">
            <a:xfrm>
              <a:off x="2844" y="2658"/>
              <a:ext cx="380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210</a:t>
              </a:r>
            </a:p>
          </p:txBody>
        </p:sp>
        <p:sp>
          <p:nvSpPr>
            <p:cNvPr id="79898" name="Rectangle 25"/>
            <p:cNvSpPr>
              <a:spLocks noChangeArrowheads="1"/>
            </p:cNvSpPr>
            <p:nvPr/>
          </p:nvSpPr>
          <p:spPr bwMode="auto">
            <a:xfrm>
              <a:off x="3227" y="2658"/>
              <a:ext cx="378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198</a:t>
              </a:r>
            </a:p>
          </p:txBody>
        </p:sp>
        <p:sp>
          <p:nvSpPr>
            <p:cNvPr id="79899" name="Rectangle 26"/>
            <p:cNvSpPr>
              <a:spLocks noChangeArrowheads="1"/>
            </p:cNvSpPr>
            <p:nvPr/>
          </p:nvSpPr>
          <p:spPr bwMode="auto">
            <a:xfrm>
              <a:off x="3594" y="2658"/>
              <a:ext cx="381" cy="3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195</a:t>
              </a:r>
            </a:p>
          </p:txBody>
        </p:sp>
        <p:sp>
          <p:nvSpPr>
            <p:cNvPr id="79900" name="Rectangle 27"/>
            <p:cNvSpPr>
              <a:spLocks noChangeArrowheads="1"/>
            </p:cNvSpPr>
            <p:nvPr/>
          </p:nvSpPr>
          <p:spPr bwMode="auto">
            <a:xfrm>
              <a:off x="1697" y="3023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164</a:t>
              </a:r>
            </a:p>
          </p:txBody>
        </p:sp>
        <p:sp>
          <p:nvSpPr>
            <p:cNvPr id="79901" name="Rectangle 28"/>
            <p:cNvSpPr>
              <a:spLocks noChangeArrowheads="1"/>
            </p:cNvSpPr>
            <p:nvPr/>
          </p:nvSpPr>
          <p:spPr bwMode="auto">
            <a:xfrm>
              <a:off x="2081" y="3023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170</a:t>
              </a:r>
            </a:p>
          </p:txBody>
        </p:sp>
        <p:sp>
          <p:nvSpPr>
            <p:cNvPr id="79902" name="Rectangle 29"/>
            <p:cNvSpPr>
              <a:spLocks noChangeArrowheads="1"/>
            </p:cNvSpPr>
            <p:nvPr/>
          </p:nvSpPr>
          <p:spPr bwMode="auto">
            <a:xfrm>
              <a:off x="2462" y="3023"/>
              <a:ext cx="379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175</a:t>
              </a:r>
            </a:p>
          </p:txBody>
        </p:sp>
        <p:sp>
          <p:nvSpPr>
            <p:cNvPr id="79903" name="Rectangle 30"/>
            <p:cNvSpPr>
              <a:spLocks noChangeArrowheads="1"/>
            </p:cNvSpPr>
            <p:nvPr/>
          </p:nvSpPr>
          <p:spPr bwMode="auto">
            <a:xfrm>
              <a:off x="2844" y="3023"/>
              <a:ext cx="380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162</a:t>
              </a:r>
            </a:p>
          </p:txBody>
        </p:sp>
        <p:sp>
          <p:nvSpPr>
            <p:cNvPr id="79904" name="Rectangle 31"/>
            <p:cNvSpPr>
              <a:spLocks noChangeArrowheads="1"/>
            </p:cNvSpPr>
            <p:nvPr/>
          </p:nvSpPr>
          <p:spPr bwMode="auto">
            <a:xfrm>
              <a:off x="3227" y="3023"/>
              <a:ext cx="378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173</a:t>
              </a:r>
            </a:p>
          </p:txBody>
        </p:sp>
        <p:sp>
          <p:nvSpPr>
            <p:cNvPr id="79905" name="Rectangle 32"/>
            <p:cNvSpPr>
              <a:spLocks noChangeArrowheads="1"/>
            </p:cNvSpPr>
            <p:nvPr/>
          </p:nvSpPr>
          <p:spPr bwMode="auto">
            <a:xfrm>
              <a:off x="3594" y="3023"/>
              <a:ext cx="381" cy="378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151</a:t>
              </a:r>
            </a:p>
          </p:txBody>
        </p:sp>
        <p:sp>
          <p:nvSpPr>
            <p:cNvPr id="79906" name="Line 33"/>
            <p:cNvSpPr>
              <a:spLocks noChangeShapeType="1"/>
            </p:cNvSpPr>
            <p:nvPr/>
          </p:nvSpPr>
          <p:spPr bwMode="auto">
            <a:xfrm>
              <a:off x="1697" y="1523"/>
              <a:ext cx="2600" cy="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907" name="Line 34"/>
            <p:cNvSpPr>
              <a:spLocks noChangeShapeType="1"/>
            </p:cNvSpPr>
            <p:nvPr/>
          </p:nvSpPr>
          <p:spPr bwMode="auto">
            <a:xfrm>
              <a:off x="1697" y="1523"/>
              <a:ext cx="0" cy="2130"/>
            </a:xfrm>
            <a:prstGeom prst="line">
              <a:avLst/>
            </a:prstGeom>
            <a:noFill/>
            <a:ln w="25560">
              <a:solidFill>
                <a:srgbClr val="333399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908" name="Text Box 35"/>
            <p:cNvSpPr txBox="1">
              <a:spLocks noChangeArrowheads="1"/>
            </p:cNvSpPr>
            <p:nvPr/>
          </p:nvSpPr>
          <p:spPr bwMode="auto">
            <a:xfrm>
              <a:off x="4156" y="1248"/>
              <a:ext cx="2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22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79909" name="Text Box 36"/>
            <p:cNvSpPr txBox="1">
              <a:spLocks noChangeArrowheads="1"/>
            </p:cNvSpPr>
            <p:nvPr/>
          </p:nvSpPr>
          <p:spPr bwMode="auto">
            <a:xfrm>
              <a:off x="1520" y="3525"/>
              <a:ext cx="25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2200" b="1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grpSp>
          <p:nvGrpSpPr>
            <p:cNvPr id="79910" name="Group 37"/>
            <p:cNvGrpSpPr>
              <a:grpSpLocks/>
            </p:cNvGrpSpPr>
            <p:nvPr/>
          </p:nvGrpSpPr>
          <p:grpSpPr bwMode="auto">
            <a:xfrm>
              <a:off x="4012" y="2423"/>
              <a:ext cx="358" cy="86"/>
              <a:chOff x="4012" y="2423"/>
              <a:chExt cx="358" cy="86"/>
            </a:xfrm>
          </p:grpSpPr>
          <p:sp>
            <p:nvSpPr>
              <p:cNvPr id="79915" name="Oval 38"/>
              <p:cNvSpPr>
                <a:spLocks noChangeArrowheads="1"/>
              </p:cNvSpPr>
              <p:nvPr/>
            </p:nvSpPr>
            <p:spPr bwMode="auto">
              <a:xfrm>
                <a:off x="4012" y="2423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9916" name="Oval 39"/>
              <p:cNvSpPr>
                <a:spLocks noChangeArrowheads="1"/>
              </p:cNvSpPr>
              <p:nvPr/>
            </p:nvSpPr>
            <p:spPr bwMode="auto">
              <a:xfrm>
                <a:off x="4148" y="2423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9917" name="Oval 40"/>
              <p:cNvSpPr>
                <a:spLocks noChangeArrowheads="1"/>
              </p:cNvSpPr>
              <p:nvPr/>
            </p:nvSpPr>
            <p:spPr bwMode="auto">
              <a:xfrm>
                <a:off x="4284" y="2423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grpSp>
          <p:nvGrpSpPr>
            <p:cNvPr id="79911" name="Group 41"/>
            <p:cNvGrpSpPr>
              <a:grpSpLocks/>
            </p:cNvGrpSpPr>
            <p:nvPr/>
          </p:nvGrpSpPr>
          <p:grpSpPr bwMode="auto">
            <a:xfrm>
              <a:off x="2794" y="3456"/>
              <a:ext cx="86" cy="358"/>
              <a:chOff x="2794" y="3456"/>
              <a:chExt cx="86" cy="358"/>
            </a:xfrm>
          </p:grpSpPr>
          <p:sp>
            <p:nvSpPr>
              <p:cNvPr id="79912" name="Oval 42"/>
              <p:cNvSpPr>
                <a:spLocks noChangeArrowheads="1"/>
              </p:cNvSpPr>
              <p:nvPr/>
            </p:nvSpPr>
            <p:spPr bwMode="auto">
              <a:xfrm rot="5400000">
                <a:off x="2796" y="34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9913" name="Oval 43"/>
              <p:cNvSpPr>
                <a:spLocks noChangeArrowheads="1"/>
              </p:cNvSpPr>
              <p:nvPr/>
            </p:nvSpPr>
            <p:spPr bwMode="auto">
              <a:xfrm rot="5400000">
                <a:off x="2796" y="359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79914" name="Oval 44"/>
              <p:cNvSpPr>
                <a:spLocks noChangeArrowheads="1"/>
              </p:cNvSpPr>
              <p:nvPr/>
            </p:nvSpPr>
            <p:spPr bwMode="auto">
              <a:xfrm rot="5400000">
                <a:off x="2796" y="372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30447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Strange Things Happen At The Edges! (cont…)</a:t>
            </a:r>
          </a:p>
        </p:txBody>
      </p:sp>
      <p:grpSp>
        <p:nvGrpSpPr>
          <p:cNvPr id="81923" name="Group 2"/>
          <p:cNvGrpSpPr>
            <a:grpSpLocks/>
          </p:cNvGrpSpPr>
          <p:nvPr/>
        </p:nvGrpSpPr>
        <p:grpSpPr bwMode="auto">
          <a:xfrm>
            <a:off x="2232026" y="3335338"/>
            <a:ext cx="2508251" cy="1414462"/>
            <a:chOff x="446" y="2101"/>
            <a:chExt cx="1580" cy="891"/>
          </a:xfrm>
        </p:grpSpPr>
        <p:graphicFrame>
          <p:nvGraphicFramePr>
            <p:cNvPr id="81939" name="Object 3"/>
            <p:cNvGraphicFramePr>
              <a:graphicFrameLocks noChangeAspect="1"/>
            </p:cNvGraphicFramePr>
            <p:nvPr/>
          </p:nvGraphicFramePr>
          <p:xfrm>
            <a:off x="1113" y="2101"/>
            <a:ext cx="913" cy="8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6" r:id="rId4" imgW="0" imgH="0" progId="">
                    <p:embed/>
                  </p:oleObj>
                </mc:Choice>
                <mc:Fallback>
                  <p:oleObj r:id="rId4" imgW="0" imgH="0" progId="">
                    <p:embed/>
                    <p:pic>
                      <p:nvPicPr>
                        <p:cNvPr id="8193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3" y="2101"/>
                          <a:ext cx="913" cy="8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40" name="Text Box 4"/>
            <p:cNvSpPr txBox="1">
              <a:spLocks noChangeArrowheads="1"/>
            </p:cNvSpPr>
            <p:nvPr/>
          </p:nvSpPr>
          <p:spPr bwMode="auto">
            <a:xfrm>
              <a:off x="446" y="2346"/>
              <a:ext cx="615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Original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>
                  <a:solidFill>
                    <a:srgbClr val="000000"/>
                  </a:solidFill>
                </a:rPr>
                <a:t>Image</a:t>
              </a:r>
            </a:p>
          </p:txBody>
        </p:sp>
      </p:grpSp>
      <p:grpSp>
        <p:nvGrpSpPr>
          <p:cNvPr id="81924" name="Group 5"/>
          <p:cNvGrpSpPr>
            <a:grpSpLocks/>
          </p:cNvGrpSpPr>
          <p:nvPr/>
        </p:nvGrpSpPr>
        <p:grpSpPr bwMode="auto">
          <a:xfrm>
            <a:off x="6045201" y="1625601"/>
            <a:ext cx="3497263" cy="1433513"/>
            <a:chOff x="2848" y="1024"/>
            <a:chExt cx="2203" cy="903"/>
          </a:xfrm>
        </p:grpSpPr>
        <p:graphicFrame>
          <p:nvGraphicFramePr>
            <p:cNvPr id="81937" name="Object 6"/>
            <p:cNvGraphicFramePr>
              <a:graphicFrameLocks noChangeAspect="1"/>
            </p:cNvGraphicFramePr>
            <p:nvPr/>
          </p:nvGraphicFramePr>
          <p:xfrm>
            <a:off x="2848" y="1024"/>
            <a:ext cx="902" cy="9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7" r:id="rId6" imgW="0" imgH="0" progId="">
                    <p:embed/>
                  </p:oleObj>
                </mc:Choice>
                <mc:Fallback>
                  <p:oleObj r:id="rId6" imgW="0" imgH="0" progId="">
                    <p:embed/>
                    <p:pic>
                      <p:nvPicPr>
                        <p:cNvPr id="8193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8" y="1024"/>
                          <a:ext cx="902" cy="9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38" name="Text Box 7"/>
            <p:cNvSpPr txBox="1">
              <a:spLocks noChangeArrowheads="1"/>
            </p:cNvSpPr>
            <p:nvPr/>
          </p:nvSpPr>
          <p:spPr bwMode="auto">
            <a:xfrm>
              <a:off x="3753" y="1275"/>
              <a:ext cx="1298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Filtered Image: Zero Padding</a:t>
              </a:r>
            </a:p>
          </p:txBody>
        </p:sp>
      </p:grpSp>
      <p:grpSp>
        <p:nvGrpSpPr>
          <p:cNvPr id="81925" name="Group 8"/>
          <p:cNvGrpSpPr>
            <a:grpSpLocks/>
          </p:cNvGrpSpPr>
          <p:nvPr/>
        </p:nvGrpSpPr>
        <p:grpSpPr bwMode="auto">
          <a:xfrm>
            <a:off x="6045200" y="3375025"/>
            <a:ext cx="3841750" cy="1335088"/>
            <a:chOff x="2848" y="2126"/>
            <a:chExt cx="2420" cy="841"/>
          </a:xfrm>
        </p:grpSpPr>
        <p:graphicFrame>
          <p:nvGraphicFramePr>
            <p:cNvPr id="81935" name="Object 9"/>
            <p:cNvGraphicFramePr>
              <a:graphicFrameLocks noChangeAspect="1"/>
            </p:cNvGraphicFramePr>
            <p:nvPr/>
          </p:nvGraphicFramePr>
          <p:xfrm>
            <a:off x="2848" y="2126"/>
            <a:ext cx="854" cy="8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8" r:id="rId8" imgW="0" imgH="0" progId="">
                    <p:embed/>
                  </p:oleObj>
                </mc:Choice>
                <mc:Fallback>
                  <p:oleObj r:id="rId8" imgW="0" imgH="0" progId="">
                    <p:embed/>
                    <p:pic>
                      <p:nvPicPr>
                        <p:cNvPr id="81935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8" y="2126"/>
                          <a:ext cx="854" cy="8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36" name="Text Box 10"/>
            <p:cNvSpPr txBox="1">
              <a:spLocks noChangeArrowheads="1"/>
            </p:cNvSpPr>
            <p:nvPr/>
          </p:nvSpPr>
          <p:spPr bwMode="auto">
            <a:xfrm>
              <a:off x="3753" y="2346"/>
              <a:ext cx="1515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Filtered Image: Replicate Edge Pixels</a:t>
              </a:r>
            </a:p>
          </p:txBody>
        </p:sp>
      </p:grpSp>
      <p:grpSp>
        <p:nvGrpSpPr>
          <p:cNvPr id="81926" name="Group 11"/>
          <p:cNvGrpSpPr>
            <a:grpSpLocks/>
          </p:cNvGrpSpPr>
          <p:nvPr/>
        </p:nvGrpSpPr>
        <p:grpSpPr bwMode="auto">
          <a:xfrm>
            <a:off x="6045200" y="5046664"/>
            <a:ext cx="4237038" cy="1335087"/>
            <a:chOff x="2848" y="3179"/>
            <a:chExt cx="2669" cy="841"/>
          </a:xfrm>
        </p:grpSpPr>
        <p:graphicFrame>
          <p:nvGraphicFramePr>
            <p:cNvPr id="81933" name="Object 12"/>
            <p:cNvGraphicFramePr>
              <a:graphicFrameLocks noChangeAspect="1"/>
            </p:cNvGraphicFramePr>
            <p:nvPr/>
          </p:nvGraphicFramePr>
          <p:xfrm>
            <a:off x="2848" y="3179"/>
            <a:ext cx="842" cy="8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9" r:id="rId10" imgW="0" imgH="0" progId="">
                    <p:embed/>
                  </p:oleObj>
                </mc:Choice>
                <mc:Fallback>
                  <p:oleObj r:id="rId10" imgW="0" imgH="0" progId="">
                    <p:embed/>
                    <p:pic>
                      <p:nvPicPr>
                        <p:cNvPr id="8193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8" y="3179"/>
                          <a:ext cx="842" cy="8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34" name="Text Box 13"/>
            <p:cNvSpPr txBox="1">
              <a:spLocks noChangeArrowheads="1"/>
            </p:cNvSpPr>
            <p:nvPr/>
          </p:nvSpPr>
          <p:spPr bwMode="auto">
            <a:xfrm>
              <a:off x="3753" y="3399"/>
              <a:ext cx="1764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Filtered Image: 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>
                  <a:solidFill>
                    <a:srgbClr val="000000"/>
                  </a:solidFill>
                </a:rPr>
                <a:t>Wrap Around Edge Pixels</a:t>
              </a:r>
            </a:p>
          </p:txBody>
        </p:sp>
      </p:grpSp>
      <p:cxnSp>
        <p:nvCxnSpPr>
          <p:cNvPr id="81927" name="AutoShape 14"/>
          <p:cNvCxnSpPr>
            <a:cxnSpLocks noChangeShapeType="1"/>
          </p:cNvCxnSpPr>
          <p:nvPr/>
        </p:nvCxnSpPr>
        <p:spPr bwMode="auto">
          <a:xfrm flipV="1">
            <a:off x="4745038" y="2344738"/>
            <a:ext cx="1301750" cy="1700212"/>
          </a:xfrm>
          <a:prstGeom prst="curvedConnector3">
            <a:avLst>
              <a:gd name="adj1" fmla="val 50000"/>
            </a:avLst>
          </a:prstGeom>
          <a:noFill/>
          <a:ln w="38160">
            <a:solidFill>
              <a:srgbClr val="000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28" name="AutoShape 15"/>
          <p:cNvCxnSpPr>
            <a:cxnSpLocks noChangeShapeType="1"/>
          </p:cNvCxnSpPr>
          <p:nvPr/>
        </p:nvCxnSpPr>
        <p:spPr bwMode="auto">
          <a:xfrm>
            <a:off x="4745038" y="4044950"/>
            <a:ext cx="1301750" cy="1588"/>
          </a:xfrm>
          <a:prstGeom prst="straightConnector1">
            <a:avLst/>
          </a:prstGeom>
          <a:noFill/>
          <a:ln w="38160">
            <a:solidFill>
              <a:srgbClr val="000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29" name="AutoShape 16"/>
          <p:cNvCxnSpPr>
            <a:cxnSpLocks noChangeShapeType="1"/>
          </p:cNvCxnSpPr>
          <p:nvPr/>
        </p:nvCxnSpPr>
        <p:spPr bwMode="auto">
          <a:xfrm>
            <a:off x="4745038" y="4044950"/>
            <a:ext cx="1301750" cy="1671638"/>
          </a:xfrm>
          <a:prstGeom prst="curvedConnector3">
            <a:avLst>
              <a:gd name="adj1" fmla="val 50000"/>
            </a:avLst>
          </a:prstGeom>
          <a:noFill/>
          <a:ln w="38160">
            <a:solidFill>
              <a:srgbClr val="000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1930" name="Group 17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81931" name="Picture 18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32" name="Rectangle 19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70015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Strange Things Happen At The Edges! (cont…)</a:t>
            </a:r>
          </a:p>
        </p:txBody>
      </p:sp>
      <p:graphicFrame>
        <p:nvGraphicFramePr>
          <p:cNvPr id="83971" name="Object 2"/>
          <p:cNvGraphicFramePr>
            <a:graphicFrameLocks noChangeAspect="1"/>
          </p:cNvGraphicFramePr>
          <p:nvPr/>
        </p:nvGraphicFramePr>
        <p:xfrm>
          <a:off x="3195639" y="1258889"/>
          <a:ext cx="5699125" cy="570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8397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9" y="1258889"/>
                        <a:ext cx="5699125" cy="570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972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83973" name="Picture 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974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0980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Strange Things Happen At The Edges! (cont…)</a:t>
            </a:r>
          </a:p>
        </p:txBody>
      </p:sp>
      <p:graphicFrame>
        <p:nvGraphicFramePr>
          <p:cNvPr id="86019" name="Object 2"/>
          <p:cNvGraphicFramePr>
            <a:graphicFrameLocks noChangeAspect="1"/>
          </p:cNvGraphicFramePr>
          <p:nvPr/>
        </p:nvGraphicFramePr>
        <p:xfrm>
          <a:off x="3346450" y="1458913"/>
          <a:ext cx="5397500" cy="531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8601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1458913"/>
                        <a:ext cx="5397500" cy="531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6020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86021" name="Picture 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2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80011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Strange Things Happen At The Edges! (cont…)</a:t>
            </a:r>
          </a:p>
        </p:txBody>
      </p:sp>
      <p:graphicFrame>
        <p:nvGraphicFramePr>
          <p:cNvPr id="88067" name="Object 2"/>
          <p:cNvGraphicFramePr>
            <a:graphicFrameLocks noChangeAspect="1"/>
          </p:cNvGraphicFramePr>
          <p:nvPr/>
        </p:nvGraphicFramePr>
        <p:xfrm>
          <a:off x="3384550" y="1458913"/>
          <a:ext cx="5321300" cy="531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8806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1458913"/>
                        <a:ext cx="5321300" cy="531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68" name="Group 3"/>
          <p:cNvGrpSpPr>
            <a:grpSpLocks/>
          </p:cNvGrpSpPr>
          <p:nvPr/>
        </p:nvGrpSpPr>
        <p:grpSpPr bwMode="auto">
          <a:xfrm>
            <a:off x="1520825" y="1631951"/>
            <a:ext cx="255588" cy="5224463"/>
            <a:chOff x="-2" y="1028"/>
            <a:chExt cx="161" cy="3291"/>
          </a:xfrm>
        </p:grpSpPr>
        <p:pic>
          <p:nvPicPr>
            <p:cNvPr id="88069" name="Picture 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1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070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6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66596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Correlation &amp; Convolution</a:t>
            </a:r>
          </a:p>
        </p:txBody>
      </p:sp>
      <p:sp>
        <p:nvSpPr>
          <p:cNvPr id="90115" name="Text Box 2"/>
          <p:cNvSpPr txBox="1">
            <a:spLocks noChangeArrowheads="1"/>
          </p:cNvSpPr>
          <p:nvPr/>
        </p:nvSpPr>
        <p:spPr bwMode="auto">
          <a:xfrm>
            <a:off x="1981200" y="1333501"/>
            <a:ext cx="8229600" cy="573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filtering we have been talking about so far is referred to as </a:t>
            </a:r>
            <a:r>
              <a:rPr lang="en-IE" altLang="en-US" sz="3200" i="1">
                <a:solidFill>
                  <a:srgbClr val="000000"/>
                </a:solidFill>
              </a:rPr>
              <a:t>correlation </a:t>
            </a:r>
            <a:r>
              <a:rPr lang="en-IE" altLang="en-US" sz="3200">
                <a:solidFill>
                  <a:srgbClr val="000000"/>
                </a:solidFill>
              </a:rPr>
              <a:t>with the filter itself referred to as the </a:t>
            </a:r>
            <a:r>
              <a:rPr lang="en-IE" altLang="en-US" sz="3200" i="1">
                <a:solidFill>
                  <a:srgbClr val="000000"/>
                </a:solidFill>
              </a:rPr>
              <a:t>correlation kernel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</a:rPr>
              <a:t>Convolution</a:t>
            </a:r>
            <a:r>
              <a:rPr lang="en-IE" altLang="en-US" sz="3200">
                <a:solidFill>
                  <a:srgbClr val="000000"/>
                </a:solidFill>
              </a:rPr>
              <a:t> is a similar operation, with just one subtle difference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For symmetric filters it makes no difference</a:t>
            </a:r>
          </a:p>
        </p:txBody>
      </p:sp>
      <p:sp>
        <p:nvSpPr>
          <p:cNvPr id="90116" name="Text Box 3"/>
          <p:cNvSpPr txBox="1">
            <a:spLocks noChangeArrowheads="1"/>
          </p:cNvSpPr>
          <p:nvPr/>
        </p:nvSpPr>
        <p:spPr bwMode="auto">
          <a:xfrm>
            <a:off x="6432551" y="4049713"/>
            <a:ext cx="2752013" cy="1694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19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IE" altLang="en-US" sz="26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processed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 = 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*e + </a:t>
            </a:r>
            <a:b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*a + y*b + x*c + </a:t>
            </a:r>
            <a:b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*d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*e + </a:t>
            </a:r>
            <a:b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*f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*g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*h</a:t>
            </a:r>
          </a:p>
        </p:txBody>
      </p:sp>
      <p:grpSp>
        <p:nvGrpSpPr>
          <p:cNvPr id="90117" name="Group 4"/>
          <p:cNvGrpSpPr>
            <a:grpSpLocks/>
          </p:cNvGrpSpPr>
          <p:nvPr/>
        </p:nvGrpSpPr>
        <p:grpSpPr bwMode="auto">
          <a:xfrm>
            <a:off x="4521200" y="4049712"/>
            <a:ext cx="1816100" cy="1984374"/>
            <a:chOff x="1888" y="2551"/>
            <a:chExt cx="1144" cy="1250"/>
          </a:xfrm>
        </p:grpSpPr>
        <p:grpSp>
          <p:nvGrpSpPr>
            <p:cNvPr id="90131" name="Group 5"/>
            <p:cNvGrpSpPr>
              <a:grpSpLocks/>
            </p:cNvGrpSpPr>
            <p:nvPr/>
          </p:nvGrpSpPr>
          <p:grpSpPr bwMode="auto">
            <a:xfrm>
              <a:off x="1968" y="2551"/>
              <a:ext cx="985" cy="980"/>
              <a:chOff x="1968" y="2551"/>
              <a:chExt cx="985" cy="980"/>
            </a:xfrm>
          </p:grpSpPr>
          <p:sp>
            <p:nvSpPr>
              <p:cNvPr id="90133" name="Rectangle 6"/>
              <p:cNvSpPr>
                <a:spLocks noChangeArrowheads="1"/>
              </p:cNvSpPr>
              <p:nvPr/>
            </p:nvSpPr>
            <p:spPr bwMode="auto">
              <a:xfrm>
                <a:off x="1968" y="2551"/>
                <a:ext cx="326" cy="326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90134" name="Rectangle 7"/>
              <p:cNvSpPr>
                <a:spLocks noChangeArrowheads="1"/>
              </p:cNvSpPr>
              <p:nvPr/>
            </p:nvSpPr>
            <p:spPr bwMode="auto">
              <a:xfrm>
                <a:off x="2297" y="2551"/>
                <a:ext cx="327" cy="326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90135" name="Rectangle 8"/>
              <p:cNvSpPr>
                <a:spLocks noChangeArrowheads="1"/>
              </p:cNvSpPr>
              <p:nvPr/>
            </p:nvSpPr>
            <p:spPr bwMode="auto">
              <a:xfrm>
                <a:off x="2627" y="2551"/>
                <a:ext cx="326" cy="326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90136" name="Rectangle 9"/>
              <p:cNvSpPr>
                <a:spLocks noChangeArrowheads="1"/>
              </p:cNvSpPr>
              <p:nvPr/>
            </p:nvSpPr>
            <p:spPr bwMode="auto">
              <a:xfrm>
                <a:off x="1968" y="2876"/>
                <a:ext cx="326" cy="326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90137" name="Rectangle 10"/>
              <p:cNvSpPr>
                <a:spLocks noChangeArrowheads="1"/>
              </p:cNvSpPr>
              <p:nvPr/>
            </p:nvSpPr>
            <p:spPr bwMode="auto">
              <a:xfrm>
                <a:off x="2297" y="2876"/>
                <a:ext cx="327" cy="326"/>
              </a:xfrm>
              <a:prstGeom prst="rect">
                <a:avLst/>
              </a:prstGeom>
              <a:solidFill>
                <a:srgbClr val="000080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90138" name="Rectangle 11"/>
              <p:cNvSpPr>
                <a:spLocks noChangeArrowheads="1"/>
              </p:cNvSpPr>
              <p:nvPr/>
            </p:nvSpPr>
            <p:spPr bwMode="auto">
              <a:xfrm>
                <a:off x="2627" y="2876"/>
                <a:ext cx="326" cy="326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w</a:t>
                </a:r>
              </a:p>
            </p:txBody>
          </p:sp>
          <p:sp>
            <p:nvSpPr>
              <p:cNvPr id="90139" name="Rectangle 12"/>
              <p:cNvSpPr>
                <a:spLocks noChangeArrowheads="1"/>
              </p:cNvSpPr>
              <p:nvPr/>
            </p:nvSpPr>
            <p:spPr bwMode="auto">
              <a:xfrm>
                <a:off x="1968" y="3205"/>
                <a:ext cx="326" cy="326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90140" name="Rectangle 13"/>
              <p:cNvSpPr>
                <a:spLocks noChangeArrowheads="1"/>
              </p:cNvSpPr>
              <p:nvPr/>
            </p:nvSpPr>
            <p:spPr bwMode="auto">
              <a:xfrm>
                <a:off x="2297" y="3205"/>
                <a:ext cx="327" cy="326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90141" name="Rectangle 14"/>
              <p:cNvSpPr>
                <a:spLocks noChangeArrowheads="1"/>
              </p:cNvSpPr>
              <p:nvPr/>
            </p:nvSpPr>
            <p:spPr bwMode="auto">
              <a:xfrm>
                <a:off x="2627" y="3205"/>
                <a:ext cx="326" cy="326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56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z</a:t>
                </a:r>
              </a:p>
            </p:txBody>
          </p:sp>
        </p:grpSp>
        <p:sp>
          <p:nvSpPr>
            <p:cNvPr id="90132" name="Text Box 15"/>
            <p:cNvSpPr txBox="1">
              <a:spLocks noChangeArrowheads="1"/>
            </p:cNvSpPr>
            <p:nvPr/>
          </p:nvSpPr>
          <p:spPr bwMode="auto">
            <a:xfrm>
              <a:off x="1888" y="3567"/>
              <a:ext cx="1144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 b="1">
                  <a:solidFill>
                    <a:srgbClr val="000000"/>
                  </a:solidFill>
                </a:rPr>
                <a:t>Filter</a:t>
              </a:r>
            </a:p>
          </p:txBody>
        </p:sp>
      </p:grpSp>
      <p:grpSp>
        <p:nvGrpSpPr>
          <p:cNvPr id="90118" name="Group 16"/>
          <p:cNvGrpSpPr>
            <a:grpSpLocks/>
          </p:cNvGrpSpPr>
          <p:nvPr/>
        </p:nvGrpSpPr>
        <p:grpSpPr bwMode="auto">
          <a:xfrm>
            <a:off x="2347913" y="4049713"/>
            <a:ext cx="1816100" cy="2241549"/>
            <a:chOff x="519" y="2551"/>
            <a:chExt cx="1144" cy="1412"/>
          </a:xfrm>
        </p:grpSpPr>
        <p:grpSp>
          <p:nvGrpSpPr>
            <p:cNvPr id="90120" name="Group 17"/>
            <p:cNvGrpSpPr>
              <a:grpSpLocks/>
            </p:cNvGrpSpPr>
            <p:nvPr/>
          </p:nvGrpSpPr>
          <p:grpSpPr bwMode="auto">
            <a:xfrm>
              <a:off x="598" y="2551"/>
              <a:ext cx="985" cy="980"/>
              <a:chOff x="598" y="2551"/>
              <a:chExt cx="985" cy="980"/>
            </a:xfrm>
          </p:grpSpPr>
          <p:sp>
            <p:nvSpPr>
              <p:cNvPr id="90122" name="Rectangle 18"/>
              <p:cNvSpPr>
                <a:spLocks noChangeArrowheads="1"/>
              </p:cNvSpPr>
              <p:nvPr/>
            </p:nvSpPr>
            <p:spPr bwMode="auto">
              <a:xfrm>
                <a:off x="598" y="2551"/>
                <a:ext cx="326" cy="326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90123" name="Rectangle 19"/>
              <p:cNvSpPr>
                <a:spLocks noChangeArrowheads="1"/>
              </p:cNvSpPr>
              <p:nvPr/>
            </p:nvSpPr>
            <p:spPr bwMode="auto">
              <a:xfrm>
                <a:off x="927" y="2551"/>
                <a:ext cx="327" cy="326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90124" name="Rectangle 20"/>
              <p:cNvSpPr>
                <a:spLocks noChangeArrowheads="1"/>
              </p:cNvSpPr>
              <p:nvPr/>
            </p:nvSpPr>
            <p:spPr bwMode="auto">
              <a:xfrm>
                <a:off x="1257" y="2551"/>
                <a:ext cx="326" cy="326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90125" name="Rectangle 21"/>
              <p:cNvSpPr>
                <a:spLocks noChangeArrowheads="1"/>
              </p:cNvSpPr>
              <p:nvPr/>
            </p:nvSpPr>
            <p:spPr bwMode="auto">
              <a:xfrm>
                <a:off x="598" y="2876"/>
                <a:ext cx="326" cy="326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90126" name="Rectangle 22"/>
              <p:cNvSpPr>
                <a:spLocks noChangeArrowheads="1"/>
              </p:cNvSpPr>
              <p:nvPr/>
            </p:nvSpPr>
            <p:spPr bwMode="auto">
              <a:xfrm>
                <a:off x="927" y="2876"/>
                <a:ext cx="327" cy="326"/>
              </a:xfrm>
              <a:prstGeom prst="rect">
                <a:avLst/>
              </a:prstGeom>
              <a:solidFill>
                <a:srgbClr val="C0C0C0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90127" name="Rectangle 23"/>
              <p:cNvSpPr>
                <a:spLocks noChangeArrowheads="1"/>
              </p:cNvSpPr>
              <p:nvPr/>
            </p:nvSpPr>
            <p:spPr bwMode="auto">
              <a:xfrm>
                <a:off x="1257" y="2876"/>
                <a:ext cx="326" cy="326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90128" name="Rectangle 24"/>
              <p:cNvSpPr>
                <a:spLocks noChangeArrowheads="1"/>
              </p:cNvSpPr>
              <p:nvPr/>
            </p:nvSpPr>
            <p:spPr bwMode="auto">
              <a:xfrm>
                <a:off x="598" y="3205"/>
                <a:ext cx="326" cy="326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90129" name="Rectangle 25"/>
              <p:cNvSpPr>
                <a:spLocks noChangeArrowheads="1"/>
              </p:cNvSpPr>
              <p:nvPr/>
            </p:nvSpPr>
            <p:spPr bwMode="auto">
              <a:xfrm>
                <a:off x="927" y="3205"/>
                <a:ext cx="327" cy="326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90130" name="Rectangle 26"/>
              <p:cNvSpPr>
                <a:spLocks noChangeArrowheads="1"/>
              </p:cNvSpPr>
              <p:nvPr/>
            </p:nvSpPr>
            <p:spPr bwMode="auto">
              <a:xfrm>
                <a:off x="1257" y="3205"/>
                <a:ext cx="326" cy="326"/>
              </a:xfrm>
              <a:prstGeom prst="rect">
                <a:avLst/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en-IE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90121" name="Text Box 27"/>
            <p:cNvSpPr txBox="1">
              <a:spLocks noChangeArrowheads="1"/>
            </p:cNvSpPr>
            <p:nvPr/>
          </p:nvSpPr>
          <p:spPr bwMode="auto">
            <a:xfrm>
              <a:off x="519" y="3554"/>
              <a:ext cx="1144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 b="1">
                  <a:solidFill>
                    <a:srgbClr val="000000"/>
                  </a:solidFill>
                </a:rPr>
                <a:t>Original Image Pixels</a:t>
              </a:r>
            </a:p>
          </p:txBody>
        </p:sp>
      </p:grpSp>
      <p:sp>
        <p:nvSpPr>
          <p:cNvPr id="90119" name="Text Box 28"/>
          <p:cNvSpPr txBox="1">
            <a:spLocks noChangeArrowheads="1"/>
          </p:cNvSpPr>
          <p:nvPr/>
        </p:nvSpPr>
        <p:spPr bwMode="auto">
          <a:xfrm>
            <a:off x="4013201" y="4452939"/>
            <a:ext cx="5238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5400" i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8147886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Filtering Refresher</a:t>
            </a:r>
          </a:p>
        </p:txBody>
      </p:sp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8664575" y="1425576"/>
            <a:ext cx="1562100" cy="1554163"/>
            <a:chOff x="4498" y="898"/>
            <a:chExt cx="984" cy="979"/>
          </a:xfrm>
        </p:grpSpPr>
        <p:sp>
          <p:nvSpPr>
            <p:cNvPr id="8484" name="Rectangle 3"/>
            <p:cNvSpPr>
              <a:spLocks noChangeArrowheads="1"/>
            </p:cNvSpPr>
            <p:nvPr/>
          </p:nvSpPr>
          <p:spPr bwMode="auto">
            <a:xfrm>
              <a:off x="4498" y="898"/>
              <a:ext cx="325" cy="325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485" name="Rectangle 4"/>
            <p:cNvSpPr>
              <a:spLocks noChangeArrowheads="1"/>
            </p:cNvSpPr>
            <p:nvPr/>
          </p:nvSpPr>
          <p:spPr bwMode="auto">
            <a:xfrm>
              <a:off x="4827" y="898"/>
              <a:ext cx="326" cy="325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8486" name="Rectangle 5"/>
            <p:cNvSpPr>
              <a:spLocks noChangeArrowheads="1"/>
            </p:cNvSpPr>
            <p:nvPr/>
          </p:nvSpPr>
          <p:spPr bwMode="auto">
            <a:xfrm>
              <a:off x="5157" y="898"/>
              <a:ext cx="325" cy="325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487" name="Rectangle 6"/>
            <p:cNvSpPr>
              <a:spLocks noChangeArrowheads="1"/>
            </p:cNvSpPr>
            <p:nvPr/>
          </p:nvSpPr>
          <p:spPr bwMode="auto">
            <a:xfrm>
              <a:off x="4498" y="1223"/>
              <a:ext cx="325" cy="325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8488" name="Rectangle 7"/>
            <p:cNvSpPr>
              <a:spLocks noChangeArrowheads="1"/>
            </p:cNvSpPr>
            <p:nvPr/>
          </p:nvSpPr>
          <p:spPr bwMode="auto">
            <a:xfrm>
              <a:off x="4827" y="1223"/>
              <a:ext cx="326" cy="325"/>
            </a:xfrm>
            <a:prstGeom prst="rect">
              <a:avLst/>
            </a:prstGeom>
            <a:solidFill>
              <a:srgbClr val="000080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8489" name="Rectangle 8"/>
            <p:cNvSpPr>
              <a:spLocks noChangeArrowheads="1"/>
            </p:cNvSpPr>
            <p:nvPr/>
          </p:nvSpPr>
          <p:spPr bwMode="auto">
            <a:xfrm>
              <a:off x="5157" y="1223"/>
              <a:ext cx="325" cy="325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8490" name="Rectangle 9"/>
            <p:cNvSpPr>
              <a:spLocks noChangeArrowheads="1"/>
            </p:cNvSpPr>
            <p:nvPr/>
          </p:nvSpPr>
          <p:spPr bwMode="auto">
            <a:xfrm>
              <a:off x="4498" y="1552"/>
              <a:ext cx="325" cy="325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8491" name="Rectangle 10"/>
            <p:cNvSpPr>
              <a:spLocks noChangeArrowheads="1"/>
            </p:cNvSpPr>
            <p:nvPr/>
          </p:nvSpPr>
          <p:spPr bwMode="auto">
            <a:xfrm>
              <a:off x="4827" y="1552"/>
              <a:ext cx="326" cy="325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8492" name="Rectangle 11"/>
            <p:cNvSpPr>
              <a:spLocks noChangeArrowheads="1"/>
            </p:cNvSpPr>
            <p:nvPr/>
          </p:nvSpPr>
          <p:spPr bwMode="auto">
            <a:xfrm>
              <a:off x="5157" y="1552"/>
              <a:ext cx="325" cy="325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</p:grpSp>
      <p:grpSp>
        <p:nvGrpSpPr>
          <p:cNvPr id="8196" name="Group 12"/>
          <p:cNvGrpSpPr>
            <a:grpSpLocks/>
          </p:cNvGrpSpPr>
          <p:nvPr/>
        </p:nvGrpSpPr>
        <p:grpSpPr bwMode="auto">
          <a:xfrm>
            <a:off x="2047875" y="1624013"/>
            <a:ext cx="3619500" cy="3378200"/>
            <a:chOff x="330" y="1023"/>
            <a:chExt cx="2280" cy="2128"/>
          </a:xfrm>
        </p:grpSpPr>
        <p:sp>
          <p:nvSpPr>
            <p:cNvPr id="8244" name="Rectangle 13"/>
            <p:cNvSpPr>
              <a:spLocks noChangeArrowheads="1"/>
            </p:cNvSpPr>
            <p:nvPr/>
          </p:nvSpPr>
          <p:spPr bwMode="auto">
            <a:xfrm>
              <a:off x="330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45" name="Rectangle 14"/>
            <p:cNvSpPr>
              <a:spLocks noChangeArrowheads="1"/>
            </p:cNvSpPr>
            <p:nvPr/>
          </p:nvSpPr>
          <p:spPr bwMode="auto">
            <a:xfrm>
              <a:off x="474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46" name="Rectangle 15"/>
            <p:cNvSpPr>
              <a:spLocks noChangeArrowheads="1"/>
            </p:cNvSpPr>
            <p:nvPr/>
          </p:nvSpPr>
          <p:spPr bwMode="auto">
            <a:xfrm>
              <a:off x="618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47" name="Rectangle 16"/>
            <p:cNvSpPr>
              <a:spLocks noChangeArrowheads="1"/>
            </p:cNvSpPr>
            <p:nvPr/>
          </p:nvSpPr>
          <p:spPr bwMode="auto">
            <a:xfrm>
              <a:off x="762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48" name="Rectangle 17"/>
            <p:cNvSpPr>
              <a:spLocks noChangeArrowheads="1"/>
            </p:cNvSpPr>
            <p:nvPr/>
          </p:nvSpPr>
          <p:spPr bwMode="auto">
            <a:xfrm>
              <a:off x="906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49" name="Rectangle 18"/>
            <p:cNvSpPr>
              <a:spLocks noChangeArrowheads="1"/>
            </p:cNvSpPr>
            <p:nvPr/>
          </p:nvSpPr>
          <p:spPr bwMode="auto">
            <a:xfrm>
              <a:off x="1045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0" name="Rectangle 19"/>
            <p:cNvSpPr>
              <a:spLocks noChangeArrowheads="1"/>
            </p:cNvSpPr>
            <p:nvPr/>
          </p:nvSpPr>
          <p:spPr bwMode="auto">
            <a:xfrm>
              <a:off x="1189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1" name="Rectangle 20"/>
            <p:cNvSpPr>
              <a:spLocks noChangeArrowheads="1"/>
            </p:cNvSpPr>
            <p:nvPr/>
          </p:nvSpPr>
          <p:spPr bwMode="auto">
            <a:xfrm>
              <a:off x="1333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2" name="Rectangle 21"/>
            <p:cNvSpPr>
              <a:spLocks noChangeArrowheads="1"/>
            </p:cNvSpPr>
            <p:nvPr/>
          </p:nvSpPr>
          <p:spPr bwMode="auto">
            <a:xfrm>
              <a:off x="1477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3" name="Rectangle 22"/>
            <p:cNvSpPr>
              <a:spLocks noChangeArrowheads="1"/>
            </p:cNvSpPr>
            <p:nvPr/>
          </p:nvSpPr>
          <p:spPr bwMode="auto">
            <a:xfrm>
              <a:off x="1616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4" name="Rectangle 23"/>
            <p:cNvSpPr>
              <a:spLocks noChangeArrowheads="1"/>
            </p:cNvSpPr>
            <p:nvPr/>
          </p:nvSpPr>
          <p:spPr bwMode="auto">
            <a:xfrm>
              <a:off x="330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5" name="Rectangle 24"/>
            <p:cNvSpPr>
              <a:spLocks noChangeArrowheads="1"/>
            </p:cNvSpPr>
            <p:nvPr/>
          </p:nvSpPr>
          <p:spPr bwMode="auto">
            <a:xfrm>
              <a:off x="474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6" name="Rectangle 25"/>
            <p:cNvSpPr>
              <a:spLocks noChangeArrowheads="1"/>
            </p:cNvSpPr>
            <p:nvPr/>
          </p:nvSpPr>
          <p:spPr bwMode="auto">
            <a:xfrm>
              <a:off x="618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7" name="Rectangle 26"/>
            <p:cNvSpPr>
              <a:spLocks noChangeArrowheads="1"/>
            </p:cNvSpPr>
            <p:nvPr/>
          </p:nvSpPr>
          <p:spPr bwMode="auto">
            <a:xfrm>
              <a:off x="762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8" name="Rectangle 27"/>
            <p:cNvSpPr>
              <a:spLocks noChangeArrowheads="1"/>
            </p:cNvSpPr>
            <p:nvPr/>
          </p:nvSpPr>
          <p:spPr bwMode="auto">
            <a:xfrm>
              <a:off x="906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59" name="Rectangle 28"/>
            <p:cNvSpPr>
              <a:spLocks noChangeArrowheads="1"/>
            </p:cNvSpPr>
            <p:nvPr/>
          </p:nvSpPr>
          <p:spPr bwMode="auto">
            <a:xfrm>
              <a:off x="1045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0" name="Rectangle 29"/>
            <p:cNvSpPr>
              <a:spLocks noChangeArrowheads="1"/>
            </p:cNvSpPr>
            <p:nvPr/>
          </p:nvSpPr>
          <p:spPr bwMode="auto">
            <a:xfrm>
              <a:off x="1189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1" name="Rectangle 30"/>
            <p:cNvSpPr>
              <a:spLocks noChangeArrowheads="1"/>
            </p:cNvSpPr>
            <p:nvPr/>
          </p:nvSpPr>
          <p:spPr bwMode="auto">
            <a:xfrm>
              <a:off x="1333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2" name="Rectangle 31"/>
            <p:cNvSpPr>
              <a:spLocks noChangeArrowheads="1"/>
            </p:cNvSpPr>
            <p:nvPr/>
          </p:nvSpPr>
          <p:spPr bwMode="auto">
            <a:xfrm>
              <a:off x="1477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3" name="Rectangle 32"/>
            <p:cNvSpPr>
              <a:spLocks noChangeArrowheads="1"/>
            </p:cNvSpPr>
            <p:nvPr/>
          </p:nvSpPr>
          <p:spPr bwMode="auto">
            <a:xfrm>
              <a:off x="1616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4" name="Rectangle 33"/>
            <p:cNvSpPr>
              <a:spLocks noChangeArrowheads="1"/>
            </p:cNvSpPr>
            <p:nvPr/>
          </p:nvSpPr>
          <p:spPr bwMode="auto">
            <a:xfrm>
              <a:off x="330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5" name="Rectangle 34"/>
            <p:cNvSpPr>
              <a:spLocks noChangeArrowheads="1"/>
            </p:cNvSpPr>
            <p:nvPr/>
          </p:nvSpPr>
          <p:spPr bwMode="auto">
            <a:xfrm>
              <a:off x="474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6" name="Rectangle 35"/>
            <p:cNvSpPr>
              <a:spLocks noChangeArrowheads="1"/>
            </p:cNvSpPr>
            <p:nvPr/>
          </p:nvSpPr>
          <p:spPr bwMode="auto">
            <a:xfrm>
              <a:off x="618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7" name="Rectangle 36"/>
            <p:cNvSpPr>
              <a:spLocks noChangeArrowheads="1"/>
            </p:cNvSpPr>
            <p:nvPr/>
          </p:nvSpPr>
          <p:spPr bwMode="auto">
            <a:xfrm>
              <a:off x="762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8" name="Rectangle 37"/>
            <p:cNvSpPr>
              <a:spLocks noChangeArrowheads="1"/>
            </p:cNvSpPr>
            <p:nvPr/>
          </p:nvSpPr>
          <p:spPr bwMode="auto">
            <a:xfrm>
              <a:off x="906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69" name="Rectangle 38"/>
            <p:cNvSpPr>
              <a:spLocks noChangeArrowheads="1"/>
            </p:cNvSpPr>
            <p:nvPr/>
          </p:nvSpPr>
          <p:spPr bwMode="auto">
            <a:xfrm>
              <a:off x="1045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0" name="Rectangle 39"/>
            <p:cNvSpPr>
              <a:spLocks noChangeArrowheads="1"/>
            </p:cNvSpPr>
            <p:nvPr/>
          </p:nvSpPr>
          <p:spPr bwMode="auto">
            <a:xfrm>
              <a:off x="1189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1" name="Rectangle 40"/>
            <p:cNvSpPr>
              <a:spLocks noChangeArrowheads="1"/>
            </p:cNvSpPr>
            <p:nvPr/>
          </p:nvSpPr>
          <p:spPr bwMode="auto">
            <a:xfrm>
              <a:off x="1333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2" name="Rectangle 41"/>
            <p:cNvSpPr>
              <a:spLocks noChangeArrowheads="1"/>
            </p:cNvSpPr>
            <p:nvPr/>
          </p:nvSpPr>
          <p:spPr bwMode="auto">
            <a:xfrm>
              <a:off x="1477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3" name="Rectangle 42"/>
            <p:cNvSpPr>
              <a:spLocks noChangeArrowheads="1"/>
            </p:cNvSpPr>
            <p:nvPr/>
          </p:nvSpPr>
          <p:spPr bwMode="auto">
            <a:xfrm>
              <a:off x="1616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4" name="Rectangle 43"/>
            <p:cNvSpPr>
              <a:spLocks noChangeArrowheads="1"/>
            </p:cNvSpPr>
            <p:nvPr/>
          </p:nvSpPr>
          <p:spPr bwMode="auto">
            <a:xfrm>
              <a:off x="330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5" name="Rectangle 44"/>
            <p:cNvSpPr>
              <a:spLocks noChangeArrowheads="1"/>
            </p:cNvSpPr>
            <p:nvPr/>
          </p:nvSpPr>
          <p:spPr bwMode="auto">
            <a:xfrm>
              <a:off x="474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6" name="Rectangle 45"/>
            <p:cNvSpPr>
              <a:spLocks noChangeArrowheads="1"/>
            </p:cNvSpPr>
            <p:nvPr/>
          </p:nvSpPr>
          <p:spPr bwMode="auto">
            <a:xfrm>
              <a:off x="618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7" name="Rectangle 46"/>
            <p:cNvSpPr>
              <a:spLocks noChangeArrowheads="1"/>
            </p:cNvSpPr>
            <p:nvPr/>
          </p:nvSpPr>
          <p:spPr bwMode="auto">
            <a:xfrm>
              <a:off x="762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8" name="Rectangle 47"/>
            <p:cNvSpPr>
              <a:spLocks noChangeArrowheads="1"/>
            </p:cNvSpPr>
            <p:nvPr/>
          </p:nvSpPr>
          <p:spPr bwMode="auto">
            <a:xfrm>
              <a:off x="906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79" name="Rectangle 48"/>
            <p:cNvSpPr>
              <a:spLocks noChangeArrowheads="1"/>
            </p:cNvSpPr>
            <p:nvPr/>
          </p:nvSpPr>
          <p:spPr bwMode="auto">
            <a:xfrm>
              <a:off x="1045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0" name="Rectangle 49"/>
            <p:cNvSpPr>
              <a:spLocks noChangeArrowheads="1"/>
            </p:cNvSpPr>
            <p:nvPr/>
          </p:nvSpPr>
          <p:spPr bwMode="auto">
            <a:xfrm>
              <a:off x="1189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1" name="Rectangle 50"/>
            <p:cNvSpPr>
              <a:spLocks noChangeArrowheads="1"/>
            </p:cNvSpPr>
            <p:nvPr/>
          </p:nvSpPr>
          <p:spPr bwMode="auto">
            <a:xfrm>
              <a:off x="1333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2" name="Rectangle 51"/>
            <p:cNvSpPr>
              <a:spLocks noChangeArrowheads="1"/>
            </p:cNvSpPr>
            <p:nvPr/>
          </p:nvSpPr>
          <p:spPr bwMode="auto">
            <a:xfrm>
              <a:off x="1477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3" name="Rectangle 52"/>
            <p:cNvSpPr>
              <a:spLocks noChangeArrowheads="1"/>
            </p:cNvSpPr>
            <p:nvPr/>
          </p:nvSpPr>
          <p:spPr bwMode="auto">
            <a:xfrm>
              <a:off x="1616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4" name="Rectangle 53"/>
            <p:cNvSpPr>
              <a:spLocks noChangeArrowheads="1"/>
            </p:cNvSpPr>
            <p:nvPr/>
          </p:nvSpPr>
          <p:spPr bwMode="auto">
            <a:xfrm>
              <a:off x="330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5" name="Rectangle 54"/>
            <p:cNvSpPr>
              <a:spLocks noChangeArrowheads="1"/>
            </p:cNvSpPr>
            <p:nvPr/>
          </p:nvSpPr>
          <p:spPr bwMode="auto">
            <a:xfrm>
              <a:off x="474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6" name="Rectangle 55"/>
            <p:cNvSpPr>
              <a:spLocks noChangeArrowheads="1"/>
            </p:cNvSpPr>
            <p:nvPr/>
          </p:nvSpPr>
          <p:spPr bwMode="auto">
            <a:xfrm>
              <a:off x="618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7" name="Rectangle 56"/>
            <p:cNvSpPr>
              <a:spLocks noChangeArrowheads="1"/>
            </p:cNvSpPr>
            <p:nvPr/>
          </p:nvSpPr>
          <p:spPr bwMode="auto">
            <a:xfrm>
              <a:off x="762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8" name="Rectangle 57"/>
            <p:cNvSpPr>
              <a:spLocks noChangeArrowheads="1"/>
            </p:cNvSpPr>
            <p:nvPr/>
          </p:nvSpPr>
          <p:spPr bwMode="auto">
            <a:xfrm>
              <a:off x="906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89" name="Rectangle 58"/>
            <p:cNvSpPr>
              <a:spLocks noChangeArrowheads="1"/>
            </p:cNvSpPr>
            <p:nvPr/>
          </p:nvSpPr>
          <p:spPr bwMode="auto">
            <a:xfrm>
              <a:off x="1045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0" name="Rectangle 59"/>
            <p:cNvSpPr>
              <a:spLocks noChangeArrowheads="1"/>
            </p:cNvSpPr>
            <p:nvPr/>
          </p:nvSpPr>
          <p:spPr bwMode="auto">
            <a:xfrm>
              <a:off x="1189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1" name="Rectangle 60"/>
            <p:cNvSpPr>
              <a:spLocks noChangeArrowheads="1"/>
            </p:cNvSpPr>
            <p:nvPr/>
          </p:nvSpPr>
          <p:spPr bwMode="auto">
            <a:xfrm>
              <a:off x="1333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2" name="Rectangle 61"/>
            <p:cNvSpPr>
              <a:spLocks noChangeArrowheads="1"/>
            </p:cNvSpPr>
            <p:nvPr/>
          </p:nvSpPr>
          <p:spPr bwMode="auto">
            <a:xfrm>
              <a:off x="1477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3" name="Rectangle 62"/>
            <p:cNvSpPr>
              <a:spLocks noChangeArrowheads="1"/>
            </p:cNvSpPr>
            <p:nvPr/>
          </p:nvSpPr>
          <p:spPr bwMode="auto">
            <a:xfrm>
              <a:off x="1616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4" name="Rectangle 63"/>
            <p:cNvSpPr>
              <a:spLocks noChangeArrowheads="1"/>
            </p:cNvSpPr>
            <p:nvPr/>
          </p:nvSpPr>
          <p:spPr bwMode="auto">
            <a:xfrm>
              <a:off x="330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5" name="Rectangle 64"/>
            <p:cNvSpPr>
              <a:spLocks noChangeArrowheads="1"/>
            </p:cNvSpPr>
            <p:nvPr/>
          </p:nvSpPr>
          <p:spPr bwMode="auto">
            <a:xfrm>
              <a:off x="474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6" name="Rectangle 65"/>
            <p:cNvSpPr>
              <a:spLocks noChangeArrowheads="1"/>
            </p:cNvSpPr>
            <p:nvPr/>
          </p:nvSpPr>
          <p:spPr bwMode="auto">
            <a:xfrm>
              <a:off x="618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7" name="Rectangle 66"/>
            <p:cNvSpPr>
              <a:spLocks noChangeArrowheads="1"/>
            </p:cNvSpPr>
            <p:nvPr/>
          </p:nvSpPr>
          <p:spPr bwMode="auto">
            <a:xfrm>
              <a:off x="762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8" name="Rectangle 67"/>
            <p:cNvSpPr>
              <a:spLocks noChangeArrowheads="1"/>
            </p:cNvSpPr>
            <p:nvPr/>
          </p:nvSpPr>
          <p:spPr bwMode="auto">
            <a:xfrm>
              <a:off x="906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99" name="Rectangle 68"/>
            <p:cNvSpPr>
              <a:spLocks noChangeArrowheads="1"/>
            </p:cNvSpPr>
            <p:nvPr/>
          </p:nvSpPr>
          <p:spPr bwMode="auto">
            <a:xfrm>
              <a:off x="1045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0" name="Rectangle 69"/>
            <p:cNvSpPr>
              <a:spLocks noChangeArrowheads="1"/>
            </p:cNvSpPr>
            <p:nvPr/>
          </p:nvSpPr>
          <p:spPr bwMode="auto">
            <a:xfrm>
              <a:off x="1189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1" name="Rectangle 70"/>
            <p:cNvSpPr>
              <a:spLocks noChangeArrowheads="1"/>
            </p:cNvSpPr>
            <p:nvPr/>
          </p:nvSpPr>
          <p:spPr bwMode="auto">
            <a:xfrm>
              <a:off x="1333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2" name="Rectangle 71"/>
            <p:cNvSpPr>
              <a:spLocks noChangeArrowheads="1"/>
            </p:cNvSpPr>
            <p:nvPr/>
          </p:nvSpPr>
          <p:spPr bwMode="auto">
            <a:xfrm>
              <a:off x="1477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3" name="Rectangle 72"/>
            <p:cNvSpPr>
              <a:spLocks noChangeArrowheads="1"/>
            </p:cNvSpPr>
            <p:nvPr/>
          </p:nvSpPr>
          <p:spPr bwMode="auto">
            <a:xfrm>
              <a:off x="1616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4" name="Rectangle 73"/>
            <p:cNvSpPr>
              <a:spLocks noChangeArrowheads="1"/>
            </p:cNvSpPr>
            <p:nvPr/>
          </p:nvSpPr>
          <p:spPr bwMode="auto">
            <a:xfrm>
              <a:off x="330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5" name="Rectangle 74"/>
            <p:cNvSpPr>
              <a:spLocks noChangeArrowheads="1"/>
            </p:cNvSpPr>
            <p:nvPr/>
          </p:nvSpPr>
          <p:spPr bwMode="auto">
            <a:xfrm>
              <a:off x="474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6" name="Rectangle 75"/>
            <p:cNvSpPr>
              <a:spLocks noChangeArrowheads="1"/>
            </p:cNvSpPr>
            <p:nvPr/>
          </p:nvSpPr>
          <p:spPr bwMode="auto">
            <a:xfrm>
              <a:off x="618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7" name="Rectangle 76"/>
            <p:cNvSpPr>
              <a:spLocks noChangeArrowheads="1"/>
            </p:cNvSpPr>
            <p:nvPr/>
          </p:nvSpPr>
          <p:spPr bwMode="auto">
            <a:xfrm>
              <a:off x="762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8" name="Rectangle 77"/>
            <p:cNvSpPr>
              <a:spLocks noChangeArrowheads="1"/>
            </p:cNvSpPr>
            <p:nvPr/>
          </p:nvSpPr>
          <p:spPr bwMode="auto">
            <a:xfrm>
              <a:off x="906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09" name="Rectangle 78"/>
            <p:cNvSpPr>
              <a:spLocks noChangeArrowheads="1"/>
            </p:cNvSpPr>
            <p:nvPr/>
          </p:nvSpPr>
          <p:spPr bwMode="auto">
            <a:xfrm>
              <a:off x="1045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0" name="Rectangle 79"/>
            <p:cNvSpPr>
              <a:spLocks noChangeArrowheads="1"/>
            </p:cNvSpPr>
            <p:nvPr/>
          </p:nvSpPr>
          <p:spPr bwMode="auto">
            <a:xfrm>
              <a:off x="1189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1" name="Rectangle 80"/>
            <p:cNvSpPr>
              <a:spLocks noChangeArrowheads="1"/>
            </p:cNvSpPr>
            <p:nvPr/>
          </p:nvSpPr>
          <p:spPr bwMode="auto">
            <a:xfrm>
              <a:off x="1333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2" name="Rectangle 81"/>
            <p:cNvSpPr>
              <a:spLocks noChangeArrowheads="1"/>
            </p:cNvSpPr>
            <p:nvPr/>
          </p:nvSpPr>
          <p:spPr bwMode="auto">
            <a:xfrm>
              <a:off x="1477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3" name="Rectangle 82"/>
            <p:cNvSpPr>
              <a:spLocks noChangeArrowheads="1"/>
            </p:cNvSpPr>
            <p:nvPr/>
          </p:nvSpPr>
          <p:spPr bwMode="auto">
            <a:xfrm>
              <a:off x="1616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4" name="Rectangle 83"/>
            <p:cNvSpPr>
              <a:spLocks noChangeArrowheads="1"/>
            </p:cNvSpPr>
            <p:nvPr/>
          </p:nvSpPr>
          <p:spPr bwMode="auto">
            <a:xfrm>
              <a:off x="330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5" name="Rectangle 84"/>
            <p:cNvSpPr>
              <a:spLocks noChangeArrowheads="1"/>
            </p:cNvSpPr>
            <p:nvPr/>
          </p:nvSpPr>
          <p:spPr bwMode="auto">
            <a:xfrm>
              <a:off x="474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6" name="Rectangle 85"/>
            <p:cNvSpPr>
              <a:spLocks noChangeArrowheads="1"/>
            </p:cNvSpPr>
            <p:nvPr/>
          </p:nvSpPr>
          <p:spPr bwMode="auto">
            <a:xfrm>
              <a:off x="618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7" name="Rectangle 86"/>
            <p:cNvSpPr>
              <a:spLocks noChangeArrowheads="1"/>
            </p:cNvSpPr>
            <p:nvPr/>
          </p:nvSpPr>
          <p:spPr bwMode="auto">
            <a:xfrm>
              <a:off x="762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8" name="Rectangle 87"/>
            <p:cNvSpPr>
              <a:spLocks noChangeArrowheads="1"/>
            </p:cNvSpPr>
            <p:nvPr/>
          </p:nvSpPr>
          <p:spPr bwMode="auto">
            <a:xfrm>
              <a:off x="906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19" name="Rectangle 88"/>
            <p:cNvSpPr>
              <a:spLocks noChangeArrowheads="1"/>
            </p:cNvSpPr>
            <p:nvPr/>
          </p:nvSpPr>
          <p:spPr bwMode="auto">
            <a:xfrm>
              <a:off x="1045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0" name="Rectangle 89"/>
            <p:cNvSpPr>
              <a:spLocks noChangeArrowheads="1"/>
            </p:cNvSpPr>
            <p:nvPr/>
          </p:nvSpPr>
          <p:spPr bwMode="auto">
            <a:xfrm>
              <a:off x="1189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1" name="Rectangle 90"/>
            <p:cNvSpPr>
              <a:spLocks noChangeArrowheads="1"/>
            </p:cNvSpPr>
            <p:nvPr/>
          </p:nvSpPr>
          <p:spPr bwMode="auto">
            <a:xfrm>
              <a:off x="1333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2" name="Rectangle 91"/>
            <p:cNvSpPr>
              <a:spLocks noChangeArrowheads="1"/>
            </p:cNvSpPr>
            <p:nvPr/>
          </p:nvSpPr>
          <p:spPr bwMode="auto">
            <a:xfrm>
              <a:off x="1477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3" name="Rectangle 92"/>
            <p:cNvSpPr>
              <a:spLocks noChangeArrowheads="1"/>
            </p:cNvSpPr>
            <p:nvPr/>
          </p:nvSpPr>
          <p:spPr bwMode="auto">
            <a:xfrm>
              <a:off x="1616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4" name="Rectangle 93"/>
            <p:cNvSpPr>
              <a:spLocks noChangeArrowheads="1"/>
            </p:cNvSpPr>
            <p:nvPr/>
          </p:nvSpPr>
          <p:spPr bwMode="auto">
            <a:xfrm>
              <a:off x="330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5" name="Rectangle 94"/>
            <p:cNvSpPr>
              <a:spLocks noChangeArrowheads="1"/>
            </p:cNvSpPr>
            <p:nvPr/>
          </p:nvSpPr>
          <p:spPr bwMode="auto">
            <a:xfrm>
              <a:off x="474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6" name="Rectangle 95"/>
            <p:cNvSpPr>
              <a:spLocks noChangeArrowheads="1"/>
            </p:cNvSpPr>
            <p:nvPr/>
          </p:nvSpPr>
          <p:spPr bwMode="auto">
            <a:xfrm>
              <a:off x="618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7" name="Rectangle 96"/>
            <p:cNvSpPr>
              <a:spLocks noChangeArrowheads="1"/>
            </p:cNvSpPr>
            <p:nvPr/>
          </p:nvSpPr>
          <p:spPr bwMode="auto">
            <a:xfrm>
              <a:off x="762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8" name="Rectangle 97"/>
            <p:cNvSpPr>
              <a:spLocks noChangeArrowheads="1"/>
            </p:cNvSpPr>
            <p:nvPr/>
          </p:nvSpPr>
          <p:spPr bwMode="auto">
            <a:xfrm>
              <a:off x="906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29" name="Rectangle 98"/>
            <p:cNvSpPr>
              <a:spLocks noChangeArrowheads="1"/>
            </p:cNvSpPr>
            <p:nvPr/>
          </p:nvSpPr>
          <p:spPr bwMode="auto">
            <a:xfrm>
              <a:off x="1045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0" name="Rectangle 99"/>
            <p:cNvSpPr>
              <a:spLocks noChangeArrowheads="1"/>
            </p:cNvSpPr>
            <p:nvPr/>
          </p:nvSpPr>
          <p:spPr bwMode="auto">
            <a:xfrm>
              <a:off x="1189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1" name="Rectangle 100"/>
            <p:cNvSpPr>
              <a:spLocks noChangeArrowheads="1"/>
            </p:cNvSpPr>
            <p:nvPr/>
          </p:nvSpPr>
          <p:spPr bwMode="auto">
            <a:xfrm>
              <a:off x="1333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2" name="Rectangle 101"/>
            <p:cNvSpPr>
              <a:spLocks noChangeArrowheads="1"/>
            </p:cNvSpPr>
            <p:nvPr/>
          </p:nvSpPr>
          <p:spPr bwMode="auto">
            <a:xfrm>
              <a:off x="1477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3" name="Rectangle 102"/>
            <p:cNvSpPr>
              <a:spLocks noChangeArrowheads="1"/>
            </p:cNvSpPr>
            <p:nvPr/>
          </p:nvSpPr>
          <p:spPr bwMode="auto">
            <a:xfrm>
              <a:off x="1616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4" name="Rectangle 103"/>
            <p:cNvSpPr>
              <a:spLocks noChangeArrowheads="1"/>
            </p:cNvSpPr>
            <p:nvPr/>
          </p:nvSpPr>
          <p:spPr bwMode="auto">
            <a:xfrm>
              <a:off x="330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5" name="Rectangle 104"/>
            <p:cNvSpPr>
              <a:spLocks noChangeArrowheads="1"/>
            </p:cNvSpPr>
            <p:nvPr/>
          </p:nvSpPr>
          <p:spPr bwMode="auto">
            <a:xfrm>
              <a:off x="474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6" name="Rectangle 105"/>
            <p:cNvSpPr>
              <a:spLocks noChangeArrowheads="1"/>
            </p:cNvSpPr>
            <p:nvPr/>
          </p:nvSpPr>
          <p:spPr bwMode="auto">
            <a:xfrm>
              <a:off x="618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7" name="Rectangle 106"/>
            <p:cNvSpPr>
              <a:spLocks noChangeArrowheads="1"/>
            </p:cNvSpPr>
            <p:nvPr/>
          </p:nvSpPr>
          <p:spPr bwMode="auto">
            <a:xfrm>
              <a:off x="762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8" name="Rectangle 107"/>
            <p:cNvSpPr>
              <a:spLocks noChangeArrowheads="1"/>
            </p:cNvSpPr>
            <p:nvPr/>
          </p:nvSpPr>
          <p:spPr bwMode="auto">
            <a:xfrm>
              <a:off x="906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39" name="Rectangle 108"/>
            <p:cNvSpPr>
              <a:spLocks noChangeArrowheads="1"/>
            </p:cNvSpPr>
            <p:nvPr/>
          </p:nvSpPr>
          <p:spPr bwMode="auto">
            <a:xfrm>
              <a:off x="1045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0" name="Rectangle 109"/>
            <p:cNvSpPr>
              <a:spLocks noChangeArrowheads="1"/>
            </p:cNvSpPr>
            <p:nvPr/>
          </p:nvSpPr>
          <p:spPr bwMode="auto">
            <a:xfrm>
              <a:off x="1189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1" name="Rectangle 110"/>
            <p:cNvSpPr>
              <a:spLocks noChangeArrowheads="1"/>
            </p:cNvSpPr>
            <p:nvPr/>
          </p:nvSpPr>
          <p:spPr bwMode="auto">
            <a:xfrm>
              <a:off x="1333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2" name="Rectangle 111"/>
            <p:cNvSpPr>
              <a:spLocks noChangeArrowheads="1"/>
            </p:cNvSpPr>
            <p:nvPr/>
          </p:nvSpPr>
          <p:spPr bwMode="auto">
            <a:xfrm>
              <a:off x="1477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3" name="Rectangle 112"/>
            <p:cNvSpPr>
              <a:spLocks noChangeArrowheads="1"/>
            </p:cNvSpPr>
            <p:nvPr/>
          </p:nvSpPr>
          <p:spPr bwMode="auto">
            <a:xfrm>
              <a:off x="1616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4" name="Rectangle 113"/>
            <p:cNvSpPr>
              <a:spLocks noChangeArrowheads="1"/>
            </p:cNvSpPr>
            <p:nvPr/>
          </p:nvSpPr>
          <p:spPr bwMode="auto">
            <a:xfrm>
              <a:off x="1755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5" name="Rectangle 114"/>
            <p:cNvSpPr>
              <a:spLocks noChangeArrowheads="1"/>
            </p:cNvSpPr>
            <p:nvPr/>
          </p:nvSpPr>
          <p:spPr bwMode="auto">
            <a:xfrm>
              <a:off x="1899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6" name="Rectangle 115"/>
            <p:cNvSpPr>
              <a:spLocks noChangeArrowheads="1"/>
            </p:cNvSpPr>
            <p:nvPr/>
          </p:nvSpPr>
          <p:spPr bwMode="auto">
            <a:xfrm>
              <a:off x="2043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7" name="Rectangle 116"/>
            <p:cNvSpPr>
              <a:spLocks noChangeArrowheads="1"/>
            </p:cNvSpPr>
            <p:nvPr/>
          </p:nvSpPr>
          <p:spPr bwMode="auto">
            <a:xfrm>
              <a:off x="2187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8" name="Rectangle 117"/>
            <p:cNvSpPr>
              <a:spLocks noChangeArrowheads="1"/>
            </p:cNvSpPr>
            <p:nvPr/>
          </p:nvSpPr>
          <p:spPr bwMode="auto">
            <a:xfrm>
              <a:off x="2331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49" name="Rectangle 118"/>
            <p:cNvSpPr>
              <a:spLocks noChangeArrowheads="1"/>
            </p:cNvSpPr>
            <p:nvPr/>
          </p:nvSpPr>
          <p:spPr bwMode="auto">
            <a:xfrm>
              <a:off x="2470" y="1023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0" name="Rectangle 119"/>
            <p:cNvSpPr>
              <a:spLocks noChangeArrowheads="1"/>
            </p:cNvSpPr>
            <p:nvPr/>
          </p:nvSpPr>
          <p:spPr bwMode="auto">
            <a:xfrm>
              <a:off x="1755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1" name="Rectangle 120"/>
            <p:cNvSpPr>
              <a:spLocks noChangeArrowheads="1"/>
            </p:cNvSpPr>
            <p:nvPr/>
          </p:nvSpPr>
          <p:spPr bwMode="auto">
            <a:xfrm>
              <a:off x="1899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2" name="Rectangle 121"/>
            <p:cNvSpPr>
              <a:spLocks noChangeArrowheads="1"/>
            </p:cNvSpPr>
            <p:nvPr/>
          </p:nvSpPr>
          <p:spPr bwMode="auto">
            <a:xfrm>
              <a:off x="2043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3" name="Rectangle 122"/>
            <p:cNvSpPr>
              <a:spLocks noChangeArrowheads="1"/>
            </p:cNvSpPr>
            <p:nvPr/>
          </p:nvSpPr>
          <p:spPr bwMode="auto">
            <a:xfrm>
              <a:off x="2187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4" name="Rectangle 123"/>
            <p:cNvSpPr>
              <a:spLocks noChangeArrowheads="1"/>
            </p:cNvSpPr>
            <p:nvPr/>
          </p:nvSpPr>
          <p:spPr bwMode="auto">
            <a:xfrm>
              <a:off x="2331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5" name="Rectangle 124"/>
            <p:cNvSpPr>
              <a:spLocks noChangeArrowheads="1"/>
            </p:cNvSpPr>
            <p:nvPr/>
          </p:nvSpPr>
          <p:spPr bwMode="auto">
            <a:xfrm>
              <a:off x="2470" y="1165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6" name="Rectangle 125"/>
            <p:cNvSpPr>
              <a:spLocks noChangeArrowheads="1"/>
            </p:cNvSpPr>
            <p:nvPr/>
          </p:nvSpPr>
          <p:spPr bwMode="auto">
            <a:xfrm>
              <a:off x="1755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7" name="Rectangle 126"/>
            <p:cNvSpPr>
              <a:spLocks noChangeArrowheads="1"/>
            </p:cNvSpPr>
            <p:nvPr/>
          </p:nvSpPr>
          <p:spPr bwMode="auto">
            <a:xfrm>
              <a:off x="1899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8" name="Rectangle 127"/>
            <p:cNvSpPr>
              <a:spLocks noChangeArrowheads="1"/>
            </p:cNvSpPr>
            <p:nvPr/>
          </p:nvSpPr>
          <p:spPr bwMode="auto">
            <a:xfrm>
              <a:off x="2043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59" name="Rectangle 128"/>
            <p:cNvSpPr>
              <a:spLocks noChangeArrowheads="1"/>
            </p:cNvSpPr>
            <p:nvPr/>
          </p:nvSpPr>
          <p:spPr bwMode="auto">
            <a:xfrm>
              <a:off x="2187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0" name="Rectangle 129"/>
            <p:cNvSpPr>
              <a:spLocks noChangeArrowheads="1"/>
            </p:cNvSpPr>
            <p:nvPr/>
          </p:nvSpPr>
          <p:spPr bwMode="auto">
            <a:xfrm>
              <a:off x="2331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1" name="Rectangle 130"/>
            <p:cNvSpPr>
              <a:spLocks noChangeArrowheads="1"/>
            </p:cNvSpPr>
            <p:nvPr/>
          </p:nvSpPr>
          <p:spPr bwMode="auto">
            <a:xfrm>
              <a:off x="2470" y="1309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2" name="Rectangle 131"/>
            <p:cNvSpPr>
              <a:spLocks noChangeArrowheads="1"/>
            </p:cNvSpPr>
            <p:nvPr/>
          </p:nvSpPr>
          <p:spPr bwMode="auto">
            <a:xfrm>
              <a:off x="1755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3" name="Rectangle 132"/>
            <p:cNvSpPr>
              <a:spLocks noChangeArrowheads="1"/>
            </p:cNvSpPr>
            <p:nvPr/>
          </p:nvSpPr>
          <p:spPr bwMode="auto">
            <a:xfrm>
              <a:off x="1899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4" name="Rectangle 133"/>
            <p:cNvSpPr>
              <a:spLocks noChangeArrowheads="1"/>
            </p:cNvSpPr>
            <p:nvPr/>
          </p:nvSpPr>
          <p:spPr bwMode="auto">
            <a:xfrm>
              <a:off x="2043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5" name="Rectangle 134"/>
            <p:cNvSpPr>
              <a:spLocks noChangeArrowheads="1"/>
            </p:cNvSpPr>
            <p:nvPr/>
          </p:nvSpPr>
          <p:spPr bwMode="auto">
            <a:xfrm>
              <a:off x="2187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6" name="Rectangle 135"/>
            <p:cNvSpPr>
              <a:spLocks noChangeArrowheads="1"/>
            </p:cNvSpPr>
            <p:nvPr/>
          </p:nvSpPr>
          <p:spPr bwMode="auto">
            <a:xfrm>
              <a:off x="2331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7" name="Rectangle 136"/>
            <p:cNvSpPr>
              <a:spLocks noChangeArrowheads="1"/>
            </p:cNvSpPr>
            <p:nvPr/>
          </p:nvSpPr>
          <p:spPr bwMode="auto">
            <a:xfrm>
              <a:off x="2470" y="145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8" name="Rectangle 137"/>
            <p:cNvSpPr>
              <a:spLocks noChangeArrowheads="1"/>
            </p:cNvSpPr>
            <p:nvPr/>
          </p:nvSpPr>
          <p:spPr bwMode="auto">
            <a:xfrm>
              <a:off x="1755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69" name="Rectangle 138"/>
            <p:cNvSpPr>
              <a:spLocks noChangeArrowheads="1"/>
            </p:cNvSpPr>
            <p:nvPr/>
          </p:nvSpPr>
          <p:spPr bwMode="auto">
            <a:xfrm>
              <a:off x="1899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0" name="Rectangle 139"/>
            <p:cNvSpPr>
              <a:spLocks noChangeArrowheads="1"/>
            </p:cNvSpPr>
            <p:nvPr/>
          </p:nvSpPr>
          <p:spPr bwMode="auto">
            <a:xfrm>
              <a:off x="2043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1" name="Rectangle 140"/>
            <p:cNvSpPr>
              <a:spLocks noChangeArrowheads="1"/>
            </p:cNvSpPr>
            <p:nvPr/>
          </p:nvSpPr>
          <p:spPr bwMode="auto">
            <a:xfrm>
              <a:off x="2187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2" name="Rectangle 141"/>
            <p:cNvSpPr>
              <a:spLocks noChangeArrowheads="1"/>
            </p:cNvSpPr>
            <p:nvPr/>
          </p:nvSpPr>
          <p:spPr bwMode="auto">
            <a:xfrm>
              <a:off x="2331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3" name="Rectangle 142"/>
            <p:cNvSpPr>
              <a:spLocks noChangeArrowheads="1"/>
            </p:cNvSpPr>
            <p:nvPr/>
          </p:nvSpPr>
          <p:spPr bwMode="auto">
            <a:xfrm>
              <a:off x="2470" y="1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4" name="Rectangle 143"/>
            <p:cNvSpPr>
              <a:spLocks noChangeArrowheads="1"/>
            </p:cNvSpPr>
            <p:nvPr/>
          </p:nvSpPr>
          <p:spPr bwMode="auto">
            <a:xfrm>
              <a:off x="1755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5" name="Rectangle 144"/>
            <p:cNvSpPr>
              <a:spLocks noChangeArrowheads="1"/>
            </p:cNvSpPr>
            <p:nvPr/>
          </p:nvSpPr>
          <p:spPr bwMode="auto">
            <a:xfrm>
              <a:off x="1899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6" name="Rectangle 145"/>
            <p:cNvSpPr>
              <a:spLocks noChangeArrowheads="1"/>
            </p:cNvSpPr>
            <p:nvPr/>
          </p:nvSpPr>
          <p:spPr bwMode="auto">
            <a:xfrm>
              <a:off x="2043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7" name="Rectangle 146"/>
            <p:cNvSpPr>
              <a:spLocks noChangeArrowheads="1"/>
            </p:cNvSpPr>
            <p:nvPr/>
          </p:nvSpPr>
          <p:spPr bwMode="auto">
            <a:xfrm>
              <a:off x="2187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8" name="Rectangle 147"/>
            <p:cNvSpPr>
              <a:spLocks noChangeArrowheads="1"/>
            </p:cNvSpPr>
            <p:nvPr/>
          </p:nvSpPr>
          <p:spPr bwMode="auto">
            <a:xfrm>
              <a:off x="2331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79" name="Rectangle 148"/>
            <p:cNvSpPr>
              <a:spLocks noChangeArrowheads="1"/>
            </p:cNvSpPr>
            <p:nvPr/>
          </p:nvSpPr>
          <p:spPr bwMode="auto">
            <a:xfrm>
              <a:off x="2470" y="1730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0" name="Rectangle 149"/>
            <p:cNvSpPr>
              <a:spLocks noChangeArrowheads="1"/>
            </p:cNvSpPr>
            <p:nvPr/>
          </p:nvSpPr>
          <p:spPr bwMode="auto">
            <a:xfrm>
              <a:off x="1755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1" name="Rectangle 150"/>
            <p:cNvSpPr>
              <a:spLocks noChangeArrowheads="1"/>
            </p:cNvSpPr>
            <p:nvPr/>
          </p:nvSpPr>
          <p:spPr bwMode="auto">
            <a:xfrm>
              <a:off x="1899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2" name="Rectangle 151"/>
            <p:cNvSpPr>
              <a:spLocks noChangeArrowheads="1"/>
            </p:cNvSpPr>
            <p:nvPr/>
          </p:nvSpPr>
          <p:spPr bwMode="auto">
            <a:xfrm>
              <a:off x="2043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3" name="Rectangle 152"/>
            <p:cNvSpPr>
              <a:spLocks noChangeArrowheads="1"/>
            </p:cNvSpPr>
            <p:nvPr/>
          </p:nvSpPr>
          <p:spPr bwMode="auto">
            <a:xfrm>
              <a:off x="2187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4" name="Rectangle 153"/>
            <p:cNvSpPr>
              <a:spLocks noChangeArrowheads="1"/>
            </p:cNvSpPr>
            <p:nvPr/>
          </p:nvSpPr>
          <p:spPr bwMode="auto">
            <a:xfrm>
              <a:off x="2331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5" name="Rectangle 154"/>
            <p:cNvSpPr>
              <a:spLocks noChangeArrowheads="1"/>
            </p:cNvSpPr>
            <p:nvPr/>
          </p:nvSpPr>
          <p:spPr bwMode="auto">
            <a:xfrm>
              <a:off x="2470" y="1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6" name="Rectangle 155"/>
            <p:cNvSpPr>
              <a:spLocks noChangeArrowheads="1"/>
            </p:cNvSpPr>
            <p:nvPr/>
          </p:nvSpPr>
          <p:spPr bwMode="auto">
            <a:xfrm>
              <a:off x="1755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7" name="Rectangle 156"/>
            <p:cNvSpPr>
              <a:spLocks noChangeArrowheads="1"/>
            </p:cNvSpPr>
            <p:nvPr/>
          </p:nvSpPr>
          <p:spPr bwMode="auto">
            <a:xfrm>
              <a:off x="1899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8" name="Rectangle 157"/>
            <p:cNvSpPr>
              <a:spLocks noChangeArrowheads="1"/>
            </p:cNvSpPr>
            <p:nvPr/>
          </p:nvSpPr>
          <p:spPr bwMode="auto">
            <a:xfrm>
              <a:off x="2043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89" name="Rectangle 158"/>
            <p:cNvSpPr>
              <a:spLocks noChangeArrowheads="1"/>
            </p:cNvSpPr>
            <p:nvPr/>
          </p:nvSpPr>
          <p:spPr bwMode="auto">
            <a:xfrm>
              <a:off x="2187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0" name="Rectangle 159"/>
            <p:cNvSpPr>
              <a:spLocks noChangeArrowheads="1"/>
            </p:cNvSpPr>
            <p:nvPr/>
          </p:nvSpPr>
          <p:spPr bwMode="auto">
            <a:xfrm>
              <a:off x="2331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1" name="Rectangle 160"/>
            <p:cNvSpPr>
              <a:spLocks noChangeArrowheads="1"/>
            </p:cNvSpPr>
            <p:nvPr/>
          </p:nvSpPr>
          <p:spPr bwMode="auto">
            <a:xfrm>
              <a:off x="2470" y="201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2" name="Rectangle 161"/>
            <p:cNvSpPr>
              <a:spLocks noChangeArrowheads="1"/>
            </p:cNvSpPr>
            <p:nvPr/>
          </p:nvSpPr>
          <p:spPr bwMode="auto">
            <a:xfrm>
              <a:off x="1755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3" name="Rectangle 162"/>
            <p:cNvSpPr>
              <a:spLocks noChangeArrowheads="1"/>
            </p:cNvSpPr>
            <p:nvPr/>
          </p:nvSpPr>
          <p:spPr bwMode="auto">
            <a:xfrm>
              <a:off x="1899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4" name="Rectangle 163"/>
            <p:cNvSpPr>
              <a:spLocks noChangeArrowheads="1"/>
            </p:cNvSpPr>
            <p:nvPr/>
          </p:nvSpPr>
          <p:spPr bwMode="auto">
            <a:xfrm>
              <a:off x="2043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5" name="Rectangle 164"/>
            <p:cNvSpPr>
              <a:spLocks noChangeArrowheads="1"/>
            </p:cNvSpPr>
            <p:nvPr/>
          </p:nvSpPr>
          <p:spPr bwMode="auto">
            <a:xfrm>
              <a:off x="2187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6" name="Rectangle 165"/>
            <p:cNvSpPr>
              <a:spLocks noChangeArrowheads="1"/>
            </p:cNvSpPr>
            <p:nvPr/>
          </p:nvSpPr>
          <p:spPr bwMode="auto">
            <a:xfrm>
              <a:off x="2331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7" name="Rectangle 166"/>
            <p:cNvSpPr>
              <a:spLocks noChangeArrowheads="1"/>
            </p:cNvSpPr>
            <p:nvPr/>
          </p:nvSpPr>
          <p:spPr bwMode="auto">
            <a:xfrm>
              <a:off x="2470" y="216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8" name="Rectangle 167"/>
            <p:cNvSpPr>
              <a:spLocks noChangeArrowheads="1"/>
            </p:cNvSpPr>
            <p:nvPr/>
          </p:nvSpPr>
          <p:spPr bwMode="auto">
            <a:xfrm>
              <a:off x="1755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399" name="Rectangle 168"/>
            <p:cNvSpPr>
              <a:spLocks noChangeArrowheads="1"/>
            </p:cNvSpPr>
            <p:nvPr/>
          </p:nvSpPr>
          <p:spPr bwMode="auto">
            <a:xfrm>
              <a:off x="1899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0" name="Rectangle 169"/>
            <p:cNvSpPr>
              <a:spLocks noChangeArrowheads="1"/>
            </p:cNvSpPr>
            <p:nvPr/>
          </p:nvSpPr>
          <p:spPr bwMode="auto">
            <a:xfrm>
              <a:off x="2043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1" name="Rectangle 170"/>
            <p:cNvSpPr>
              <a:spLocks noChangeArrowheads="1"/>
            </p:cNvSpPr>
            <p:nvPr/>
          </p:nvSpPr>
          <p:spPr bwMode="auto">
            <a:xfrm>
              <a:off x="2187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2" name="Rectangle 171"/>
            <p:cNvSpPr>
              <a:spLocks noChangeArrowheads="1"/>
            </p:cNvSpPr>
            <p:nvPr/>
          </p:nvSpPr>
          <p:spPr bwMode="auto">
            <a:xfrm>
              <a:off x="2331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3" name="Rectangle 172"/>
            <p:cNvSpPr>
              <a:spLocks noChangeArrowheads="1"/>
            </p:cNvSpPr>
            <p:nvPr/>
          </p:nvSpPr>
          <p:spPr bwMode="auto">
            <a:xfrm>
              <a:off x="2470" y="230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4" name="Rectangle 173"/>
            <p:cNvSpPr>
              <a:spLocks noChangeArrowheads="1"/>
            </p:cNvSpPr>
            <p:nvPr/>
          </p:nvSpPr>
          <p:spPr bwMode="auto">
            <a:xfrm>
              <a:off x="330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5" name="Rectangle 174"/>
            <p:cNvSpPr>
              <a:spLocks noChangeArrowheads="1"/>
            </p:cNvSpPr>
            <p:nvPr/>
          </p:nvSpPr>
          <p:spPr bwMode="auto">
            <a:xfrm>
              <a:off x="474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6" name="Rectangle 175"/>
            <p:cNvSpPr>
              <a:spLocks noChangeArrowheads="1"/>
            </p:cNvSpPr>
            <p:nvPr/>
          </p:nvSpPr>
          <p:spPr bwMode="auto">
            <a:xfrm>
              <a:off x="618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7" name="Rectangle 176"/>
            <p:cNvSpPr>
              <a:spLocks noChangeArrowheads="1"/>
            </p:cNvSpPr>
            <p:nvPr/>
          </p:nvSpPr>
          <p:spPr bwMode="auto">
            <a:xfrm>
              <a:off x="762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8" name="Rectangle 177"/>
            <p:cNvSpPr>
              <a:spLocks noChangeArrowheads="1"/>
            </p:cNvSpPr>
            <p:nvPr/>
          </p:nvSpPr>
          <p:spPr bwMode="auto">
            <a:xfrm>
              <a:off x="906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09" name="Rectangle 178"/>
            <p:cNvSpPr>
              <a:spLocks noChangeArrowheads="1"/>
            </p:cNvSpPr>
            <p:nvPr/>
          </p:nvSpPr>
          <p:spPr bwMode="auto">
            <a:xfrm>
              <a:off x="1045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0" name="Rectangle 179"/>
            <p:cNvSpPr>
              <a:spLocks noChangeArrowheads="1"/>
            </p:cNvSpPr>
            <p:nvPr/>
          </p:nvSpPr>
          <p:spPr bwMode="auto">
            <a:xfrm>
              <a:off x="1189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1" name="Rectangle 180"/>
            <p:cNvSpPr>
              <a:spLocks noChangeArrowheads="1"/>
            </p:cNvSpPr>
            <p:nvPr/>
          </p:nvSpPr>
          <p:spPr bwMode="auto">
            <a:xfrm>
              <a:off x="1333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2" name="Rectangle 181"/>
            <p:cNvSpPr>
              <a:spLocks noChangeArrowheads="1"/>
            </p:cNvSpPr>
            <p:nvPr/>
          </p:nvSpPr>
          <p:spPr bwMode="auto">
            <a:xfrm>
              <a:off x="1477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3" name="Rectangle 182"/>
            <p:cNvSpPr>
              <a:spLocks noChangeArrowheads="1"/>
            </p:cNvSpPr>
            <p:nvPr/>
          </p:nvSpPr>
          <p:spPr bwMode="auto">
            <a:xfrm>
              <a:off x="1616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4" name="Rectangle 183"/>
            <p:cNvSpPr>
              <a:spLocks noChangeArrowheads="1"/>
            </p:cNvSpPr>
            <p:nvPr/>
          </p:nvSpPr>
          <p:spPr bwMode="auto">
            <a:xfrm>
              <a:off x="330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5" name="Rectangle 184"/>
            <p:cNvSpPr>
              <a:spLocks noChangeArrowheads="1"/>
            </p:cNvSpPr>
            <p:nvPr/>
          </p:nvSpPr>
          <p:spPr bwMode="auto">
            <a:xfrm>
              <a:off x="474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6" name="Rectangle 185"/>
            <p:cNvSpPr>
              <a:spLocks noChangeArrowheads="1"/>
            </p:cNvSpPr>
            <p:nvPr/>
          </p:nvSpPr>
          <p:spPr bwMode="auto">
            <a:xfrm>
              <a:off x="618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7" name="Rectangle 186"/>
            <p:cNvSpPr>
              <a:spLocks noChangeArrowheads="1"/>
            </p:cNvSpPr>
            <p:nvPr/>
          </p:nvSpPr>
          <p:spPr bwMode="auto">
            <a:xfrm>
              <a:off x="762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8" name="Rectangle 187"/>
            <p:cNvSpPr>
              <a:spLocks noChangeArrowheads="1"/>
            </p:cNvSpPr>
            <p:nvPr/>
          </p:nvSpPr>
          <p:spPr bwMode="auto">
            <a:xfrm>
              <a:off x="906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19" name="Rectangle 188"/>
            <p:cNvSpPr>
              <a:spLocks noChangeArrowheads="1"/>
            </p:cNvSpPr>
            <p:nvPr/>
          </p:nvSpPr>
          <p:spPr bwMode="auto">
            <a:xfrm>
              <a:off x="1045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0" name="Rectangle 189"/>
            <p:cNvSpPr>
              <a:spLocks noChangeArrowheads="1"/>
            </p:cNvSpPr>
            <p:nvPr/>
          </p:nvSpPr>
          <p:spPr bwMode="auto">
            <a:xfrm>
              <a:off x="1189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1" name="Rectangle 190"/>
            <p:cNvSpPr>
              <a:spLocks noChangeArrowheads="1"/>
            </p:cNvSpPr>
            <p:nvPr/>
          </p:nvSpPr>
          <p:spPr bwMode="auto">
            <a:xfrm>
              <a:off x="1333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2" name="Rectangle 191"/>
            <p:cNvSpPr>
              <a:spLocks noChangeArrowheads="1"/>
            </p:cNvSpPr>
            <p:nvPr/>
          </p:nvSpPr>
          <p:spPr bwMode="auto">
            <a:xfrm>
              <a:off x="1477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3" name="Rectangle 192"/>
            <p:cNvSpPr>
              <a:spLocks noChangeArrowheads="1"/>
            </p:cNvSpPr>
            <p:nvPr/>
          </p:nvSpPr>
          <p:spPr bwMode="auto">
            <a:xfrm>
              <a:off x="1616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4" name="Rectangle 193"/>
            <p:cNvSpPr>
              <a:spLocks noChangeArrowheads="1"/>
            </p:cNvSpPr>
            <p:nvPr/>
          </p:nvSpPr>
          <p:spPr bwMode="auto">
            <a:xfrm>
              <a:off x="330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5" name="Rectangle 194"/>
            <p:cNvSpPr>
              <a:spLocks noChangeArrowheads="1"/>
            </p:cNvSpPr>
            <p:nvPr/>
          </p:nvSpPr>
          <p:spPr bwMode="auto">
            <a:xfrm>
              <a:off x="474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6" name="Rectangle 195"/>
            <p:cNvSpPr>
              <a:spLocks noChangeArrowheads="1"/>
            </p:cNvSpPr>
            <p:nvPr/>
          </p:nvSpPr>
          <p:spPr bwMode="auto">
            <a:xfrm>
              <a:off x="618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7" name="Rectangle 196"/>
            <p:cNvSpPr>
              <a:spLocks noChangeArrowheads="1"/>
            </p:cNvSpPr>
            <p:nvPr/>
          </p:nvSpPr>
          <p:spPr bwMode="auto">
            <a:xfrm>
              <a:off x="762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8" name="Rectangle 197"/>
            <p:cNvSpPr>
              <a:spLocks noChangeArrowheads="1"/>
            </p:cNvSpPr>
            <p:nvPr/>
          </p:nvSpPr>
          <p:spPr bwMode="auto">
            <a:xfrm>
              <a:off x="906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29" name="Rectangle 198"/>
            <p:cNvSpPr>
              <a:spLocks noChangeArrowheads="1"/>
            </p:cNvSpPr>
            <p:nvPr/>
          </p:nvSpPr>
          <p:spPr bwMode="auto">
            <a:xfrm>
              <a:off x="1045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0" name="Rectangle 199"/>
            <p:cNvSpPr>
              <a:spLocks noChangeArrowheads="1"/>
            </p:cNvSpPr>
            <p:nvPr/>
          </p:nvSpPr>
          <p:spPr bwMode="auto">
            <a:xfrm>
              <a:off x="1189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1" name="Rectangle 200"/>
            <p:cNvSpPr>
              <a:spLocks noChangeArrowheads="1"/>
            </p:cNvSpPr>
            <p:nvPr/>
          </p:nvSpPr>
          <p:spPr bwMode="auto">
            <a:xfrm>
              <a:off x="1333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2" name="Rectangle 201"/>
            <p:cNvSpPr>
              <a:spLocks noChangeArrowheads="1"/>
            </p:cNvSpPr>
            <p:nvPr/>
          </p:nvSpPr>
          <p:spPr bwMode="auto">
            <a:xfrm>
              <a:off x="1477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3" name="Rectangle 202"/>
            <p:cNvSpPr>
              <a:spLocks noChangeArrowheads="1"/>
            </p:cNvSpPr>
            <p:nvPr/>
          </p:nvSpPr>
          <p:spPr bwMode="auto">
            <a:xfrm>
              <a:off x="1616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4" name="Rectangle 203"/>
            <p:cNvSpPr>
              <a:spLocks noChangeArrowheads="1"/>
            </p:cNvSpPr>
            <p:nvPr/>
          </p:nvSpPr>
          <p:spPr bwMode="auto">
            <a:xfrm>
              <a:off x="330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5" name="Rectangle 204"/>
            <p:cNvSpPr>
              <a:spLocks noChangeArrowheads="1"/>
            </p:cNvSpPr>
            <p:nvPr/>
          </p:nvSpPr>
          <p:spPr bwMode="auto">
            <a:xfrm>
              <a:off x="474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6" name="Rectangle 205"/>
            <p:cNvSpPr>
              <a:spLocks noChangeArrowheads="1"/>
            </p:cNvSpPr>
            <p:nvPr/>
          </p:nvSpPr>
          <p:spPr bwMode="auto">
            <a:xfrm>
              <a:off x="618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7" name="Rectangle 206"/>
            <p:cNvSpPr>
              <a:spLocks noChangeArrowheads="1"/>
            </p:cNvSpPr>
            <p:nvPr/>
          </p:nvSpPr>
          <p:spPr bwMode="auto">
            <a:xfrm>
              <a:off x="762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8" name="Rectangle 207"/>
            <p:cNvSpPr>
              <a:spLocks noChangeArrowheads="1"/>
            </p:cNvSpPr>
            <p:nvPr/>
          </p:nvSpPr>
          <p:spPr bwMode="auto">
            <a:xfrm>
              <a:off x="906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39" name="Rectangle 208"/>
            <p:cNvSpPr>
              <a:spLocks noChangeArrowheads="1"/>
            </p:cNvSpPr>
            <p:nvPr/>
          </p:nvSpPr>
          <p:spPr bwMode="auto">
            <a:xfrm>
              <a:off x="1045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0" name="Rectangle 209"/>
            <p:cNvSpPr>
              <a:spLocks noChangeArrowheads="1"/>
            </p:cNvSpPr>
            <p:nvPr/>
          </p:nvSpPr>
          <p:spPr bwMode="auto">
            <a:xfrm>
              <a:off x="1189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1" name="Rectangle 210"/>
            <p:cNvSpPr>
              <a:spLocks noChangeArrowheads="1"/>
            </p:cNvSpPr>
            <p:nvPr/>
          </p:nvSpPr>
          <p:spPr bwMode="auto">
            <a:xfrm>
              <a:off x="1333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2" name="Rectangle 211"/>
            <p:cNvSpPr>
              <a:spLocks noChangeArrowheads="1"/>
            </p:cNvSpPr>
            <p:nvPr/>
          </p:nvSpPr>
          <p:spPr bwMode="auto">
            <a:xfrm>
              <a:off x="1477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3" name="Rectangle 212"/>
            <p:cNvSpPr>
              <a:spLocks noChangeArrowheads="1"/>
            </p:cNvSpPr>
            <p:nvPr/>
          </p:nvSpPr>
          <p:spPr bwMode="auto">
            <a:xfrm>
              <a:off x="1616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4" name="Rectangle 213"/>
            <p:cNvSpPr>
              <a:spLocks noChangeArrowheads="1"/>
            </p:cNvSpPr>
            <p:nvPr/>
          </p:nvSpPr>
          <p:spPr bwMode="auto">
            <a:xfrm>
              <a:off x="330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5" name="Rectangle 214"/>
            <p:cNvSpPr>
              <a:spLocks noChangeArrowheads="1"/>
            </p:cNvSpPr>
            <p:nvPr/>
          </p:nvSpPr>
          <p:spPr bwMode="auto">
            <a:xfrm>
              <a:off x="474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6" name="Rectangle 215"/>
            <p:cNvSpPr>
              <a:spLocks noChangeArrowheads="1"/>
            </p:cNvSpPr>
            <p:nvPr/>
          </p:nvSpPr>
          <p:spPr bwMode="auto">
            <a:xfrm>
              <a:off x="618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7" name="Rectangle 216"/>
            <p:cNvSpPr>
              <a:spLocks noChangeArrowheads="1"/>
            </p:cNvSpPr>
            <p:nvPr/>
          </p:nvSpPr>
          <p:spPr bwMode="auto">
            <a:xfrm>
              <a:off x="762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8" name="Rectangle 217"/>
            <p:cNvSpPr>
              <a:spLocks noChangeArrowheads="1"/>
            </p:cNvSpPr>
            <p:nvPr/>
          </p:nvSpPr>
          <p:spPr bwMode="auto">
            <a:xfrm>
              <a:off x="906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49" name="Rectangle 218"/>
            <p:cNvSpPr>
              <a:spLocks noChangeArrowheads="1"/>
            </p:cNvSpPr>
            <p:nvPr/>
          </p:nvSpPr>
          <p:spPr bwMode="auto">
            <a:xfrm>
              <a:off x="1045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0" name="Rectangle 219"/>
            <p:cNvSpPr>
              <a:spLocks noChangeArrowheads="1"/>
            </p:cNvSpPr>
            <p:nvPr/>
          </p:nvSpPr>
          <p:spPr bwMode="auto">
            <a:xfrm>
              <a:off x="1189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1" name="Rectangle 220"/>
            <p:cNvSpPr>
              <a:spLocks noChangeArrowheads="1"/>
            </p:cNvSpPr>
            <p:nvPr/>
          </p:nvSpPr>
          <p:spPr bwMode="auto">
            <a:xfrm>
              <a:off x="1333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2" name="Rectangle 221"/>
            <p:cNvSpPr>
              <a:spLocks noChangeArrowheads="1"/>
            </p:cNvSpPr>
            <p:nvPr/>
          </p:nvSpPr>
          <p:spPr bwMode="auto">
            <a:xfrm>
              <a:off x="1477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3" name="Rectangle 222"/>
            <p:cNvSpPr>
              <a:spLocks noChangeArrowheads="1"/>
            </p:cNvSpPr>
            <p:nvPr/>
          </p:nvSpPr>
          <p:spPr bwMode="auto">
            <a:xfrm>
              <a:off x="1616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4" name="Rectangle 223"/>
            <p:cNvSpPr>
              <a:spLocks noChangeArrowheads="1"/>
            </p:cNvSpPr>
            <p:nvPr/>
          </p:nvSpPr>
          <p:spPr bwMode="auto">
            <a:xfrm>
              <a:off x="1755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5" name="Rectangle 224"/>
            <p:cNvSpPr>
              <a:spLocks noChangeArrowheads="1"/>
            </p:cNvSpPr>
            <p:nvPr/>
          </p:nvSpPr>
          <p:spPr bwMode="auto">
            <a:xfrm>
              <a:off x="1899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6" name="Rectangle 225"/>
            <p:cNvSpPr>
              <a:spLocks noChangeArrowheads="1"/>
            </p:cNvSpPr>
            <p:nvPr/>
          </p:nvSpPr>
          <p:spPr bwMode="auto">
            <a:xfrm>
              <a:off x="2043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7" name="Rectangle 226"/>
            <p:cNvSpPr>
              <a:spLocks noChangeArrowheads="1"/>
            </p:cNvSpPr>
            <p:nvPr/>
          </p:nvSpPr>
          <p:spPr bwMode="auto">
            <a:xfrm>
              <a:off x="2187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8" name="Rectangle 227"/>
            <p:cNvSpPr>
              <a:spLocks noChangeArrowheads="1"/>
            </p:cNvSpPr>
            <p:nvPr/>
          </p:nvSpPr>
          <p:spPr bwMode="auto">
            <a:xfrm>
              <a:off x="2331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59" name="Rectangle 228"/>
            <p:cNvSpPr>
              <a:spLocks noChangeArrowheads="1"/>
            </p:cNvSpPr>
            <p:nvPr/>
          </p:nvSpPr>
          <p:spPr bwMode="auto">
            <a:xfrm>
              <a:off x="2470" y="2446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0" name="Rectangle 229"/>
            <p:cNvSpPr>
              <a:spLocks noChangeArrowheads="1"/>
            </p:cNvSpPr>
            <p:nvPr/>
          </p:nvSpPr>
          <p:spPr bwMode="auto">
            <a:xfrm>
              <a:off x="1755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1" name="Rectangle 230"/>
            <p:cNvSpPr>
              <a:spLocks noChangeArrowheads="1"/>
            </p:cNvSpPr>
            <p:nvPr/>
          </p:nvSpPr>
          <p:spPr bwMode="auto">
            <a:xfrm>
              <a:off x="1899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2" name="Rectangle 231"/>
            <p:cNvSpPr>
              <a:spLocks noChangeArrowheads="1"/>
            </p:cNvSpPr>
            <p:nvPr/>
          </p:nvSpPr>
          <p:spPr bwMode="auto">
            <a:xfrm>
              <a:off x="2043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3" name="Rectangle 232"/>
            <p:cNvSpPr>
              <a:spLocks noChangeArrowheads="1"/>
            </p:cNvSpPr>
            <p:nvPr/>
          </p:nvSpPr>
          <p:spPr bwMode="auto">
            <a:xfrm>
              <a:off x="2187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4" name="Rectangle 233"/>
            <p:cNvSpPr>
              <a:spLocks noChangeArrowheads="1"/>
            </p:cNvSpPr>
            <p:nvPr/>
          </p:nvSpPr>
          <p:spPr bwMode="auto">
            <a:xfrm>
              <a:off x="2331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5" name="Rectangle 234"/>
            <p:cNvSpPr>
              <a:spLocks noChangeArrowheads="1"/>
            </p:cNvSpPr>
            <p:nvPr/>
          </p:nvSpPr>
          <p:spPr bwMode="auto">
            <a:xfrm>
              <a:off x="2470" y="2588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6" name="Rectangle 235"/>
            <p:cNvSpPr>
              <a:spLocks noChangeArrowheads="1"/>
            </p:cNvSpPr>
            <p:nvPr/>
          </p:nvSpPr>
          <p:spPr bwMode="auto">
            <a:xfrm>
              <a:off x="1755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7" name="Rectangle 236"/>
            <p:cNvSpPr>
              <a:spLocks noChangeArrowheads="1"/>
            </p:cNvSpPr>
            <p:nvPr/>
          </p:nvSpPr>
          <p:spPr bwMode="auto">
            <a:xfrm>
              <a:off x="1899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8" name="Rectangle 237"/>
            <p:cNvSpPr>
              <a:spLocks noChangeArrowheads="1"/>
            </p:cNvSpPr>
            <p:nvPr/>
          </p:nvSpPr>
          <p:spPr bwMode="auto">
            <a:xfrm>
              <a:off x="2043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69" name="Rectangle 238"/>
            <p:cNvSpPr>
              <a:spLocks noChangeArrowheads="1"/>
            </p:cNvSpPr>
            <p:nvPr/>
          </p:nvSpPr>
          <p:spPr bwMode="auto">
            <a:xfrm>
              <a:off x="2187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0" name="Rectangle 239"/>
            <p:cNvSpPr>
              <a:spLocks noChangeArrowheads="1"/>
            </p:cNvSpPr>
            <p:nvPr/>
          </p:nvSpPr>
          <p:spPr bwMode="auto">
            <a:xfrm>
              <a:off x="2331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1" name="Rectangle 240"/>
            <p:cNvSpPr>
              <a:spLocks noChangeArrowheads="1"/>
            </p:cNvSpPr>
            <p:nvPr/>
          </p:nvSpPr>
          <p:spPr bwMode="auto">
            <a:xfrm>
              <a:off x="2470" y="2732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2" name="Rectangle 241"/>
            <p:cNvSpPr>
              <a:spLocks noChangeArrowheads="1"/>
            </p:cNvSpPr>
            <p:nvPr/>
          </p:nvSpPr>
          <p:spPr bwMode="auto">
            <a:xfrm>
              <a:off x="1755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3" name="Rectangle 242"/>
            <p:cNvSpPr>
              <a:spLocks noChangeArrowheads="1"/>
            </p:cNvSpPr>
            <p:nvPr/>
          </p:nvSpPr>
          <p:spPr bwMode="auto">
            <a:xfrm>
              <a:off x="1899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4" name="Rectangle 243"/>
            <p:cNvSpPr>
              <a:spLocks noChangeArrowheads="1"/>
            </p:cNvSpPr>
            <p:nvPr/>
          </p:nvSpPr>
          <p:spPr bwMode="auto">
            <a:xfrm>
              <a:off x="2043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5" name="Rectangle 244"/>
            <p:cNvSpPr>
              <a:spLocks noChangeArrowheads="1"/>
            </p:cNvSpPr>
            <p:nvPr/>
          </p:nvSpPr>
          <p:spPr bwMode="auto">
            <a:xfrm>
              <a:off x="2187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6" name="Rectangle 245"/>
            <p:cNvSpPr>
              <a:spLocks noChangeArrowheads="1"/>
            </p:cNvSpPr>
            <p:nvPr/>
          </p:nvSpPr>
          <p:spPr bwMode="auto">
            <a:xfrm>
              <a:off x="2331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7" name="Rectangle 246"/>
            <p:cNvSpPr>
              <a:spLocks noChangeArrowheads="1"/>
            </p:cNvSpPr>
            <p:nvPr/>
          </p:nvSpPr>
          <p:spPr bwMode="auto">
            <a:xfrm>
              <a:off x="2470" y="2874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8" name="Rectangle 247"/>
            <p:cNvSpPr>
              <a:spLocks noChangeArrowheads="1"/>
            </p:cNvSpPr>
            <p:nvPr/>
          </p:nvSpPr>
          <p:spPr bwMode="auto">
            <a:xfrm>
              <a:off x="1755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79" name="Rectangle 248"/>
            <p:cNvSpPr>
              <a:spLocks noChangeArrowheads="1"/>
            </p:cNvSpPr>
            <p:nvPr/>
          </p:nvSpPr>
          <p:spPr bwMode="auto">
            <a:xfrm>
              <a:off x="1899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80" name="Rectangle 249"/>
            <p:cNvSpPr>
              <a:spLocks noChangeArrowheads="1"/>
            </p:cNvSpPr>
            <p:nvPr/>
          </p:nvSpPr>
          <p:spPr bwMode="auto">
            <a:xfrm>
              <a:off x="2043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81" name="Rectangle 250"/>
            <p:cNvSpPr>
              <a:spLocks noChangeArrowheads="1"/>
            </p:cNvSpPr>
            <p:nvPr/>
          </p:nvSpPr>
          <p:spPr bwMode="auto">
            <a:xfrm>
              <a:off x="2187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82" name="Rectangle 251"/>
            <p:cNvSpPr>
              <a:spLocks noChangeArrowheads="1"/>
            </p:cNvSpPr>
            <p:nvPr/>
          </p:nvSpPr>
          <p:spPr bwMode="auto">
            <a:xfrm>
              <a:off x="2331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483" name="Rectangle 252"/>
            <p:cNvSpPr>
              <a:spLocks noChangeArrowheads="1"/>
            </p:cNvSpPr>
            <p:nvPr/>
          </p:nvSpPr>
          <p:spPr bwMode="auto">
            <a:xfrm>
              <a:off x="2470" y="3011"/>
              <a:ext cx="140" cy="1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8197" name="Line 253"/>
          <p:cNvSpPr>
            <a:spLocks noChangeShapeType="1"/>
          </p:cNvSpPr>
          <p:nvPr/>
        </p:nvSpPr>
        <p:spPr bwMode="auto">
          <a:xfrm>
            <a:off x="2047876" y="1624014"/>
            <a:ext cx="3838575" cy="1587"/>
          </a:xfrm>
          <a:prstGeom prst="line">
            <a:avLst/>
          </a:prstGeom>
          <a:noFill/>
          <a:ln w="25560">
            <a:solidFill>
              <a:srgbClr val="333399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8" name="Line 254"/>
          <p:cNvSpPr>
            <a:spLocks noChangeShapeType="1"/>
          </p:cNvSpPr>
          <p:nvPr/>
        </p:nvSpPr>
        <p:spPr bwMode="auto">
          <a:xfrm>
            <a:off x="2047875" y="1624013"/>
            <a:ext cx="1588" cy="3560762"/>
          </a:xfrm>
          <a:prstGeom prst="line">
            <a:avLst/>
          </a:prstGeom>
          <a:noFill/>
          <a:ln w="25560">
            <a:solidFill>
              <a:srgbClr val="333399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9" name="Text Box 255"/>
          <p:cNvSpPr txBox="1">
            <a:spLocks noChangeArrowheads="1"/>
          </p:cNvSpPr>
          <p:nvPr/>
        </p:nvSpPr>
        <p:spPr bwMode="auto">
          <a:xfrm>
            <a:off x="1525589" y="1255714"/>
            <a:ext cx="1089057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Origin</a:t>
            </a:r>
          </a:p>
        </p:txBody>
      </p:sp>
      <p:sp>
        <p:nvSpPr>
          <p:cNvPr id="8200" name="Text Box 256"/>
          <p:cNvSpPr txBox="1">
            <a:spLocks noChangeArrowheads="1"/>
          </p:cNvSpPr>
          <p:nvPr/>
        </p:nvSpPr>
        <p:spPr bwMode="auto">
          <a:xfrm>
            <a:off x="5665788" y="1257301"/>
            <a:ext cx="34205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8201" name="Text Box 257"/>
          <p:cNvSpPr txBox="1">
            <a:spLocks noChangeArrowheads="1"/>
          </p:cNvSpPr>
          <p:nvPr/>
        </p:nvSpPr>
        <p:spPr bwMode="auto">
          <a:xfrm>
            <a:off x="1765300" y="4970464"/>
            <a:ext cx="366104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8202" name="Text Box 258"/>
          <p:cNvSpPr txBox="1">
            <a:spLocks noChangeArrowheads="1"/>
          </p:cNvSpPr>
          <p:nvPr/>
        </p:nvSpPr>
        <p:spPr bwMode="auto">
          <a:xfrm>
            <a:off x="4322764" y="4997451"/>
            <a:ext cx="203002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 i="1">
                <a:solidFill>
                  <a:srgbClr val="0033CC"/>
                </a:solidFill>
                <a:latin typeface="Times New Roman" panose="02020603050405020304" pitchFamily="18" charset="0"/>
              </a:rPr>
              <a:t>Image f (x, y)</a:t>
            </a:r>
          </a:p>
        </p:txBody>
      </p:sp>
      <p:cxnSp>
        <p:nvCxnSpPr>
          <p:cNvPr id="6403" name="AutoShape 259"/>
          <p:cNvCxnSpPr>
            <a:cxnSpLocks noChangeShapeType="1"/>
            <a:stCxn id="6407" idx="6"/>
            <a:endCxn id="8221" idx="1"/>
          </p:cNvCxnSpPr>
          <p:nvPr/>
        </p:nvCxnSpPr>
        <p:spPr bwMode="auto">
          <a:xfrm flipV="1">
            <a:off x="5197476" y="2200275"/>
            <a:ext cx="1292225" cy="1347788"/>
          </a:xfrm>
          <a:prstGeom prst="curvedConnector3">
            <a:avLst>
              <a:gd name="adj1" fmla="val 50000"/>
            </a:avLst>
          </a:prstGeom>
          <a:noFill/>
          <a:ln w="38160">
            <a:solidFill>
              <a:srgbClr val="FF66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404" name="Text Box 260"/>
          <p:cNvSpPr txBox="1">
            <a:spLocks noChangeArrowheads="1"/>
          </p:cNvSpPr>
          <p:nvPr/>
        </p:nvSpPr>
        <p:spPr bwMode="auto">
          <a:xfrm>
            <a:off x="6219826" y="3754438"/>
            <a:ext cx="2662245" cy="1694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03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03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03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03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03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03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03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03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4303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IE" altLang="en-US" sz="26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processed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 = 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*e + </a:t>
            </a:r>
            <a:b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*a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*b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*c + </a:t>
            </a:r>
            <a:b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*d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*f + </a:t>
            </a:r>
            <a:b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*g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*h + </a:t>
            </a:r>
            <a:r>
              <a:rPr lang="en-IE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IE" altLang="en-US" sz="2600" i="1">
                <a:solidFill>
                  <a:srgbClr val="000000"/>
                </a:solidFill>
                <a:latin typeface="Times New Roman" panose="02020603050405020304" pitchFamily="18" charset="0"/>
              </a:rPr>
              <a:t>*i</a:t>
            </a:r>
          </a:p>
        </p:txBody>
      </p:sp>
      <p:sp>
        <p:nvSpPr>
          <p:cNvPr id="6405" name="Text Box 261"/>
          <p:cNvSpPr txBox="1">
            <a:spLocks noChangeArrowheads="1"/>
          </p:cNvSpPr>
          <p:nvPr/>
        </p:nvSpPr>
        <p:spPr bwMode="auto">
          <a:xfrm>
            <a:off x="8537576" y="3038475"/>
            <a:ext cx="18208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Filter</a:t>
            </a:r>
          </a:p>
        </p:txBody>
      </p:sp>
      <p:sp>
        <p:nvSpPr>
          <p:cNvPr id="6406" name="Text Box 262"/>
          <p:cNvSpPr txBox="1">
            <a:spLocks noChangeArrowheads="1"/>
          </p:cNvSpPr>
          <p:nvPr/>
        </p:nvSpPr>
        <p:spPr bwMode="auto">
          <a:xfrm>
            <a:off x="2925115" y="3309939"/>
            <a:ext cx="1321448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8000" tIns="0" rIns="1800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600" i="1">
                <a:solidFill>
                  <a:srgbClr val="000000"/>
                </a:solidFill>
                <a:latin typeface="Times New Roman" panose="02020603050405020304" pitchFamily="18" charset="0"/>
              </a:rPr>
              <a:t>Simple 3*3</a:t>
            </a:r>
            <a:br>
              <a:rPr lang="en-IE" altLang="en-US" sz="1600" i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E" altLang="en-US" sz="1600" i="1">
                <a:solidFill>
                  <a:srgbClr val="000000"/>
                </a:solidFill>
                <a:latin typeface="Times New Roman" panose="02020603050405020304" pitchFamily="18" charset="0"/>
              </a:rPr>
              <a:t>Neighbourhood</a:t>
            </a:r>
          </a:p>
        </p:txBody>
      </p:sp>
      <p:sp>
        <p:nvSpPr>
          <p:cNvPr id="6407" name="Oval 263"/>
          <p:cNvSpPr>
            <a:spLocks noChangeArrowheads="1"/>
          </p:cNvSpPr>
          <p:nvPr/>
        </p:nvSpPr>
        <p:spPr bwMode="auto">
          <a:xfrm>
            <a:off x="4121151" y="3009901"/>
            <a:ext cx="1076325" cy="1076325"/>
          </a:xfrm>
          <a:prstGeom prst="ellipse">
            <a:avLst/>
          </a:prstGeom>
          <a:noFill/>
          <a:ln w="5076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408" name="Rectangle 264"/>
          <p:cNvSpPr>
            <a:spLocks noChangeArrowheads="1"/>
          </p:cNvSpPr>
          <p:nvPr/>
        </p:nvSpPr>
        <p:spPr bwMode="auto">
          <a:xfrm>
            <a:off x="4538663" y="3432175"/>
            <a:ext cx="228600" cy="228600"/>
          </a:xfrm>
          <a:prstGeom prst="rect">
            <a:avLst/>
          </a:prstGeom>
          <a:solidFill>
            <a:srgbClr val="C0C0C0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6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grpSp>
        <p:nvGrpSpPr>
          <p:cNvPr id="6409" name="Group 265"/>
          <p:cNvGrpSpPr>
            <a:grpSpLocks/>
          </p:cNvGrpSpPr>
          <p:nvPr/>
        </p:nvGrpSpPr>
        <p:grpSpPr bwMode="auto">
          <a:xfrm>
            <a:off x="4314826" y="3206750"/>
            <a:ext cx="671513" cy="679450"/>
            <a:chOff x="1758" y="2020"/>
            <a:chExt cx="423" cy="428"/>
          </a:xfrm>
        </p:grpSpPr>
        <p:sp>
          <p:nvSpPr>
            <p:cNvPr id="8236" name="Rectangle 266"/>
            <p:cNvSpPr>
              <a:spLocks noChangeArrowheads="1"/>
            </p:cNvSpPr>
            <p:nvPr/>
          </p:nvSpPr>
          <p:spPr bwMode="auto">
            <a:xfrm>
              <a:off x="1758" y="2020"/>
              <a:ext cx="140" cy="1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37" name="Rectangle 267"/>
            <p:cNvSpPr>
              <a:spLocks noChangeArrowheads="1"/>
            </p:cNvSpPr>
            <p:nvPr/>
          </p:nvSpPr>
          <p:spPr bwMode="auto">
            <a:xfrm>
              <a:off x="1758" y="2166"/>
              <a:ext cx="140" cy="1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38" name="Rectangle 268"/>
            <p:cNvSpPr>
              <a:spLocks noChangeArrowheads="1"/>
            </p:cNvSpPr>
            <p:nvPr/>
          </p:nvSpPr>
          <p:spPr bwMode="auto">
            <a:xfrm>
              <a:off x="1758" y="2308"/>
              <a:ext cx="140" cy="1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39" name="Rectangle 269"/>
            <p:cNvSpPr>
              <a:spLocks noChangeArrowheads="1"/>
            </p:cNvSpPr>
            <p:nvPr/>
          </p:nvSpPr>
          <p:spPr bwMode="auto">
            <a:xfrm>
              <a:off x="1897" y="2020"/>
              <a:ext cx="140" cy="1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40" name="Rectangle 270"/>
            <p:cNvSpPr>
              <a:spLocks noChangeArrowheads="1"/>
            </p:cNvSpPr>
            <p:nvPr/>
          </p:nvSpPr>
          <p:spPr bwMode="auto">
            <a:xfrm>
              <a:off x="2041" y="2020"/>
              <a:ext cx="140" cy="1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41" name="Rectangle 271"/>
            <p:cNvSpPr>
              <a:spLocks noChangeArrowheads="1"/>
            </p:cNvSpPr>
            <p:nvPr/>
          </p:nvSpPr>
          <p:spPr bwMode="auto">
            <a:xfrm>
              <a:off x="2041" y="2166"/>
              <a:ext cx="140" cy="1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42" name="Rectangle 272"/>
            <p:cNvSpPr>
              <a:spLocks noChangeArrowheads="1"/>
            </p:cNvSpPr>
            <p:nvPr/>
          </p:nvSpPr>
          <p:spPr bwMode="auto">
            <a:xfrm>
              <a:off x="1897" y="2308"/>
              <a:ext cx="140" cy="1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43" name="Rectangle 273"/>
            <p:cNvSpPr>
              <a:spLocks noChangeArrowheads="1"/>
            </p:cNvSpPr>
            <p:nvPr/>
          </p:nvSpPr>
          <p:spPr bwMode="auto">
            <a:xfrm>
              <a:off x="2041" y="2308"/>
              <a:ext cx="140" cy="1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6418" name="Group 274"/>
          <p:cNvGrpSpPr>
            <a:grpSpLocks/>
          </p:cNvGrpSpPr>
          <p:nvPr/>
        </p:nvGrpSpPr>
        <p:grpSpPr bwMode="auto">
          <a:xfrm>
            <a:off x="4308475" y="3203576"/>
            <a:ext cx="679450" cy="676275"/>
            <a:chOff x="1754" y="2018"/>
            <a:chExt cx="428" cy="426"/>
          </a:xfrm>
        </p:grpSpPr>
        <p:sp>
          <p:nvSpPr>
            <p:cNvPr id="8227" name="Rectangle 275"/>
            <p:cNvSpPr>
              <a:spLocks noChangeArrowheads="1"/>
            </p:cNvSpPr>
            <p:nvPr/>
          </p:nvSpPr>
          <p:spPr bwMode="auto">
            <a:xfrm>
              <a:off x="1754" y="2018"/>
              <a:ext cx="140" cy="140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28" name="Rectangle 276"/>
            <p:cNvSpPr>
              <a:spLocks noChangeArrowheads="1"/>
            </p:cNvSpPr>
            <p:nvPr/>
          </p:nvSpPr>
          <p:spPr bwMode="auto">
            <a:xfrm>
              <a:off x="1898" y="2018"/>
              <a:ext cx="140" cy="140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29" name="Rectangle 277"/>
            <p:cNvSpPr>
              <a:spLocks noChangeArrowheads="1"/>
            </p:cNvSpPr>
            <p:nvPr/>
          </p:nvSpPr>
          <p:spPr bwMode="auto">
            <a:xfrm>
              <a:off x="2042" y="2018"/>
              <a:ext cx="140" cy="140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30" name="Rectangle 278"/>
            <p:cNvSpPr>
              <a:spLocks noChangeArrowheads="1"/>
            </p:cNvSpPr>
            <p:nvPr/>
          </p:nvSpPr>
          <p:spPr bwMode="auto">
            <a:xfrm>
              <a:off x="1754" y="2160"/>
              <a:ext cx="140" cy="140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31" name="Rectangle 279"/>
            <p:cNvSpPr>
              <a:spLocks noChangeArrowheads="1"/>
            </p:cNvSpPr>
            <p:nvPr/>
          </p:nvSpPr>
          <p:spPr bwMode="auto">
            <a:xfrm>
              <a:off x="1898" y="2160"/>
              <a:ext cx="140" cy="140"/>
            </a:xfrm>
            <a:prstGeom prst="rect">
              <a:avLst/>
            </a:prstGeom>
            <a:solidFill>
              <a:srgbClr val="000080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32" name="Rectangle 280"/>
            <p:cNvSpPr>
              <a:spLocks noChangeArrowheads="1"/>
            </p:cNvSpPr>
            <p:nvPr/>
          </p:nvSpPr>
          <p:spPr bwMode="auto">
            <a:xfrm>
              <a:off x="2042" y="2160"/>
              <a:ext cx="140" cy="140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33" name="Rectangle 281"/>
            <p:cNvSpPr>
              <a:spLocks noChangeArrowheads="1"/>
            </p:cNvSpPr>
            <p:nvPr/>
          </p:nvSpPr>
          <p:spPr bwMode="auto">
            <a:xfrm>
              <a:off x="1754" y="2304"/>
              <a:ext cx="140" cy="140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34" name="Rectangle 282"/>
            <p:cNvSpPr>
              <a:spLocks noChangeArrowheads="1"/>
            </p:cNvSpPr>
            <p:nvPr/>
          </p:nvSpPr>
          <p:spPr bwMode="auto">
            <a:xfrm>
              <a:off x="1898" y="2304"/>
              <a:ext cx="140" cy="140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235" name="Rectangle 283"/>
            <p:cNvSpPr>
              <a:spLocks noChangeArrowheads="1"/>
            </p:cNvSpPr>
            <p:nvPr/>
          </p:nvSpPr>
          <p:spPr bwMode="auto">
            <a:xfrm>
              <a:off x="2042" y="2304"/>
              <a:ext cx="140" cy="140"/>
            </a:xfrm>
            <a:prstGeom prst="rect">
              <a:avLst/>
            </a:prstGeom>
            <a:solidFill>
              <a:srgbClr val="99CCFF">
                <a:alpha val="21960"/>
              </a:srgbClr>
            </a:solidFill>
            <a:ln w="25560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6428" name="Text Box 284"/>
          <p:cNvSpPr txBox="1">
            <a:spLocks noChangeArrowheads="1"/>
          </p:cNvSpPr>
          <p:nvPr/>
        </p:nvSpPr>
        <p:spPr bwMode="auto">
          <a:xfrm>
            <a:off x="5056271" y="3421064"/>
            <a:ext cx="865105" cy="2462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8000" tIns="0" rIns="1800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1600" i="1">
                <a:solidFill>
                  <a:srgbClr val="0033CC"/>
                </a:solidFill>
                <a:latin typeface="Times New Roman" panose="02020603050405020304" pitchFamily="18" charset="0"/>
              </a:rPr>
              <a:t>3*3 Filter</a:t>
            </a:r>
          </a:p>
        </p:txBody>
      </p:sp>
      <p:cxnSp>
        <p:nvCxnSpPr>
          <p:cNvPr id="6429" name="AutoShape 285"/>
          <p:cNvCxnSpPr>
            <a:cxnSpLocks noChangeShapeType="1"/>
            <a:stCxn id="6430" idx="6"/>
            <a:endCxn id="8487" idx="1"/>
          </p:cNvCxnSpPr>
          <p:nvPr/>
        </p:nvCxnSpPr>
        <p:spPr bwMode="auto">
          <a:xfrm flipV="1">
            <a:off x="5195889" y="2200276"/>
            <a:ext cx="3468687" cy="1350963"/>
          </a:xfrm>
          <a:prstGeom prst="curvedConnector3">
            <a:avLst>
              <a:gd name="adj1" fmla="val 50000"/>
            </a:avLst>
          </a:prstGeom>
          <a:noFill/>
          <a:ln w="38160">
            <a:solidFill>
              <a:srgbClr val="FF66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430" name="Oval 286"/>
          <p:cNvSpPr>
            <a:spLocks noChangeArrowheads="1"/>
          </p:cNvSpPr>
          <p:nvPr/>
        </p:nvSpPr>
        <p:spPr bwMode="auto">
          <a:xfrm>
            <a:off x="4119564" y="3013076"/>
            <a:ext cx="1076325" cy="1076325"/>
          </a:xfrm>
          <a:prstGeom prst="ellipse">
            <a:avLst/>
          </a:prstGeom>
          <a:noFill/>
          <a:ln w="5076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6431" name="Group 287"/>
          <p:cNvGrpSpPr>
            <a:grpSpLocks/>
          </p:cNvGrpSpPr>
          <p:nvPr/>
        </p:nvGrpSpPr>
        <p:grpSpPr bwMode="auto">
          <a:xfrm>
            <a:off x="6489700" y="1425576"/>
            <a:ext cx="1562100" cy="1554163"/>
            <a:chOff x="3128" y="898"/>
            <a:chExt cx="984" cy="979"/>
          </a:xfrm>
        </p:grpSpPr>
        <p:sp>
          <p:nvSpPr>
            <p:cNvPr id="8218" name="Rectangle 288"/>
            <p:cNvSpPr>
              <a:spLocks noChangeArrowheads="1"/>
            </p:cNvSpPr>
            <p:nvPr/>
          </p:nvSpPr>
          <p:spPr bwMode="auto">
            <a:xfrm>
              <a:off x="3128" y="898"/>
              <a:ext cx="325" cy="32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219" name="Rectangle 289"/>
            <p:cNvSpPr>
              <a:spLocks noChangeArrowheads="1"/>
            </p:cNvSpPr>
            <p:nvPr/>
          </p:nvSpPr>
          <p:spPr bwMode="auto">
            <a:xfrm>
              <a:off x="3457" y="898"/>
              <a:ext cx="326" cy="32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8220" name="Rectangle 290"/>
            <p:cNvSpPr>
              <a:spLocks noChangeArrowheads="1"/>
            </p:cNvSpPr>
            <p:nvPr/>
          </p:nvSpPr>
          <p:spPr bwMode="auto">
            <a:xfrm>
              <a:off x="3787" y="898"/>
              <a:ext cx="325" cy="32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8221" name="Rectangle 291"/>
            <p:cNvSpPr>
              <a:spLocks noChangeArrowheads="1"/>
            </p:cNvSpPr>
            <p:nvPr/>
          </p:nvSpPr>
          <p:spPr bwMode="auto">
            <a:xfrm>
              <a:off x="3128" y="1223"/>
              <a:ext cx="325" cy="32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222" name="Rectangle 292"/>
            <p:cNvSpPr>
              <a:spLocks noChangeArrowheads="1"/>
            </p:cNvSpPr>
            <p:nvPr/>
          </p:nvSpPr>
          <p:spPr bwMode="auto">
            <a:xfrm>
              <a:off x="3457" y="1223"/>
              <a:ext cx="326" cy="325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223" name="Rectangle 293"/>
            <p:cNvSpPr>
              <a:spLocks noChangeArrowheads="1"/>
            </p:cNvSpPr>
            <p:nvPr/>
          </p:nvSpPr>
          <p:spPr bwMode="auto">
            <a:xfrm>
              <a:off x="3787" y="1223"/>
              <a:ext cx="325" cy="32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224" name="Rectangle 294"/>
            <p:cNvSpPr>
              <a:spLocks noChangeArrowheads="1"/>
            </p:cNvSpPr>
            <p:nvPr/>
          </p:nvSpPr>
          <p:spPr bwMode="auto">
            <a:xfrm>
              <a:off x="3128" y="1552"/>
              <a:ext cx="325" cy="32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8225" name="Rectangle 295"/>
            <p:cNvSpPr>
              <a:spLocks noChangeArrowheads="1"/>
            </p:cNvSpPr>
            <p:nvPr/>
          </p:nvSpPr>
          <p:spPr bwMode="auto">
            <a:xfrm>
              <a:off x="3457" y="1552"/>
              <a:ext cx="326" cy="32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8226" name="Rectangle 296"/>
            <p:cNvSpPr>
              <a:spLocks noChangeArrowheads="1"/>
            </p:cNvSpPr>
            <p:nvPr/>
          </p:nvSpPr>
          <p:spPr bwMode="auto">
            <a:xfrm>
              <a:off x="3787" y="1552"/>
              <a:ext cx="325" cy="32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6441" name="Text Box 297"/>
          <p:cNvSpPr txBox="1">
            <a:spLocks noChangeArrowheads="1"/>
          </p:cNvSpPr>
          <p:nvPr/>
        </p:nvSpPr>
        <p:spPr bwMode="auto">
          <a:xfrm>
            <a:off x="6364288" y="3017839"/>
            <a:ext cx="1820862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Original Image Pixels</a:t>
            </a:r>
          </a:p>
        </p:txBody>
      </p:sp>
      <p:sp>
        <p:nvSpPr>
          <p:cNvPr id="6442" name="Text Box 298"/>
          <p:cNvSpPr txBox="1">
            <a:spLocks noChangeArrowheads="1"/>
          </p:cNvSpPr>
          <p:nvPr/>
        </p:nvSpPr>
        <p:spPr bwMode="auto">
          <a:xfrm>
            <a:off x="8029576" y="1828801"/>
            <a:ext cx="523875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5400" i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6443" name="Rectangle 299"/>
          <p:cNvSpPr>
            <a:spLocks noChangeArrowheads="1"/>
          </p:cNvSpPr>
          <p:nvPr/>
        </p:nvSpPr>
        <p:spPr bwMode="auto">
          <a:xfrm>
            <a:off x="1752600" y="5716589"/>
            <a:ext cx="8915400" cy="903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above is repeated for every pixel in the original image to generate the smoothed image</a:t>
            </a:r>
          </a:p>
        </p:txBody>
      </p:sp>
    </p:spTree>
    <p:extLst>
      <p:ext uri="{BB962C8B-B14F-4D97-AF65-F5344CB8AC3E}">
        <p14:creationId xmlns:p14="http://schemas.microsoft.com/office/powerpoint/2010/main" val="5254021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6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w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6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6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w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6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Sharpening Spatial Filters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0738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Previously we have looked at smoothing filters which remove fine detail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</a:rPr>
              <a:t>Sharpening spatial filters</a:t>
            </a:r>
            <a:r>
              <a:rPr lang="en-IE" altLang="en-US" sz="3200">
                <a:solidFill>
                  <a:srgbClr val="000000"/>
                </a:solidFill>
              </a:rPr>
              <a:t> seek to highlight fine detail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Remove blurring from images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Highlight edges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Sharpening filters are based on </a:t>
            </a:r>
            <a:r>
              <a:rPr lang="en-IE" altLang="en-US" sz="3200" i="1">
                <a:solidFill>
                  <a:srgbClr val="000000"/>
                </a:solidFill>
              </a:rPr>
              <a:t>spatial 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28031973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Differentiation</a:t>
            </a: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4582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Differentiation measures the </a:t>
            </a:r>
            <a:r>
              <a:rPr lang="en-IE" altLang="en-US" sz="3200" i="1">
                <a:solidFill>
                  <a:srgbClr val="000000"/>
                </a:solidFill>
              </a:rPr>
              <a:t>rate of change</a:t>
            </a:r>
            <a:r>
              <a:rPr lang="en-IE" altLang="en-US" sz="3200">
                <a:solidFill>
                  <a:srgbClr val="000000"/>
                </a:solidFill>
              </a:rPr>
              <a:t> of a function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Let’s consider a simple 1 dimensional example</a:t>
            </a:r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1" r="36917" b="45801"/>
          <a:stretch>
            <a:fillRect/>
          </a:stretch>
        </p:blipFill>
        <p:spPr bwMode="auto">
          <a:xfrm>
            <a:off x="4735513" y="3810000"/>
            <a:ext cx="2717800" cy="272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771" r="36917" b="4580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2293" name="Group 4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2294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295" name="Rectangle 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69098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Differentiation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lum bright="-60000" contras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85" t="56824" b="14615"/>
          <a:stretch>
            <a:fillRect/>
          </a:stretch>
        </p:blipFill>
        <p:spPr bwMode="auto">
          <a:xfrm>
            <a:off x="2160588" y="4289425"/>
            <a:ext cx="7899400" cy="234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lum bright="-60000" contrast="82000"/>
                  </a:blip>
                  <a:srcRect l="22885" t="56824" b="1461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1" r="36917" b="45801"/>
          <a:stretch>
            <a:fillRect/>
          </a:stretch>
        </p:blipFill>
        <p:spPr bwMode="auto">
          <a:xfrm>
            <a:off x="4749800" y="1344614"/>
            <a:ext cx="2719388" cy="272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771" r="36917" b="4580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4649788" y="2700339"/>
            <a:ext cx="2971800" cy="1587"/>
          </a:xfrm>
          <a:prstGeom prst="line">
            <a:avLst/>
          </a:prstGeom>
          <a:noFill/>
          <a:ln w="25560">
            <a:solidFill>
              <a:srgbClr val="FF66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4342" name="Group 5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4345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346" name="Rectangle 7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4267201" y="2509838"/>
            <a:ext cx="3333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7686676" y="2513013"/>
            <a:ext cx="3333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858000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w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4*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</a:t>
            </a: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formula for the 1</a:t>
            </a:r>
            <a:r>
              <a:rPr lang="en-IE" altLang="en-US" sz="3200" baseline="30000">
                <a:solidFill>
                  <a:srgbClr val="000000"/>
                </a:solidFill>
              </a:rPr>
              <a:t>st</a:t>
            </a:r>
            <a:r>
              <a:rPr lang="en-IE" altLang="en-US" sz="3200">
                <a:solidFill>
                  <a:srgbClr val="000000"/>
                </a:solidFill>
              </a:rPr>
              <a:t> derivative of a function is as follows: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It’s just the difference between subsequent values and measures the rate of change of the function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</p:txBody>
      </p:sp>
      <p:graphicFrame>
        <p:nvGraphicFramePr>
          <p:cNvPr id="16388" name="Object 3"/>
          <p:cNvGraphicFramePr>
            <a:graphicFrameLocks noChangeAspect="1"/>
          </p:cNvGraphicFramePr>
          <p:nvPr/>
        </p:nvGraphicFramePr>
        <p:xfrm>
          <a:off x="3044826" y="2384426"/>
          <a:ext cx="4062413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r:id="rId4" imgW="491432" imgH="393647" progId="">
                  <p:embed/>
                </p:oleObj>
              </mc:Choice>
              <mc:Fallback>
                <p:oleObj r:id="rId4" imgW="491432" imgH="393647" progId="">
                  <p:embed/>
                  <p:pic>
                    <p:nvPicPr>
                      <p:cNvPr id="1638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6" y="2384426"/>
                        <a:ext cx="4062413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06669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(cont…)</a:t>
            </a:r>
          </a:p>
        </p:txBody>
      </p:sp>
      <p:graphicFrame>
        <p:nvGraphicFramePr>
          <p:cNvPr id="18435" name="Object 2"/>
          <p:cNvGraphicFramePr>
            <a:graphicFrameLocks noChangeAspect="1"/>
          </p:cNvGraphicFramePr>
          <p:nvPr/>
        </p:nvGraphicFramePr>
        <p:xfrm>
          <a:off x="2673350" y="1323975"/>
          <a:ext cx="6489700" cy="237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r:id="rId4" imgW="6917743" imgH="2534178" progId="">
                  <p:embed/>
                </p:oleObj>
              </mc:Choice>
              <mc:Fallback>
                <p:oleObj r:id="rId4" imgW="6917743" imgH="2534178" progId="">
                  <p:embed/>
                  <p:pic>
                    <p:nvPicPr>
                      <p:cNvPr id="1843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1323975"/>
                        <a:ext cx="6489700" cy="237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3"/>
          <p:cNvGraphicFramePr>
            <a:graphicFrameLocks noChangeAspect="1"/>
          </p:cNvGraphicFramePr>
          <p:nvPr/>
        </p:nvGraphicFramePr>
        <p:xfrm>
          <a:off x="2600325" y="4414839"/>
          <a:ext cx="6604000" cy="235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r:id="rId6" imgW="6925901" imgH="2460842" progId="">
                  <p:embed/>
                </p:oleObj>
              </mc:Choice>
              <mc:Fallback>
                <p:oleObj r:id="rId6" imgW="6925901" imgH="2460842" progId="">
                  <p:embed/>
                  <p:pic>
                    <p:nvPicPr>
                      <p:cNvPr id="1843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5" y="4414839"/>
                        <a:ext cx="6604000" cy="235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Group 4"/>
          <p:cNvGraphicFramePr>
            <a:graphicFrameLocks noGrp="1"/>
          </p:cNvGraphicFramePr>
          <p:nvPr/>
        </p:nvGraphicFramePr>
        <p:xfrm>
          <a:off x="2978150" y="3706814"/>
          <a:ext cx="6097588" cy="312737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3209546577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19686771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569134797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53362086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650553442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653454731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273555445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013766500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439411412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95362516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500515791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1489628398"/>
                    </a:ext>
                  </a:extLst>
                </a:gridCol>
                <a:gridCol w="246062">
                  <a:extLst>
                    <a:ext uri="{9D8B030D-6E8A-4147-A177-3AD203B41FA5}">
                      <a16:colId xmlns:a16="http://schemas.microsoft.com/office/drawing/2014/main" val="3627667422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188073994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416410334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561484663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8470366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4275262059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143778298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75241309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29962212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2857144753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397957181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2726465112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4185297810"/>
                    </a:ext>
                  </a:extLst>
                </a:gridCol>
              </a:tblGrid>
              <a:tr h="31273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L="0" marR="0" marT="127100" marB="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073280"/>
                  </a:ext>
                </a:extLst>
              </a:tr>
            </a:tbl>
          </a:graphicData>
        </a:graphic>
      </p:graphicFrame>
      <p:graphicFrame>
        <p:nvGraphicFramePr>
          <p:cNvPr id="11370" name="Group 106"/>
          <p:cNvGraphicFramePr>
            <a:graphicFrameLocks noGrp="1"/>
          </p:cNvGraphicFramePr>
          <p:nvPr/>
        </p:nvGraphicFramePr>
        <p:xfrm>
          <a:off x="2982914" y="4132264"/>
          <a:ext cx="6097587" cy="312737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185548795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4229466809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842184592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372492473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74971745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334445978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215199860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935175520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223164348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08164185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739065795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200889247"/>
                    </a:ext>
                  </a:extLst>
                </a:gridCol>
                <a:gridCol w="246063">
                  <a:extLst>
                    <a:ext uri="{9D8B030D-6E8A-4147-A177-3AD203B41FA5}">
                      <a16:colId xmlns:a16="http://schemas.microsoft.com/office/drawing/2014/main" val="273566212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292933896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04283373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309678686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97125582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800640898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12554013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92147672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425184477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60335111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416906445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75526135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532966941"/>
                    </a:ext>
                  </a:extLst>
                </a:gridCol>
              </a:tblGrid>
              <a:tr h="31273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0" marR="0" marT="127100" marB="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-6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-2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471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9610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2</a:t>
            </a:r>
            <a:r>
              <a:rPr lang="en-IE" altLang="en-US" sz="4000" baseline="30000">
                <a:solidFill>
                  <a:srgbClr val="FFFFFF"/>
                </a:solidFill>
              </a:rPr>
              <a:t>nd</a:t>
            </a:r>
            <a:r>
              <a:rPr lang="en-IE" altLang="en-US" sz="4000">
                <a:solidFill>
                  <a:srgbClr val="FFFFFF"/>
                </a:solidFill>
              </a:rPr>
              <a:t> Derivative</a:t>
            </a: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formula for the 2</a:t>
            </a:r>
            <a:r>
              <a:rPr lang="en-IE" altLang="en-US" sz="3200" baseline="30000">
                <a:solidFill>
                  <a:srgbClr val="000000"/>
                </a:solidFill>
              </a:rPr>
              <a:t>nd</a:t>
            </a:r>
            <a:r>
              <a:rPr lang="en-IE" altLang="en-US" sz="3200">
                <a:solidFill>
                  <a:srgbClr val="000000"/>
                </a:solidFill>
              </a:rPr>
              <a:t> derivative of a function is as follows: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Simply takes into account the values both before and after the current value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</p:txBody>
      </p:sp>
      <p:graphicFrame>
        <p:nvGraphicFramePr>
          <p:cNvPr id="20484" name="Object 3"/>
          <p:cNvGraphicFramePr>
            <a:graphicFrameLocks noChangeAspect="1"/>
          </p:cNvGraphicFramePr>
          <p:nvPr/>
        </p:nvGraphicFramePr>
        <p:xfrm>
          <a:off x="3044825" y="2284414"/>
          <a:ext cx="6516688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r:id="rId4" imgW="491497" imgH="419093" progId="">
                  <p:embed/>
                </p:oleObj>
              </mc:Choice>
              <mc:Fallback>
                <p:oleObj r:id="rId4" imgW="491497" imgH="419093" progId="">
                  <p:embed/>
                  <p:pic>
                    <p:nvPicPr>
                      <p:cNvPr id="2048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2284414"/>
                        <a:ext cx="6516688" cy="132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49061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2</a:t>
            </a:r>
            <a:r>
              <a:rPr lang="en-IE" altLang="en-US" sz="4000" baseline="30000">
                <a:solidFill>
                  <a:srgbClr val="FFFFFF"/>
                </a:solidFill>
              </a:rPr>
              <a:t>nd</a:t>
            </a:r>
            <a:r>
              <a:rPr lang="en-IE" altLang="en-US" sz="4000">
                <a:solidFill>
                  <a:srgbClr val="FFFFFF"/>
                </a:solidFill>
              </a:rPr>
              <a:t> Derivative (cont…)</a:t>
            </a:r>
          </a:p>
        </p:txBody>
      </p:sp>
      <p:graphicFrame>
        <p:nvGraphicFramePr>
          <p:cNvPr id="22531" name="Object 2"/>
          <p:cNvGraphicFramePr>
            <a:graphicFrameLocks noChangeAspect="1"/>
          </p:cNvGraphicFramePr>
          <p:nvPr/>
        </p:nvGraphicFramePr>
        <p:xfrm>
          <a:off x="2665414" y="1385889"/>
          <a:ext cx="6505575" cy="230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r:id="rId4" imgW="6909585" imgH="2452694" progId="">
                  <p:embed/>
                </p:oleObj>
              </mc:Choice>
              <mc:Fallback>
                <p:oleObj r:id="rId4" imgW="6909585" imgH="2452694" progId="">
                  <p:embed/>
                  <p:pic>
                    <p:nvPicPr>
                      <p:cNvPr id="2253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4" y="1385889"/>
                        <a:ext cx="6505575" cy="230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Group 3"/>
          <p:cNvGraphicFramePr>
            <a:graphicFrameLocks noGrp="1"/>
          </p:cNvGraphicFramePr>
          <p:nvPr/>
        </p:nvGraphicFramePr>
        <p:xfrm>
          <a:off x="2994025" y="3643314"/>
          <a:ext cx="6097588" cy="312737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2234025951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4206162775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059686570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31723222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77681613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834278301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375698293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820171726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59763485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88204324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898757414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2718767204"/>
                    </a:ext>
                  </a:extLst>
                </a:gridCol>
                <a:gridCol w="246062">
                  <a:extLst>
                    <a:ext uri="{9D8B030D-6E8A-4147-A177-3AD203B41FA5}">
                      <a16:colId xmlns:a16="http://schemas.microsoft.com/office/drawing/2014/main" val="2964571114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2588990599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80177702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632059823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348544920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183601962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390774305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03361284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40107971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424771970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866872851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8127267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855078794"/>
                    </a:ext>
                  </a:extLst>
                </a:gridCol>
              </a:tblGrid>
              <a:tr h="31273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L="0" marR="0" marT="127100" marB="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100434"/>
                  </a:ext>
                </a:extLst>
              </a:tr>
            </a:tbl>
          </a:graphicData>
        </a:graphic>
      </p:graphicFrame>
      <p:graphicFrame>
        <p:nvGraphicFramePr>
          <p:cNvPr id="22586" name="Object 105"/>
          <p:cNvGraphicFramePr>
            <a:graphicFrameLocks noChangeAspect="1"/>
          </p:cNvGraphicFramePr>
          <p:nvPr/>
        </p:nvGraphicFramePr>
        <p:xfrm>
          <a:off x="2670176" y="4368801"/>
          <a:ext cx="6513513" cy="237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r:id="rId6" imgW="6925901" imgH="2534178" progId="">
                  <p:embed/>
                </p:oleObj>
              </mc:Choice>
              <mc:Fallback>
                <p:oleObj r:id="rId6" imgW="6925901" imgH="2534178" progId="">
                  <p:embed/>
                  <p:pic>
                    <p:nvPicPr>
                      <p:cNvPr id="22586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6" y="4368801"/>
                        <a:ext cx="6513513" cy="237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8" name="Group 106"/>
          <p:cNvGraphicFramePr>
            <a:graphicFrameLocks noGrp="1"/>
          </p:cNvGraphicFramePr>
          <p:nvPr/>
        </p:nvGraphicFramePr>
        <p:xfrm>
          <a:off x="2998789" y="4068764"/>
          <a:ext cx="6097587" cy="312737"/>
        </p:xfrm>
        <a:graphic>
          <a:graphicData uri="http://schemas.openxmlformats.org/drawingml/2006/table">
            <a:tbl>
              <a:tblPr/>
              <a:tblGrid>
                <a:gridCol w="244475">
                  <a:extLst>
                    <a:ext uri="{9D8B030D-6E8A-4147-A177-3AD203B41FA5}">
                      <a16:colId xmlns:a16="http://schemas.microsoft.com/office/drawing/2014/main" val="5424392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43444101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208827906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703290597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86207741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57680424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74815533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510228872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51808297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75073682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108663785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25729162"/>
                    </a:ext>
                  </a:extLst>
                </a:gridCol>
                <a:gridCol w="246063">
                  <a:extLst>
                    <a:ext uri="{9D8B030D-6E8A-4147-A177-3AD203B41FA5}">
                      <a16:colId xmlns:a16="http://schemas.microsoft.com/office/drawing/2014/main" val="783466727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54207839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441640474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858096525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1303773073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12285977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343689927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26702446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3205812972"/>
                    </a:ext>
                  </a:extLst>
                </a:gridCol>
                <a:gridCol w="242888">
                  <a:extLst>
                    <a:ext uri="{9D8B030D-6E8A-4147-A177-3AD203B41FA5}">
                      <a16:colId xmlns:a16="http://schemas.microsoft.com/office/drawing/2014/main" val="363913515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265094300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03916611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378207592"/>
                    </a:ext>
                  </a:extLst>
                </a:gridCol>
              </a:tblGrid>
              <a:tr h="31273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0" marR="0" marT="127100" marB="0" anchor="ctr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-12</a:t>
                      </a:r>
                    </a:p>
                  </a:txBody>
                  <a:tcPr marL="0" marR="0" marT="95505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-4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-7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IE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76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GB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0" marR="0" marT="12710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09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3980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Using Second Derivatives For Image Enhancement</a:t>
            </a: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0738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2</a:t>
            </a:r>
            <a:r>
              <a:rPr lang="en-IE" altLang="en-US" sz="3200" baseline="30000">
                <a:solidFill>
                  <a:srgbClr val="000000"/>
                </a:solidFill>
              </a:rPr>
              <a:t>nd</a:t>
            </a:r>
            <a:r>
              <a:rPr lang="en-IE" altLang="en-US" sz="3200">
                <a:solidFill>
                  <a:srgbClr val="000000"/>
                </a:solidFill>
              </a:rPr>
              <a:t> derivative is more useful for image enhancement than the 1</a:t>
            </a:r>
            <a:r>
              <a:rPr lang="en-IE" altLang="en-US" sz="3200" baseline="30000">
                <a:solidFill>
                  <a:srgbClr val="000000"/>
                </a:solidFill>
              </a:rPr>
              <a:t>st</a:t>
            </a:r>
            <a:r>
              <a:rPr lang="en-IE" altLang="en-US" sz="3200">
                <a:solidFill>
                  <a:srgbClr val="000000"/>
                </a:solidFill>
              </a:rPr>
              <a:t> derivative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Stronger response to fine detail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Simpler implementation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We will come back to the 1</a:t>
            </a:r>
            <a:r>
              <a:rPr lang="en-IE" altLang="en-US" sz="2800" baseline="30000">
                <a:solidFill>
                  <a:srgbClr val="000000"/>
                </a:solidFill>
              </a:rPr>
              <a:t>st</a:t>
            </a:r>
            <a:r>
              <a:rPr lang="en-IE" altLang="en-US" sz="2800">
                <a:solidFill>
                  <a:srgbClr val="000000"/>
                </a:solidFill>
              </a:rPr>
              <a:t> order derivative later on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first sharpening filter we will look at is the </a:t>
            </a:r>
            <a:r>
              <a:rPr lang="en-IE" altLang="en-US" sz="3200" i="1">
                <a:solidFill>
                  <a:srgbClr val="000000"/>
                </a:solidFill>
              </a:rPr>
              <a:t>Laplacian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Isotropic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One of the simplest sharpening filters</a:t>
            </a:r>
          </a:p>
          <a:p>
            <a:pPr lvl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We will look at a digital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0659500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The Laplacian</a:t>
            </a: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441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Laplacian is defined as follows: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900"/>
              </a:spcBef>
              <a:buClrTx/>
            </a:pPr>
            <a:endParaRPr lang="en-IE" altLang="en-US" sz="36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where the partial 1</a:t>
            </a:r>
            <a:r>
              <a:rPr lang="en-IE" altLang="en-US" sz="3200" baseline="30000">
                <a:solidFill>
                  <a:srgbClr val="000000"/>
                </a:solidFill>
              </a:rPr>
              <a:t>st</a:t>
            </a:r>
            <a:r>
              <a:rPr lang="en-IE" altLang="en-US" sz="3200">
                <a:solidFill>
                  <a:srgbClr val="000000"/>
                </a:solidFill>
              </a:rPr>
              <a:t> order derivative in the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IE" altLang="en-US" sz="3200">
                <a:solidFill>
                  <a:srgbClr val="000000"/>
                </a:solidFill>
              </a:rPr>
              <a:t> direction is defined as follows: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and in the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IE" altLang="en-US" sz="3200">
                <a:solidFill>
                  <a:srgbClr val="000000"/>
                </a:solidFill>
              </a:rPr>
              <a:t> direction as follows:</a:t>
            </a:r>
          </a:p>
        </p:txBody>
      </p:sp>
      <p:graphicFrame>
        <p:nvGraphicFramePr>
          <p:cNvPr id="26628" name="Object 3"/>
          <p:cNvGraphicFramePr>
            <a:graphicFrameLocks noChangeAspect="1"/>
          </p:cNvGraphicFramePr>
          <p:nvPr/>
        </p:nvGraphicFramePr>
        <p:xfrm>
          <a:off x="4510089" y="1878014"/>
          <a:ext cx="3197225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r:id="rId4" imgW="491424" imgH="444422" progId="">
                  <p:embed/>
                </p:oleObj>
              </mc:Choice>
              <mc:Fallback>
                <p:oleObj r:id="rId4" imgW="491424" imgH="444422" progId="">
                  <p:embed/>
                  <p:pic>
                    <p:nvPicPr>
                      <p:cNvPr id="2662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9" y="1878014"/>
                        <a:ext cx="3197225" cy="124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4"/>
          <p:cNvGraphicFramePr>
            <a:graphicFrameLocks noChangeAspect="1"/>
          </p:cNvGraphicFramePr>
          <p:nvPr/>
        </p:nvGraphicFramePr>
        <p:xfrm>
          <a:off x="2598738" y="4017963"/>
          <a:ext cx="6964362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r:id="rId6" imgW="491465" imgH="419066" progId="">
                  <p:embed/>
                </p:oleObj>
              </mc:Choice>
              <mc:Fallback>
                <p:oleObj r:id="rId6" imgW="491465" imgH="419066" progId="">
                  <p:embed/>
                  <p:pic>
                    <p:nvPicPr>
                      <p:cNvPr id="2662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4017963"/>
                        <a:ext cx="6964362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5"/>
          <p:cNvGraphicFramePr>
            <a:graphicFrameLocks noChangeAspect="1"/>
          </p:cNvGraphicFramePr>
          <p:nvPr/>
        </p:nvGraphicFramePr>
        <p:xfrm>
          <a:off x="2613026" y="5570538"/>
          <a:ext cx="6964363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r:id="rId8" imgW="491432" imgH="444429" progId="">
                  <p:embed/>
                </p:oleObj>
              </mc:Choice>
              <mc:Fallback>
                <p:oleObj r:id="rId8" imgW="491432" imgH="444429" progId="">
                  <p:embed/>
                  <p:pic>
                    <p:nvPicPr>
                      <p:cNvPr id="2663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6" y="5570538"/>
                        <a:ext cx="6964363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47800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The Laplacian (cont…)</a:t>
            </a: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441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So, the Laplacian can be given as follows: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1100"/>
              </a:spcBef>
              <a:buClrTx/>
            </a:pPr>
            <a:endParaRPr lang="en-IE" altLang="en-US" sz="44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We can easily build a filter based on this</a:t>
            </a:r>
          </a:p>
        </p:txBody>
      </p:sp>
      <p:grpSp>
        <p:nvGrpSpPr>
          <p:cNvPr id="28676" name="Group 3"/>
          <p:cNvGrpSpPr>
            <a:grpSpLocks/>
          </p:cNvGrpSpPr>
          <p:nvPr/>
        </p:nvGrpSpPr>
        <p:grpSpPr bwMode="auto">
          <a:xfrm>
            <a:off x="2282825" y="1892300"/>
            <a:ext cx="6516688" cy="2057400"/>
            <a:chOff x="478" y="1192"/>
            <a:chExt cx="4105" cy="1296"/>
          </a:xfrm>
        </p:grpSpPr>
        <p:graphicFrame>
          <p:nvGraphicFramePr>
            <p:cNvPr id="28687" name="Object 4"/>
            <p:cNvGraphicFramePr>
              <a:graphicFrameLocks noChangeAspect="1"/>
            </p:cNvGraphicFramePr>
            <p:nvPr/>
          </p:nvGraphicFramePr>
          <p:xfrm>
            <a:off x="478" y="1192"/>
            <a:ext cx="3771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0" r:id="rId4" imgW="491473" imgH="228585" progId="">
                    <p:embed/>
                  </p:oleObj>
                </mc:Choice>
                <mc:Fallback>
                  <p:oleObj r:id="rId4" imgW="491473" imgH="228585" progId="">
                    <p:embed/>
                    <p:pic>
                      <p:nvPicPr>
                        <p:cNvPr id="2868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" y="1192"/>
                          <a:ext cx="3771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8" name="Object 5"/>
            <p:cNvGraphicFramePr>
              <a:graphicFrameLocks noChangeAspect="1"/>
            </p:cNvGraphicFramePr>
            <p:nvPr/>
          </p:nvGraphicFramePr>
          <p:xfrm>
            <a:off x="1446" y="1664"/>
            <a:ext cx="3137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1" r:id="rId6" imgW="491416" imgH="203168" progId="">
                    <p:embed/>
                  </p:oleObj>
                </mc:Choice>
                <mc:Fallback>
                  <p:oleObj r:id="rId6" imgW="491416" imgH="203168" progId="">
                    <p:embed/>
                    <p:pic>
                      <p:nvPicPr>
                        <p:cNvPr id="2868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6" y="1664"/>
                          <a:ext cx="3137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9" name="Object 6"/>
            <p:cNvGraphicFramePr>
              <a:graphicFrameLocks noChangeAspect="1"/>
            </p:cNvGraphicFramePr>
            <p:nvPr/>
          </p:nvGraphicFramePr>
          <p:xfrm>
            <a:off x="1446" y="2086"/>
            <a:ext cx="1338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2" r:id="rId8" imgW="491271" imgH="203108" progId="">
                    <p:embed/>
                  </p:oleObj>
                </mc:Choice>
                <mc:Fallback>
                  <p:oleObj r:id="rId8" imgW="491271" imgH="203108" progId="">
                    <p:embed/>
                    <p:pic>
                      <p:nvPicPr>
                        <p:cNvPr id="2868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6" y="2086"/>
                          <a:ext cx="1338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77" name="Group 7"/>
          <p:cNvGrpSpPr>
            <a:grpSpLocks/>
          </p:cNvGrpSpPr>
          <p:nvPr/>
        </p:nvGrpSpPr>
        <p:grpSpPr bwMode="auto">
          <a:xfrm>
            <a:off x="4822825" y="4565650"/>
            <a:ext cx="2133600" cy="2122488"/>
            <a:chOff x="2078" y="2876"/>
            <a:chExt cx="1344" cy="1337"/>
          </a:xfrm>
        </p:grpSpPr>
        <p:sp>
          <p:nvSpPr>
            <p:cNvPr id="28678" name="Rectangle 8"/>
            <p:cNvSpPr>
              <a:spLocks noChangeArrowheads="1"/>
            </p:cNvSpPr>
            <p:nvPr/>
          </p:nvSpPr>
          <p:spPr bwMode="auto">
            <a:xfrm>
              <a:off x="2078" y="2876"/>
              <a:ext cx="445" cy="44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8679" name="Rectangle 9"/>
            <p:cNvSpPr>
              <a:spLocks noChangeArrowheads="1"/>
            </p:cNvSpPr>
            <p:nvPr/>
          </p:nvSpPr>
          <p:spPr bwMode="auto">
            <a:xfrm>
              <a:off x="2527" y="2876"/>
              <a:ext cx="446" cy="44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8680" name="Rectangle 10"/>
            <p:cNvSpPr>
              <a:spLocks noChangeArrowheads="1"/>
            </p:cNvSpPr>
            <p:nvPr/>
          </p:nvSpPr>
          <p:spPr bwMode="auto">
            <a:xfrm>
              <a:off x="2977" y="2876"/>
              <a:ext cx="445" cy="44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8681" name="Rectangle 11"/>
            <p:cNvSpPr>
              <a:spLocks noChangeArrowheads="1"/>
            </p:cNvSpPr>
            <p:nvPr/>
          </p:nvSpPr>
          <p:spPr bwMode="auto">
            <a:xfrm>
              <a:off x="2078" y="3319"/>
              <a:ext cx="445" cy="44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8682" name="Rectangle 12"/>
            <p:cNvSpPr>
              <a:spLocks noChangeArrowheads="1"/>
            </p:cNvSpPr>
            <p:nvPr/>
          </p:nvSpPr>
          <p:spPr bwMode="auto">
            <a:xfrm>
              <a:off x="2527" y="3319"/>
              <a:ext cx="446" cy="445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-4</a:t>
              </a:r>
            </a:p>
          </p:txBody>
        </p:sp>
        <p:sp>
          <p:nvSpPr>
            <p:cNvPr id="28683" name="Rectangle 13"/>
            <p:cNvSpPr>
              <a:spLocks noChangeArrowheads="1"/>
            </p:cNvSpPr>
            <p:nvPr/>
          </p:nvSpPr>
          <p:spPr bwMode="auto">
            <a:xfrm>
              <a:off x="2977" y="3319"/>
              <a:ext cx="445" cy="44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8684" name="Rectangle 14"/>
            <p:cNvSpPr>
              <a:spLocks noChangeArrowheads="1"/>
            </p:cNvSpPr>
            <p:nvPr/>
          </p:nvSpPr>
          <p:spPr bwMode="auto">
            <a:xfrm>
              <a:off x="2078" y="3768"/>
              <a:ext cx="445" cy="44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8685" name="Rectangle 15"/>
            <p:cNvSpPr>
              <a:spLocks noChangeArrowheads="1"/>
            </p:cNvSpPr>
            <p:nvPr/>
          </p:nvSpPr>
          <p:spPr bwMode="auto">
            <a:xfrm>
              <a:off x="2527" y="3768"/>
              <a:ext cx="446" cy="44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8686" name="Rectangle 16"/>
            <p:cNvSpPr>
              <a:spLocks noChangeArrowheads="1"/>
            </p:cNvSpPr>
            <p:nvPr/>
          </p:nvSpPr>
          <p:spPr bwMode="auto">
            <a:xfrm>
              <a:off x="2977" y="3768"/>
              <a:ext cx="445" cy="445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57794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The Laplacian (cont…)</a:t>
            </a: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Applying the Laplacian to an image we get a new image that highlights edges and other discontinuities</a:t>
            </a:r>
          </a:p>
        </p:txBody>
      </p:sp>
      <p:grpSp>
        <p:nvGrpSpPr>
          <p:cNvPr id="30724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30731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3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grpSp>
        <p:nvGrpSpPr>
          <p:cNvPr id="30725" name="Group 6"/>
          <p:cNvGrpSpPr>
            <a:grpSpLocks/>
          </p:cNvGrpSpPr>
          <p:nvPr/>
        </p:nvGrpSpPr>
        <p:grpSpPr bwMode="auto">
          <a:xfrm>
            <a:off x="2697164" y="2854326"/>
            <a:ext cx="6823075" cy="3463925"/>
            <a:chOff x="739" y="1798"/>
            <a:chExt cx="4298" cy="2182"/>
          </a:xfrm>
        </p:grpSpPr>
        <p:pic>
          <p:nvPicPr>
            <p:cNvPr id="30726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55" t="49699" r="40329"/>
            <a:stretch>
              <a:fillRect/>
            </a:stretch>
          </p:blipFill>
          <p:spPr bwMode="auto">
            <a:xfrm>
              <a:off x="3583" y="1798"/>
              <a:ext cx="1454" cy="1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18555" t="49699" r="40329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0727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55" b="50003"/>
            <a:stretch>
              <a:fillRect/>
            </a:stretch>
          </p:blipFill>
          <p:spPr bwMode="auto">
            <a:xfrm>
              <a:off x="739" y="1798"/>
              <a:ext cx="2884" cy="1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18555" b="50003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28" name="Text Box 9"/>
            <p:cNvSpPr txBox="1">
              <a:spLocks noChangeArrowheads="1"/>
            </p:cNvSpPr>
            <p:nvPr/>
          </p:nvSpPr>
          <p:spPr bwMode="auto">
            <a:xfrm>
              <a:off x="1181" y="3397"/>
              <a:ext cx="615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Original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>
                  <a:solidFill>
                    <a:srgbClr val="000000"/>
                  </a:solidFill>
                </a:rPr>
                <a:t>Image</a:t>
              </a:r>
            </a:p>
          </p:txBody>
        </p:sp>
        <p:sp>
          <p:nvSpPr>
            <p:cNvPr id="30729" name="Text Box 10"/>
            <p:cNvSpPr txBox="1">
              <a:spLocks noChangeArrowheads="1"/>
            </p:cNvSpPr>
            <p:nvPr/>
          </p:nvSpPr>
          <p:spPr bwMode="auto">
            <a:xfrm>
              <a:off x="2389" y="3397"/>
              <a:ext cx="1043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Laplacian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>
                  <a:solidFill>
                    <a:srgbClr val="000000"/>
                  </a:solidFill>
                </a:rPr>
                <a:t>Filtered Image</a:t>
              </a:r>
            </a:p>
          </p:txBody>
        </p:sp>
        <p:sp>
          <p:nvSpPr>
            <p:cNvPr id="30730" name="Text Box 11"/>
            <p:cNvSpPr txBox="1">
              <a:spLocks noChangeArrowheads="1"/>
            </p:cNvSpPr>
            <p:nvPr/>
          </p:nvSpPr>
          <p:spPr bwMode="auto">
            <a:xfrm>
              <a:off x="3669" y="3397"/>
              <a:ext cx="1286" cy="5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Laplacian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>
                  <a:solidFill>
                    <a:srgbClr val="000000"/>
                  </a:solidFill>
                </a:rPr>
                <a:t>Filtered Image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>
                  <a:solidFill>
                    <a:srgbClr val="000000"/>
                  </a:solidFill>
                </a:rPr>
                <a:t>Scaled for Display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75931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But That Is Not Very Enhanced!</a:t>
            </a: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61722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result of a Laplacian filtering is not an enhanced image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We have to do more work in order to get our final image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Subtract the Laplacian result from the original image to generate our final sharpened enhanced image</a:t>
            </a:r>
          </a:p>
        </p:txBody>
      </p:sp>
      <p:grpSp>
        <p:nvGrpSpPr>
          <p:cNvPr id="32772" name="Group 3"/>
          <p:cNvGrpSpPr>
            <a:grpSpLocks/>
          </p:cNvGrpSpPr>
          <p:nvPr/>
        </p:nvGrpSpPr>
        <p:grpSpPr bwMode="auto">
          <a:xfrm>
            <a:off x="7991476" y="1319214"/>
            <a:ext cx="2308225" cy="3532187"/>
            <a:chOff x="4074" y="831"/>
            <a:chExt cx="1454" cy="2225"/>
          </a:xfrm>
        </p:grpSpPr>
        <p:pic>
          <p:nvPicPr>
            <p:cNvPr id="32777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55" t="49699" r="40329"/>
            <a:stretch>
              <a:fillRect/>
            </a:stretch>
          </p:blipFill>
          <p:spPr bwMode="auto">
            <a:xfrm>
              <a:off x="4074" y="831"/>
              <a:ext cx="1454" cy="1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18555" t="49699" r="40329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78" name="Text Box 5"/>
            <p:cNvSpPr txBox="1">
              <a:spLocks noChangeArrowheads="1"/>
            </p:cNvSpPr>
            <p:nvPr/>
          </p:nvSpPr>
          <p:spPr bwMode="auto">
            <a:xfrm>
              <a:off x="4172" y="2473"/>
              <a:ext cx="1286" cy="5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Laplacian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>
                  <a:solidFill>
                    <a:srgbClr val="000000"/>
                  </a:solidFill>
                </a:rPr>
                <a:t>Filtered Image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>
                  <a:solidFill>
                    <a:srgbClr val="000000"/>
                  </a:solidFill>
                </a:rPr>
                <a:t>Scaled for Display</a:t>
              </a:r>
            </a:p>
          </p:txBody>
        </p:sp>
      </p:grpSp>
      <p:grpSp>
        <p:nvGrpSpPr>
          <p:cNvPr id="32773" name="Group 6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32775" name="Picture 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76" name="Rectangle 8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graphicFrame>
        <p:nvGraphicFramePr>
          <p:cNvPr id="32774" name="Object 9"/>
          <p:cNvGraphicFramePr>
            <a:graphicFrameLocks noChangeAspect="1"/>
          </p:cNvGraphicFramePr>
          <p:nvPr/>
        </p:nvGraphicFramePr>
        <p:xfrm>
          <a:off x="2452689" y="5546725"/>
          <a:ext cx="4624387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r:id="rId6" imgW="491408" imgH="228555" progId="">
                  <p:embed/>
                </p:oleObj>
              </mc:Choice>
              <mc:Fallback>
                <p:oleObj r:id="rId6" imgW="491408" imgH="228555" progId="">
                  <p:embed/>
                  <p:pic>
                    <p:nvPicPr>
                      <p:cNvPr id="3277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9" y="5546725"/>
                        <a:ext cx="4624387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438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Laplacian Image Enhancement</a:t>
            </a: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1981200" y="4598988"/>
            <a:ext cx="8229600" cy="225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In the final sharpened image edges and fine detail are much more obvious</a:t>
            </a:r>
          </a:p>
        </p:txBody>
      </p:sp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4" r="40300" b="50003"/>
          <a:stretch>
            <a:fillRect/>
          </a:stretch>
        </p:blipFill>
        <p:spPr bwMode="auto">
          <a:xfrm>
            <a:off x="2025650" y="1322389"/>
            <a:ext cx="2298700" cy="261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8864" r="40300" b="5000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4821" name="Group 4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34829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4830" name="Rectangle 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3482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3" t="49669"/>
          <a:stretch>
            <a:fillRect/>
          </a:stretch>
        </p:blipFill>
        <p:spPr bwMode="auto">
          <a:xfrm>
            <a:off x="7861301" y="1314450"/>
            <a:ext cx="2297113" cy="2630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9193" t="4966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23" name="Text Box 8"/>
          <p:cNvSpPr txBox="1">
            <a:spLocks noChangeArrowheads="1"/>
          </p:cNvSpPr>
          <p:nvPr/>
        </p:nvSpPr>
        <p:spPr bwMode="auto">
          <a:xfrm>
            <a:off x="4394201" y="2092326"/>
            <a:ext cx="409575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5400">
                <a:solidFill>
                  <a:srgbClr val="000000"/>
                </a:solidFill>
              </a:rPr>
              <a:t>-</a:t>
            </a:r>
          </a:p>
        </p:txBody>
      </p:sp>
      <p:sp>
        <p:nvSpPr>
          <p:cNvPr id="34824" name="Text Box 9"/>
          <p:cNvSpPr txBox="1">
            <a:spLocks noChangeArrowheads="1"/>
          </p:cNvSpPr>
          <p:nvPr/>
        </p:nvSpPr>
        <p:spPr bwMode="auto">
          <a:xfrm>
            <a:off x="7210426" y="2173289"/>
            <a:ext cx="581025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540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34825" name="Text Box 10"/>
          <p:cNvSpPr txBox="1">
            <a:spLocks noChangeArrowheads="1"/>
          </p:cNvSpPr>
          <p:nvPr/>
        </p:nvSpPr>
        <p:spPr bwMode="auto">
          <a:xfrm>
            <a:off x="2708276" y="3860800"/>
            <a:ext cx="968375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Original</a:t>
            </a:r>
            <a:br>
              <a:rPr lang="en-IE" altLang="en-US" sz="1800">
                <a:solidFill>
                  <a:srgbClr val="000000"/>
                </a:solidFill>
              </a:rPr>
            </a:br>
            <a:r>
              <a:rPr lang="en-IE" altLang="en-US" sz="1800">
                <a:solidFill>
                  <a:srgbClr val="000000"/>
                </a:solidFill>
              </a:rPr>
              <a:t>Image</a:t>
            </a:r>
          </a:p>
        </p:txBody>
      </p:sp>
      <p:sp>
        <p:nvSpPr>
          <p:cNvPr id="34826" name="Text Box 11"/>
          <p:cNvSpPr txBox="1">
            <a:spLocks noChangeArrowheads="1"/>
          </p:cNvSpPr>
          <p:nvPr/>
        </p:nvSpPr>
        <p:spPr bwMode="auto">
          <a:xfrm>
            <a:off x="5232401" y="3860800"/>
            <a:ext cx="1643063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Laplacian</a:t>
            </a:r>
            <a:br>
              <a:rPr lang="en-IE" altLang="en-US" sz="1800">
                <a:solidFill>
                  <a:srgbClr val="000000"/>
                </a:solidFill>
              </a:rPr>
            </a:br>
            <a:r>
              <a:rPr lang="en-IE" altLang="en-US" sz="1800">
                <a:solidFill>
                  <a:srgbClr val="000000"/>
                </a:solidFill>
              </a:rPr>
              <a:t>Filtered Image</a:t>
            </a:r>
          </a:p>
        </p:txBody>
      </p:sp>
      <p:sp>
        <p:nvSpPr>
          <p:cNvPr id="34827" name="Text Box 12"/>
          <p:cNvSpPr txBox="1">
            <a:spLocks noChangeArrowheads="1"/>
          </p:cNvSpPr>
          <p:nvPr/>
        </p:nvSpPr>
        <p:spPr bwMode="auto">
          <a:xfrm>
            <a:off x="8366126" y="3860800"/>
            <a:ext cx="1298575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Sharpened</a:t>
            </a:r>
            <a:br>
              <a:rPr lang="en-IE" altLang="en-US" sz="1800">
                <a:solidFill>
                  <a:srgbClr val="000000"/>
                </a:solidFill>
              </a:rPr>
            </a:br>
            <a:r>
              <a:rPr lang="en-IE" altLang="en-US" sz="1800">
                <a:solidFill>
                  <a:srgbClr val="000000"/>
                </a:solidFill>
              </a:rPr>
              <a:t>Image</a:t>
            </a:r>
          </a:p>
        </p:txBody>
      </p:sp>
      <p:pic>
        <p:nvPicPr>
          <p:cNvPr id="3482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38" b="50003"/>
          <a:stretch>
            <a:fillRect/>
          </a:stretch>
        </p:blipFill>
        <p:spPr bwMode="auto">
          <a:xfrm>
            <a:off x="4873625" y="1322389"/>
            <a:ext cx="2266950" cy="261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9738" b="5000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02503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Laplacian Image Enhancement</a:t>
            </a:r>
          </a:p>
        </p:txBody>
      </p:sp>
      <p:pic>
        <p:nvPicPr>
          <p:cNvPr id="3686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4" r="40300" b="50003"/>
          <a:stretch>
            <a:fillRect/>
          </a:stretch>
        </p:blipFill>
        <p:spPr bwMode="auto">
          <a:xfrm>
            <a:off x="1711326" y="1606551"/>
            <a:ext cx="4333875" cy="492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8864" r="40300" b="5000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6868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3687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6871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3686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3" t="49669"/>
          <a:stretch>
            <a:fillRect/>
          </a:stretch>
        </p:blipFill>
        <p:spPr bwMode="auto">
          <a:xfrm>
            <a:off x="6097588" y="1598613"/>
            <a:ext cx="4330700" cy="495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9193" t="4966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08773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Simplified Image Enhancement</a:t>
            </a:r>
          </a:p>
        </p:txBody>
      </p: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entire enhancement can be combined into a single filtering operation</a:t>
            </a:r>
          </a:p>
        </p:txBody>
      </p:sp>
      <p:graphicFrame>
        <p:nvGraphicFramePr>
          <p:cNvPr id="38916" name="Object 3"/>
          <p:cNvGraphicFramePr>
            <a:graphicFrameLocks noChangeAspect="1"/>
          </p:cNvGraphicFramePr>
          <p:nvPr/>
        </p:nvGraphicFramePr>
        <p:xfrm>
          <a:off x="3575051" y="3100388"/>
          <a:ext cx="679767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r:id="rId4" imgW="491400" imgH="203162" progId="">
                  <p:embed/>
                </p:oleObj>
              </mc:Choice>
              <mc:Fallback>
                <p:oleObj r:id="rId4" imgW="491400" imgH="203162" progId="">
                  <p:embed/>
                  <p:pic>
                    <p:nvPicPr>
                      <p:cNvPr id="3891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3100388"/>
                        <a:ext cx="6797675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4"/>
          <p:cNvGraphicFramePr>
            <a:graphicFrameLocks noChangeAspect="1"/>
          </p:cNvGraphicFramePr>
          <p:nvPr/>
        </p:nvGraphicFramePr>
        <p:xfrm>
          <a:off x="5646739" y="3756026"/>
          <a:ext cx="486568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r:id="rId6" imgW="491392" imgH="203158" progId="">
                  <p:embed/>
                </p:oleObj>
              </mc:Choice>
              <mc:Fallback>
                <p:oleObj r:id="rId6" imgW="491392" imgH="203158" progId="">
                  <p:embed/>
                  <p:pic>
                    <p:nvPicPr>
                      <p:cNvPr id="389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6739" y="3756026"/>
                        <a:ext cx="486568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5"/>
          <p:cNvGraphicFramePr>
            <a:graphicFrameLocks noChangeAspect="1"/>
          </p:cNvGraphicFramePr>
          <p:nvPr/>
        </p:nvGraphicFramePr>
        <p:xfrm>
          <a:off x="5526089" y="4411664"/>
          <a:ext cx="22510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r:id="rId8" imgW="491312" imgH="203125" progId="">
                  <p:embed/>
                </p:oleObj>
              </mc:Choice>
              <mc:Fallback>
                <p:oleObj r:id="rId8" imgW="491312" imgH="203125" progId="">
                  <p:embed/>
                  <p:pic>
                    <p:nvPicPr>
                      <p:cNvPr id="389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6089" y="4411664"/>
                        <a:ext cx="225107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6"/>
          <p:cNvGraphicFramePr>
            <a:graphicFrameLocks noChangeAspect="1"/>
          </p:cNvGraphicFramePr>
          <p:nvPr/>
        </p:nvGraphicFramePr>
        <p:xfrm>
          <a:off x="2332039" y="2349500"/>
          <a:ext cx="4624387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r:id="rId10" imgW="491408" imgH="228555" progId="">
                  <p:embed/>
                </p:oleObj>
              </mc:Choice>
              <mc:Fallback>
                <p:oleObj r:id="rId10" imgW="491408" imgH="228555" progId="">
                  <p:embed/>
                  <p:pic>
                    <p:nvPicPr>
                      <p:cNvPr id="3891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9" y="2349500"/>
                        <a:ext cx="4624387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7"/>
          <p:cNvGraphicFramePr>
            <a:graphicFrameLocks noChangeAspect="1"/>
          </p:cNvGraphicFramePr>
          <p:nvPr/>
        </p:nvGraphicFramePr>
        <p:xfrm>
          <a:off x="3636963" y="5129213"/>
          <a:ext cx="6875462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r:id="rId12" imgW="491432" imgH="203175" progId="">
                  <p:embed/>
                </p:oleObj>
              </mc:Choice>
              <mc:Fallback>
                <p:oleObj r:id="rId12" imgW="491432" imgH="203175" progId="">
                  <p:embed/>
                  <p:pic>
                    <p:nvPicPr>
                      <p:cNvPr id="3892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5129213"/>
                        <a:ext cx="6875462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8"/>
          <p:cNvGraphicFramePr>
            <a:graphicFrameLocks noChangeAspect="1"/>
          </p:cNvGraphicFramePr>
          <p:nvPr/>
        </p:nvGraphicFramePr>
        <p:xfrm>
          <a:off x="5665788" y="5800726"/>
          <a:ext cx="48260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r:id="rId14" imgW="491424" imgH="203172" progId="">
                  <p:embed/>
                </p:oleObj>
              </mc:Choice>
              <mc:Fallback>
                <p:oleObj r:id="rId14" imgW="491424" imgH="203172" progId="">
                  <p:embed/>
                  <p:pic>
                    <p:nvPicPr>
                      <p:cNvPr id="3892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5788" y="5800726"/>
                        <a:ext cx="48260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28312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Simplified Image Enhancement (cont…)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This gives us a new filter which does the whole job for us in one step</a:t>
            </a:r>
          </a:p>
        </p:txBody>
      </p:sp>
      <p:pic>
        <p:nvPicPr>
          <p:cNvPr id="409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2" t="42604" r="44452" b="13454"/>
          <a:stretch>
            <a:fillRect/>
          </a:stretch>
        </p:blipFill>
        <p:spPr bwMode="auto">
          <a:xfrm>
            <a:off x="7486651" y="2511426"/>
            <a:ext cx="2416175" cy="223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9872" t="42604" r="44452" b="1345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65" name="AutoShape 4"/>
          <p:cNvSpPr>
            <a:spLocks noChangeArrowheads="1"/>
          </p:cNvSpPr>
          <p:nvPr/>
        </p:nvSpPr>
        <p:spPr bwMode="auto">
          <a:xfrm>
            <a:off x="4618038" y="3176589"/>
            <a:ext cx="2938462" cy="896937"/>
          </a:xfrm>
          <a:prstGeom prst="rightArrow">
            <a:avLst>
              <a:gd name="adj1" fmla="val 50093"/>
              <a:gd name="adj2" fmla="val 46336"/>
            </a:avLst>
          </a:prstGeom>
          <a:solidFill>
            <a:srgbClr val="BBE0E3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40966" name="Group 5"/>
          <p:cNvGrpSpPr>
            <a:grpSpLocks/>
          </p:cNvGrpSpPr>
          <p:nvPr/>
        </p:nvGrpSpPr>
        <p:grpSpPr bwMode="auto">
          <a:xfrm>
            <a:off x="5116514" y="2689226"/>
            <a:ext cx="1887537" cy="1878013"/>
            <a:chOff x="2263" y="1694"/>
            <a:chExt cx="1189" cy="1183"/>
          </a:xfrm>
        </p:grpSpPr>
        <p:sp>
          <p:nvSpPr>
            <p:cNvPr id="40971" name="Rectangle 6"/>
            <p:cNvSpPr>
              <a:spLocks noChangeArrowheads="1"/>
            </p:cNvSpPr>
            <p:nvPr/>
          </p:nvSpPr>
          <p:spPr bwMode="auto">
            <a:xfrm>
              <a:off x="2263" y="1694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40972" name="Rectangle 7"/>
            <p:cNvSpPr>
              <a:spLocks noChangeArrowheads="1"/>
            </p:cNvSpPr>
            <p:nvPr/>
          </p:nvSpPr>
          <p:spPr bwMode="auto">
            <a:xfrm>
              <a:off x="2660" y="1694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0973" name="Rectangle 8"/>
            <p:cNvSpPr>
              <a:spLocks noChangeArrowheads="1"/>
            </p:cNvSpPr>
            <p:nvPr/>
          </p:nvSpPr>
          <p:spPr bwMode="auto">
            <a:xfrm>
              <a:off x="3059" y="1694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40974" name="Rectangle 9"/>
            <p:cNvSpPr>
              <a:spLocks noChangeArrowheads="1"/>
            </p:cNvSpPr>
            <p:nvPr/>
          </p:nvSpPr>
          <p:spPr bwMode="auto">
            <a:xfrm>
              <a:off x="2263" y="2086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0975" name="Rectangle 10"/>
            <p:cNvSpPr>
              <a:spLocks noChangeArrowheads="1"/>
            </p:cNvSpPr>
            <p:nvPr/>
          </p:nvSpPr>
          <p:spPr bwMode="auto">
            <a:xfrm>
              <a:off x="2660" y="2086"/>
              <a:ext cx="394" cy="393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0976" name="Rectangle 11"/>
            <p:cNvSpPr>
              <a:spLocks noChangeArrowheads="1"/>
            </p:cNvSpPr>
            <p:nvPr/>
          </p:nvSpPr>
          <p:spPr bwMode="auto">
            <a:xfrm>
              <a:off x="3059" y="2086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0977" name="Rectangle 12"/>
            <p:cNvSpPr>
              <a:spLocks noChangeArrowheads="1"/>
            </p:cNvSpPr>
            <p:nvPr/>
          </p:nvSpPr>
          <p:spPr bwMode="auto">
            <a:xfrm>
              <a:off x="2263" y="2484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40978" name="Rectangle 13"/>
            <p:cNvSpPr>
              <a:spLocks noChangeArrowheads="1"/>
            </p:cNvSpPr>
            <p:nvPr/>
          </p:nvSpPr>
          <p:spPr bwMode="auto">
            <a:xfrm>
              <a:off x="2660" y="2484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0979" name="Rectangle 14"/>
            <p:cNvSpPr>
              <a:spLocks noChangeArrowheads="1"/>
            </p:cNvSpPr>
            <p:nvPr/>
          </p:nvSpPr>
          <p:spPr bwMode="auto">
            <a:xfrm>
              <a:off x="3059" y="2484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</p:grpSp>
      <p:pic>
        <p:nvPicPr>
          <p:cNvPr id="4096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51" b="57022"/>
          <a:stretch>
            <a:fillRect/>
          </a:stretch>
        </p:blipFill>
        <p:spPr bwMode="auto">
          <a:xfrm>
            <a:off x="2225675" y="2535238"/>
            <a:ext cx="2382838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4951" b="5702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0968" name="Group 16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40969" name="Picture 1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0970" name="Rectangle 18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4904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Simplified Image Enhancement (cont…)</a:t>
            </a:r>
          </a:p>
        </p:txBody>
      </p:sp>
      <p:pic>
        <p:nvPicPr>
          <p:cNvPr id="430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2" t="42604" r="44452" b="13454"/>
          <a:stretch>
            <a:fillRect/>
          </a:stretch>
        </p:blipFill>
        <p:spPr bwMode="auto">
          <a:xfrm>
            <a:off x="6094414" y="1928814"/>
            <a:ext cx="4237037" cy="392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9872" t="42604" r="44452" b="1345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51" b="57022"/>
          <a:stretch>
            <a:fillRect/>
          </a:stretch>
        </p:blipFill>
        <p:spPr bwMode="auto">
          <a:xfrm>
            <a:off x="1822450" y="1952625"/>
            <a:ext cx="4178300" cy="384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4951" b="5702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3013" name="Group 4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43014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3015" name="Rectangle 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73998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Variants On The Simple Laplacian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There are lots of slightly different versions of the Laplacian that can be used:</a:t>
            </a:r>
          </a:p>
        </p:txBody>
      </p:sp>
      <p:grpSp>
        <p:nvGrpSpPr>
          <p:cNvPr id="45060" name="Group 3"/>
          <p:cNvGrpSpPr>
            <a:grpSpLocks/>
          </p:cNvGrpSpPr>
          <p:nvPr/>
        </p:nvGrpSpPr>
        <p:grpSpPr bwMode="auto">
          <a:xfrm>
            <a:off x="2808288" y="2522539"/>
            <a:ext cx="1624012" cy="1616075"/>
            <a:chOff x="809" y="1589"/>
            <a:chExt cx="1023" cy="1018"/>
          </a:xfrm>
        </p:grpSpPr>
        <p:sp>
          <p:nvSpPr>
            <p:cNvPr id="45089" name="Rectangle 4"/>
            <p:cNvSpPr>
              <a:spLocks noChangeArrowheads="1"/>
            </p:cNvSpPr>
            <p:nvPr/>
          </p:nvSpPr>
          <p:spPr bwMode="auto">
            <a:xfrm>
              <a:off x="809" y="1589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45090" name="Rectangle 5"/>
            <p:cNvSpPr>
              <a:spLocks noChangeArrowheads="1"/>
            </p:cNvSpPr>
            <p:nvPr/>
          </p:nvSpPr>
          <p:spPr bwMode="auto">
            <a:xfrm>
              <a:off x="1151" y="1589"/>
              <a:ext cx="339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91" name="Rectangle 6"/>
            <p:cNvSpPr>
              <a:spLocks noChangeArrowheads="1"/>
            </p:cNvSpPr>
            <p:nvPr/>
          </p:nvSpPr>
          <p:spPr bwMode="auto">
            <a:xfrm>
              <a:off x="1494" y="1589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45092" name="Rectangle 7"/>
            <p:cNvSpPr>
              <a:spLocks noChangeArrowheads="1"/>
            </p:cNvSpPr>
            <p:nvPr/>
          </p:nvSpPr>
          <p:spPr bwMode="auto">
            <a:xfrm>
              <a:off x="809" y="1927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93" name="Rectangle 8"/>
            <p:cNvSpPr>
              <a:spLocks noChangeArrowheads="1"/>
            </p:cNvSpPr>
            <p:nvPr/>
          </p:nvSpPr>
          <p:spPr bwMode="auto">
            <a:xfrm>
              <a:off x="1151" y="1927"/>
              <a:ext cx="339" cy="338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-4</a:t>
              </a:r>
            </a:p>
          </p:txBody>
        </p:sp>
        <p:sp>
          <p:nvSpPr>
            <p:cNvPr id="45094" name="Rectangle 9"/>
            <p:cNvSpPr>
              <a:spLocks noChangeArrowheads="1"/>
            </p:cNvSpPr>
            <p:nvPr/>
          </p:nvSpPr>
          <p:spPr bwMode="auto">
            <a:xfrm>
              <a:off x="1494" y="1927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95" name="Rectangle 10"/>
            <p:cNvSpPr>
              <a:spLocks noChangeArrowheads="1"/>
            </p:cNvSpPr>
            <p:nvPr/>
          </p:nvSpPr>
          <p:spPr bwMode="auto">
            <a:xfrm>
              <a:off x="809" y="2269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45096" name="Rectangle 11"/>
            <p:cNvSpPr>
              <a:spLocks noChangeArrowheads="1"/>
            </p:cNvSpPr>
            <p:nvPr/>
          </p:nvSpPr>
          <p:spPr bwMode="auto">
            <a:xfrm>
              <a:off x="1151" y="2269"/>
              <a:ext cx="339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97" name="Rectangle 12"/>
            <p:cNvSpPr>
              <a:spLocks noChangeArrowheads="1"/>
            </p:cNvSpPr>
            <p:nvPr/>
          </p:nvSpPr>
          <p:spPr bwMode="auto">
            <a:xfrm>
              <a:off x="1494" y="2269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45061" name="Group 13"/>
          <p:cNvGrpSpPr>
            <a:grpSpLocks/>
          </p:cNvGrpSpPr>
          <p:nvPr/>
        </p:nvGrpSpPr>
        <p:grpSpPr bwMode="auto">
          <a:xfrm>
            <a:off x="6383338" y="2522539"/>
            <a:ext cx="1624012" cy="1616075"/>
            <a:chOff x="3061" y="1589"/>
            <a:chExt cx="1023" cy="1018"/>
          </a:xfrm>
        </p:grpSpPr>
        <p:sp>
          <p:nvSpPr>
            <p:cNvPr id="45080" name="Rectangle 14"/>
            <p:cNvSpPr>
              <a:spLocks noChangeArrowheads="1"/>
            </p:cNvSpPr>
            <p:nvPr/>
          </p:nvSpPr>
          <p:spPr bwMode="auto">
            <a:xfrm>
              <a:off x="3061" y="1589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81" name="Rectangle 15"/>
            <p:cNvSpPr>
              <a:spLocks noChangeArrowheads="1"/>
            </p:cNvSpPr>
            <p:nvPr/>
          </p:nvSpPr>
          <p:spPr bwMode="auto">
            <a:xfrm>
              <a:off x="3403" y="1589"/>
              <a:ext cx="339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82" name="Rectangle 16"/>
            <p:cNvSpPr>
              <a:spLocks noChangeArrowheads="1"/>
            </p:cNvSpPr>
            <p:nvPr/>
          </p:nvSpPr>
          <p:spPr bwMode="auto">
            <a:xfrm>
              <a:off x="3746" y="1589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83" name="Rectangle 17"/>
            <p:cNvSpPr>
              <a:spLocks noChangeArrowheads="1"/>
            </p:cNvSpPr>
            <p:nvPr/>
          </p:nvSpPr>
          <p:spPr bwMode="auto">
            <a:xfrm>
              <a:off x="3061" y="1927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84" name="Rectangle 18"/>
            <p:cNvSpPr>
              <a:spLocks noChangeArrowheads="1"/>
            </p:cNvSpPr>
            <p:nvPr/>
          </p:nvSpPr>
          <p:spPr bwMode="auto">
            <a:xfrm>
              <a:off x="3403" y="1927"/>
              <a:ext cx="339" cy="338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-8</a:t>
              </a:r>
            </a:p>
          </p:txBody>
        </p:sp>
        <p:sp>
          <p:nvSpPr>
            <p:cNvPr id="45085" name="Rectangle 19"/>
            <p:cNvSpPr>
              <a:spLocks noChangeArrowheads="1"/>
            </p:cNvSpPr>
            <p:nvPr/>
          </p:nvSpPr>
          <p:spPr bwMode="auto">
            <a:xfrm>
              <a:off x="3746" y="1927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86" name="Rectangle 20"/>
            <p:cNvSpPr>
              <a:spLocks noChangeArrowheads="1"/>
            </p:cNvSpPr>
            <p:nvPr/>
          </p:nvSpPr>
          <p:spPr bwMode="auto">
            <a:xfrm>
              <a:off x="3061" y="2269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87" name="Rectangle 21"/>
            <p:cNvSpPr>
              <a:spLocks noChangeArrowheads="1"/>
            </p:cNvSpPr>
            <p:nvPr/>
          </p:nvSpPr>
          <p:spPr bwMode="auto">
            <a:xfrm>
              <a:off x="3403" y="2269"/>
              <a:ext cx="339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5088" name="Rectangle 22"/>
            <p:cNvSpPr>
              <a:spLocks noChangeArrowheads="1"/>
            </p:cNvSpPr>
            <p:nvPr/>
          </p:nvSpPr>
          <p:spPr bwMode="auto">
            <a:xfrm>
              <a:off x="3746" y="2269"/>
              <a:ext cx="338" cy="338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</p:grpSp>
      <p:pic>
        <p:nvPicPr>
          <p:cNvPr id="45062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2" t="42949" b="13766"/>
          <a:stretch>
            <a:fillRect/>
          </a:stretch>
        </p:blipFill>
        <p:spPr bwMode="auto">
          <a:xfrm>
            <a:off x="7540626" y="4540251"/>
            <a:ext cx="2366963" cy="220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5252" t="42949" b="13766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063" name="AutoShape 24"/>
          <p:cNvSpPr>
            <a:spLocks noChangeArrowheads="1"/>
          </p:cNvSpPr>
          <p:nvPr/>
        </p:nvSpPr>
        <p:spPr bwMode="auto">
          <a:xfrm>
            <a:off x="4608513" y="5203825"/>
            <a:ext cx="2938462" cy="896938"/>
          </a:xfrm>
          <a:prstGeom prst="rightArrow">
            <a:avLst>
              <a:gd name="adj1" fmla="val 50093"/>
              <a:gd name="adj2" fmla="val 46336"/>
            </a:avLst>
          </a:prstGeom>
          <a:solidFill>
            <a:srgbClr val="BBE0E3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45064" name="Group 25"/>
          <p:cNvGrpSpPr>
            <a:grpSpLocks/>
          </p:cNvGrpSpPr>
          <p:nvPr/>
        </p:nvGrpSpPr>
        <p:grpSpPr bwMode="auto">
          <a:xfrm>
            <a:off x="5106989" y="4716463"/>
            <a:ext cx="1887537" cy="1878012"/>
            <a:chOff x="2257" y="2971"/>
            <a:chExt cx="1189" cy="1183"/>
          </a:xfrm>
        </p:grpSpPr>
        <p:sp>
          <p:nvSpPr>
            <p:cNvPr id="45071" name="Rectangle 26"/>
            <p:cNvSpPr>
              <a:spLocks noChangeArrowheads="1"/>
            </p:cNvSpPr>
            <p:nvPr/>
          </p:nvSpPr>
          <p:spPr bwMode="auto">
            <a:xfrm>
              <a:off x="2257" y="2971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5072" name="Rectangle 27"/>
            <p:cNvSpPr>
              <a:spLocks noChangeArrowheads="1"/>
            </p:cNvSpPr>
            <p:nvPr/>
          </p:nvSpPr>
          <p:spPr bwMode="auto">
            <a:xfrm>
              <a:off x="2654" y="2971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5073" name="Rectangle 28"/>
            <p:cNvSpPr>
              <a:spLocks noChangeArrowheads="1"/>
            </p:cNvSpPr>
            <p:nvPr/>
          </p:nvSpPr>
          <p:spPr bwMode="auto">
            <a:xfrm>
              <a:off x="3053" y="2971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5074" name="Rectangle 29"/>
            <p:cNvSpPr>
              <a:spLocks noChangeArrowheads="1"/>
            </p:cNvSpPr>
            <p:nvPr/>
          </p:nvSpPr>
          <p:spPr bwMode="auto">
            <a:xfrm>
              <a:off x="2257" y="3363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5075" name="Rectangle 30"/>
            <p:cNvSpPr>
              <a:spLocks noChangeArrowheads="1"/>
            </p:cNvSpPr>
            <p:nvPr/>
          </p:nvSpPr>
          <p:spPr bwMode="auto">
            <a:xfrm>
              <a:off x="2654" y="3363"/>
              <a:ext cx="394" cy="393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45076" name="Rectangle 31"/>
            <p:cNvSpPr>
              <a:spLocks noChangeArrowheads="1"/>
            </p:cNvSpPr>
            <p:nvPr/>
          </p:nvSpPr>
          <p:spPr bwMode="auto">
            <a:xfrm>
              <a:off x="3053" y="3363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5077" name="Rectangle 32"/>
            <p:cNvSpPr>
              <a:spLocks noChangeArrowheads="1"/>
            </p:cNvSpPr>
            <p:nvPr/>
          </p:nvSpPr>
          <p:spPr bwMode="auto">
            <a:xfrm>
              <a:off x="2257" y="3761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5078" name="Rectangle 33"/>
            <p:cNvSpPr>
              <a:spLocks noChangeArrowheads="1"/>
            </p:cNvSpPr>
            <p:nvPr/>
          </p:nvSpPr>
          <p:spPr bwMode="auto">
            <a:xfrm>
              <a:off x="2654" y="3761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45079" name="Rectangle 34"/>
            <p:cNvSpPr>
              <a:spLocks noChangeArrowheads="1"/>
            </p:cNvSpPr>
            <p:nvPr/>
          </p:nvSpPr>
          <p:spPr bwMode="auto">
            <a:xfrm>
              <a:off x="3053" y="3761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</p:grpSp>
      <p:pic>
        <p:nvPicPr>
          <p:cNvPr id="45065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51" b="57022"/>
          <a:stretch>
            <a:fillRect/>
          </a:stretch>
        </p:blipFill>
        <p:spPr bwMode="auto">
          <a:xfrm>
            <a:off x="2216150" y="4562475"/>
            <a:ext cx="2382838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4951" b="5702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066" name="Text Box 36"/>
          <p:cNvSpPr txBox="1">
            <a:spLocks noChangeArrowheads="1"/>
          </p:cNvSpPr>
          <p:nvPr/>
        </p:nvSpPr>
        <p:spPr bwMode="auto">
          <a:xfrm>
            <a:off x="4411664" y="2860675"/>
            <a:ext cx="1723847" cy="95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800">
                <a:solidFill>
                  <a:srgbClr val="000000"/>
                </a:solidFill>
              </a:rPr>
              <a:t>Simple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Laplacian</a:t>
            </a:r>
          </a:p>
        </p:txBody>
      </p:sp>
      <p:sp>
        <p:nvSpPr>
          <p:cNvPr id="45067" name="Text Box 37"/>
          <p:cNvSpPr txBox="1">
            <a:spLocks noChangeArrowheads="1"/>
          </p:cNvSpPr>
          <p:nvPr/>
        </p:nvSpPr>
        <p:spPr bwMode="auto">
          <a:xfrm>
            <a:off x="8005764" y="2860675"/>
            <a:ext cx="1723847" cy="95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800">
                <a:solidFill>
                  <a:srgbClr val="000000"/>
                </a:solidFill>
              </a:rPr>
              <a:t>Variant of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Laplacian</a:t>
            </a:r>
          </a:p>
        </p:txBody>
      </p:sp>
      <p:grpSp>
        <p:nvGrpSpPr>
          <p:cNvPr id="45068" name="Group 38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45069" name="Picture 3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5070" name="Rectangle 40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03197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</a:t>
            </a: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48995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Implementing 1</a:t>
            </a:r>
            <a:r>
              <a:rPr lang="en-IE" altLang="en-US" sz="3200" baseline="30000">
                <a:solidFill>
                  <a:srgbClr val="000000"/>
                </a:solidFill>
              </a:rPr>
              <a:t>st</a:t>
            </a:r>
            <a:r>
              <a:rPr lang="en-IE" altLang="en-US" sz="3200">
                <a:solidFill>
                  <a:srgbClr val="000000"/>
                </a:solidFill>
              </a:rPr>
              <a:t> derivative filters is difficult in practice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For a function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f(x, y)</a:t>
            </a:r>
            <a:r>
              <a:rPr lang="en-IE" altLang="en-US" sz="3200">
                <a:solidFill>
                  <a:srgbClr val="000000"/>
                </a:solidFill>
              </a:rPr>
              <a:t> the gradient of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IE" altLang="en-US" sz="3200">
                <a:solidFill>
                  <a:srgbClr val="000000"/>
                </a:solidFill>
              </a:rPr>
              <a:t> at coordinates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(x, y)</a:t>
            </a:r>
            <a:r>
              <a:rPr lang="en-IE" altLang="en-US" sz="3200">
                <a:solidFill>
                  <a:srgbClr val="000000"/>
                </a:solidFill>
              </a:rPr>
              <a:t> is given as the column vector:</a:t>
            </a:r>
          </a:p>
        </p:txBody>
      </p:sp>
      <p:graphicFrame>
        <p:nvGraphicFramePr>
          <p:cNvPr id="47108" name="Object 3"/>
          <p:cNvGraphicFramePr>
            <a:graphicFrameLocks noChangeAspect="1"/>
          </p:cNvGraphicFramePr>
          <p:nvPr/>
        </p:nvGraphicFramePr>
        <p:xfrm>
          <a:off x="4648201" y="3990975"/>
          <a:ext cx="2767013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r:id="rId4" imgW="491432" imgH="491432" progId="">
                  <p:embed/>
                </p:oleObj>
              </mc:Choice>
              <mc:Fallback>
                <p:oleObj r:id="rId4" imgW="491432" imgH="491432" progId="">
                  <p:embed/>
                  <p:pic>
                    <p:nvPicPr>
                      <p:cNvPr id="4710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3990975"/>
                        <a:ext cx="2767013" cy="196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11309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magnitude of this vector is given by: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For practical reasons this can be simplified as: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</p:txBody>
      </p:sp>
      <p:grpSp>
        <p:nvGrpSpPr>
          <p:cNvPr id="49156" name="Group 3"/>
          <p:cNvGrpSpPr>
            <a:grpSpLocks/>
          </p:cNvGrpSpPr>
          <p:nvPr/>
        </p:nvGrpSpPr>
        <p:grpSpPr bwMode="auto">
          <a:xfrm>
            <a:off x="4146550" y="1985964"/>
            <a:ext cx="3759200" cy="2701925"/>
            <a:chOff x="1652" y="1251"/>
            <a:chExt cx="2368" cy="1702"/>
          </a:xfrm>
        </p:grpSpPr>
        <p:graphicFrame>
          <p:nvGraphicFramePr>
            <p:cNvPr id="49158" name="Object 4"/>
            <p:cNvGraphicFramePr>
              <a:graphicFrameLocks noChangeAspect="1"/>
            </p:cNvGraphicFramePr>
            <p:nvPr/>
          </p:nvGraphicFramePr>
          <p:xfrm>
            <a:off x="1652" y="1251"/>
            <a:ext cx="1431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8" r:id="rId4" imgW="491352" imgH="203142" progId="">
                    <p:embed/>
                  </p:oleObj>
                </mc:Choice>
                <mc:Fallback>
                  <p:oleObj r:id="rId4" imgW="491352" imgH="203142" progId="">
                    <p:embed/>
                    <p:pic>
                      <p:nvPicPr>
                        <p:cNvPr id="4915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2" y="1251"/>
                          <a:ext cx="1431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59" name="Object 5"/>
            <p:cNvGraphicFramePr>
              <a:graphicFrameLocks noChangeAspect="1"/>
            </p:cNvGraphicFramePr>
            <p:nvPr/>
          </p:nvGraphicFramePr>
          <p:xfrm>
            <a:off x="2009" y="1562"/>
            <a:ext cx="1276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9" r:id="rId6" imgW="491352" imgH="304705" progId="">
                    <p:embed/>
                  </p:oleObj>
                </mc:Choice>
                <mc:Fallback>
                  <p:oleObj r:id="rId6" imgW="491352" imgH="304705" progId="">
                    <p:embed/>
                    <p:pic>
                      <p:nvPicPr>
                        <p:cNvPr id="4915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9" y="1562"/>
                          <a:ext cx="1276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0" name="Object 6"/>
            <p:cNvGraphicFramePr>
              <a:graphicFrameLocks noChangeAspect="1"/>
            </p:cNvGraphicFramePr>
            <p:nvPr/>
          </p:nvGraphicFramePr>
          <p:xfrm>
            <a:off x="2010" y="2028"/>
            <a:ext cx="2010" cy="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0" r:id="rId8" imgW="491392" imgH="491392" progId="">
                    <p:embed/>
                  </p:oleObj>
                </mc:Choice>
                <mc:Fallback>
                  <p:oleObj r:id="rId8" imgW="491392" imgH="491392" progId="">
                    <p:embed/>
                    <p:pic>
                      <p:nvPicPr>
                        <p:cNvPr id="4916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0" y="2028"/>
                          <a:ext cx="2010" cy="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157" name="Object 7"/>
          <p:cNvGraphicFramePr>
            <a:graphicFrameLocks noChangeAspect="1"/>
          </p:cNvGraphicFramePr>
          <p:nvPr/>
        </p:nvGraphicFramePr>
        <p:xfrm>
          <a:off x="4905376" y="5459413"/>
          <a:ext cx="2278063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r:id="rId10" imgW="491408" imgH="279350" progId="">
                  <p:embed/>
                </p:oleObj>
              </mc:Choice>
              <mc:Fallback>
                <p:oleObj r:id="rId10" imgW="491408" imgH="279350" progId="">
                  <p:embed/>
                  <p:pic>
                    <p:nvPicPr>
                      <p:cNvPr id="4915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6" y="5459413"/>
                        <a:ext cx="2278063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3993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</p:txBody>
      </p:sp>
      <p:pic>
        <p:nvPicPr>
          <p:cNvPr id="5120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1414463"/>
            <a:ext cx="8915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07760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</p:txBody>
      </p:sp>
      <p:pic>
        <p:nvPicPr>
          <p:cNvPr id="5325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888" y="1455738"/>
            <a:ext cx="8915400" cy="498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65980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</p:txBody>
      </p:sp>
      <p:pic>
        <p:nvPicPr>
          <p:cNvPr id="5530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138" y="1484313"/>
            <a:ext cx="8915400" cy="5148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72625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</p:txBody>
      </p:sp>
      <p:pic>
        <p:nvPicPr>
          <p:cNvPr id="573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25" y="1517651"/>
            <a:ext cx="8915400" cy="477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36866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</p:txBody>
      </p:sp>
      <p:pic>
        <p:nvPicPr>
          <p:cNvPr id="593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1644650"/>
            <a:ext cx="89154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1652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</p:txBody>
      </p:sp>
      <p:pic>
        <p:nvPicPr>
          <p:cNvPr id="614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1471614"/>
            <a:ext cx="8915400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30465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</p:txBody>
      </p:sp>
      <p:pic>
        <p:nvPicPr>
          <p:cNvPr id="634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8" y="1404939"/>
            <a:ext cx="8915400" cy="470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0811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6553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</p:txBody>
      </p:sp>
      <p:pic>
        <p:nvPicPr>
          <p:cNvPr id="655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1485901"/>
            <a:ext cx="8915400" cy="408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25833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Derivative Filtering (cont…)</a:t>
            </a:r>
          </a:p>
        </p:txBody>
      </p:sp>
      <p:sp>
        <p:nvSpPr>
          <p:cNvPr id="6758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There is some debate as to how best to calculate these gradients but we will use: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which is based on these coordinates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</p:txBody>
      </p:sp>
      <p:grpSp>
        <p:nvGrpSpPr>
          <p:cNvPr id="67588" name="Group 3"/>
          <p:cNvGrpSpPr>
            <a:grpSpLocks/>
          </p:cNvGrpSpPr>
          <p:nvPr/>
        </p:nvGrpSpPr>
        <p:grpSpPr bwMode="auto">
          <a:xfrm>
            <a:off x="3365501" y="2370139"/>
            <a:ext cx="5349875" cy="1266825"/>
            <a:chOff x="1160" y="1493"/>
            <a:chExt cx="3370" cy="798"/>
          </a:xfrm>
        </p:grpSpPr>
        <p:graphicFrame>
          <p:nvGraphicFramePr>
            <p:cNvPr id="67599" name="Object 4"/>
            <p:cNvGraphicFramePr>
              <a:graphicFrameLocks noChangeAspect="1"/>
            </p:cNvGraphicFramePr>
            <p:nvPr/>
          </p:nvGraphicFramePr>
          <p:xfrm>
            <a:off x="1160" y="1493"/>
            <a:ext cx="337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8" r:id="rId4" imgW="491441" imgH="253962" progId="">
                    <p:embed/>
                  </p:oleObj>
                </mc:Choice>
                <mc:Fallback>
                  <p:oleObj r:id="rId4" imgW="491441" imgH="253962" progId="">
                    <p:embed/>
                    <p:pic>
                      <p:nvPicPr>
                        <p:cNvPr id="67599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1493"/>
                          <a:ext cx="337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600" name="Object 5"/>
            <p:cNvGraphicFramePr>
              <a:graphicFrameLocks noChangeAspect="1"/>
            </p:cNvGraphicFramePr>
            <p:nvPr/>
          </p:nvGraphicFramePr>
          <p:xfrm>
            <a:off x="1501" y="1907"/>
            <a:ext cx="302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9" r:id="rId6" imgW="491432" imgH="253958" progId="">
                    <p:embed/>
                  </p:oleObj>
                </mc:Choice>
                <mc:Fallback>
                  <p:oleObj r:id="rId6" imgW="491432" imgH="253958" progId="">
                    <p:embed/>
                    <p:pic>
                      <p:nvPicPr>
                        <p:cNvPr id="6760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" y="1907"/>
                          <a:ext cx="302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589" name="Group 6"/>
          <p:cNvGrpSpPr>
            <a:grpSpLocks/>
          </p:cNvGrpSpPr>
          <p:nvPr/>
        </p:nvGrpSpPr>
        <p:grpSpPr bwMode="auto">
          <a:xfrm>
            <a:off x="5097464" y="4419601"/>
            <a:ext cx="1887537" cy="1878013"/>
            <a:chOff x="2251" y="2784"/>
            <a:chExt cx="1189" cy="1183"/>
          </a:xfrm>
        </p:grpSpPr>
        <p:sp>
          <p:nvSpPr>
            <p:cNvPr id="67590" name="Rectangle 7"/>
            <p:cNvSpPr>
              <a:spLocks noChangeArrowheads="1"/>
            </p:cNvSpPr>
            <p:nvPr/>
          </p:nvSpPr>
          <p:spPr bwMode="auto">
            <a:xfrm>
              <a:off x="2251" y="2784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z</a:t>
              </a:r>
              <a:r>
                <a:rPr lang="en-IE" altLang="en-US" baseline="-25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7591" name="Rectangle 8"/>
            <p:cNvSpPr>
              <a:spLocks noChangeArrowheads="1"/>
            </p:cNvSpPr>
            <p:nvPr/>
          </p:nvSpPr>
          <p:spPr bwMode="auto">
            <a:xfrm>
              <a:off x="2648" y="2784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z</a:t>
              </a:r>
              <a:r>
                <a:rPr lang="en-IE" altLang="en-US" baseline="-25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7592" name="Rectangle 9"/>
            <p:cNvSpPr>
              <a:spLocks noChangeArrowheads="1"/>
            </p:cNvSpPr>
            <p:nvPr/>
          </p:nvSpPr>
          <p:spPr bwMode="auto">
            <a:xfrm>
              <a:off x="3047" y="2784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z</a:t>
              </a:r>
              <a:r>
                <a:rPr lang="en-IE" altLang="en-US" baseline="-25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7593" name="Rectangle 10"/>
            <p:cNvSpPr>
              <a:spLocks noChangeArrowheads="1"/>
            </p:cNvSpPr>
            <p:nvPr/>
          </p:nvSpPr>
          <p:spPr bwMode="auto">
            <a:xfrm>
              <a:off x="2251" y="3176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z</a:t>
              </a:r>
              <a:r>
                <a:rPr lang="en-IE" altLang="en-US" baseline="-25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67594" name="Rectangle 11"/>
            <p:cNvSpPr>
              <a:spLocks noChangeArrowheads="1"/>
            </p:cNvSpPr>
            <p:nvPr/>
          </p:nvSpPr>
          <p:spPr bwMode="auto">
            <a:xfrm>
              <a:off x="2648" y="3176"/>
              <a:ext cx="394" cy="393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z</a:t>
              </a:r>
              <a:r>
                <a:rPr lang="en-IE" altLang="en-US" baseline="-25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67595" name="Rectangle 12"/>
            <p:cNvSpPr>
              <a:spLocks noChangeArrowheads="1"/>
            </p:cNvSpPr>
            <p:nvPr/>
          </p:nvSpPr>
          <p:spPr bwMode="auto">
            <a:xfrm>
              <a:off x="3047" y="3176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z</a:t>
              </a:r>
              <a:r>
                <a:rPr lang="en-IE" altLang="en-US" baseline="-25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67596" name="Rectangle 13"/>
            <p:cNvSpPr>
              <a:spLocks noChangeArrowheads="1"/>
            </p:cNvSpPr>
            <p:nvPr/>
          </p:nvSpPr>
          <p:spPr bwMode="auto">
            <a:xfrm>
              <a:off x="2251" y="3574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z</a:t>
              </a:r>
              <a:r>
                <a:rPr lang="en-IE" altLang="en-US" baseline="-25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7597" name="Rectangle 14"/>
            <p:cNvSpPr>
              <a:spLocks noChangeArrowheads="1"/>
            </p:cNvSpPr>
            <p:nvPr/>
          </p:nvSpPr>
          <p:spPr bwMode="auto">
            <a:xfrm>
              <a:off x="2648" y="3574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z</a:t>
              </a:r>
              <a:r>
                <a:rPr lang="en-IE" altLang="en-US" baseline="-25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598" name="Rectangle 15"/>
            <p:cNvSpPr>
              <a:spLocks noChangeArrowheads="1"/>
            </p:cNvSpPr>
            <p:nvPr/>
          </p:nvSpPr>
          <p:spPr bwMode="auto">
            <a:xfrm>
              <a:off x="3047" y="3574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z</a:t>
              </a:r>
              <a:r>
                <a:rPr lang="en-IE" altLang="en-US" baseline="-25000">
                  <a:solidFill>
                    <a:srgbClr val="000000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4299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Sobel Operators</a:t>
            </a:r>
          </a:p>
        </p:txBody>
      </p:sp>
      <p:sp>
        <p:nvSpPr>
          <p:cNvPr id="6963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686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Based on the previous equations we can derive the </a:t>
            </a:r>
            <a:r>
              <a:rPr lang="en-IE" altLang="en-US" sz="3200" i="1">
                <a:solidFill>
                  <a:srgbClr val="000000"/>
                </a:solidFill>
              </a:rPr>
              <a:t>Sobel Operators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 i="1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 i="1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 i="1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 i="1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To filter an image it is filtered using both operators the results of which are added together</a:t>
            </a:r>
          </a:p>
        </p:txBody>
      </p:sp>
      <p:grpSp>
        <p:nvGrpSpPr>
          <p:cNvPr id="69636" name="Group 3"/>
          <p:cNvGrpSpPr>
            <a:grpSpLocks/>
          </p:cNvGrpSpPr>
          <p:nvPr/>
        </p:nvGrpSpPr>
        <p:grpSpPr bwMode="auto">
          <a:xfrm>
            <a:off x="3686175" y="2614613"/>
            <a:ext cx="1887538" cy="1878012"/>
            <a:chOff x="1362" y="1647"/>
            <a:chExt cx="1189" cy="1183"/>
          </a:xfrm>
        </p:grpSpPr>
        <p:sp>
          <p:nvSpPr>
            <p:cNvPr id="69647" name="Rectangle 4"/>
            <p:cNvSpPr>
              <a:spLocks noChangeArrowheads="1"/>
            </p:cNvSpPr>
            <p:nvPr/>
          </p:nvSpPr>
          <p:spPr bwMode="auto">
            <a:xfrm>
              <a:off x="1362" y="1647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69648" name="Rectangle 5"/>
            <p:cNvSpPr>
              <a:spLocks noChangeArrowheads="1"/>
            </p:cNvSpPr>
            <p:nvPr/>
          </p:nvSpPr>
          <p:spPr bwMode="auto">
            <a:xfrm>
              <a:off x="1759" y="1647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-2</a:t>
              </a:r>
            </a:p>
          </p:txBody>
        </p:sp>
        <p:sp>
          <p:nvSpPr>
            <p:cNvPr id="69649" name="Rectangle 6"/>
            <p:cNvSpPr>
              <a:spLocks noChangeArrowheads="1"/>
            </p:cNvSpPr>
            <p:nvPr/>
          </p:nvSpPr>
          <p:spPr bwMode="auto">
            <a:xfrm>
              <a:off x="2158" y="1647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69650" name="Rectangle 7"/>
            <p:cNvSpPr>
              <a:spLocks noChangeArrowheads="1"/>
            </p:cNvSpPr>
            <p:nvPr/>
          </p:nvSpPr>
          <p:spPr bwMode="auto">
            <a:xfrm>
              <a:off x="1362" y="2039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9651" name="Rectangle 8"/>
            <p:cNvSpPr>
              <a:spLocks noChangeArrowheads="1"/>
            </p:cNvSpPr>
            <p:nvPr/>
          </p:nvSpPr>
          <p:spPr bwMode="auto">
            <a:xfrm>
              <a:off x="1759" y="2039"/>
              <a:ext cx="394" cy="393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9652" name="Rectangle 9"/>
            <p:cNvSpPr>
              <a:spLocks noChangeArrowheads="1"/>
            </p:cNvSpPr>
            <p:nvPr/>
          </p:nvSpPr>
          <p:spPr bwMode="auto">
            <a:xfrm>
              <a:off x="2158" y="2039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9653" name="Rectangle 10"/>
            <p:cNvSpPr>
              <a:spLocks noChangeArrowheads="1"/>
            </p:cNvSpPr>
            <p:nvPr/>
          </p:nvSpPr>
          <p:spPr bwMode="auto">
            <a:xfrm>
              <a:off x="1362" y="2437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9654" name="Rectangle 11"/>
            <p:cNvSpPr>
              <a:spLocks noChangeArrowheads="1"/>
            </p:cNvSpPr>
            <p:nvPr/>
          </p:nvSpPr>
          <p:spPr bwMode="auto">
            <a:xfrm>
              <a:off x="1759" y="2437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9655" name="Rectangle 12"/>
            <p:cNvSpPr>
              <a:spLocks noChangeArrowheads="1"/>
            </p:cNvSpPr>
            <p:nvPr/>
          </p:nvSpPr>
          <p:spPr bwMode="auto">
            <a:xfrm>
              <a:off x="2158" y="2437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</p:grpSp>
      <p:grpSp>
        <p:nvGrpSpPr>
          <p:cNvPr id="69637" name="Group 13"/>
          <p:cNvGrpSpPr>
            <a:grpSpLocks/>
          </p:cNvGrpSpPr>
          <p:nvPr/>
        </p:nvGrpSpPr>
        <p:grpSpPr bwMode="auto">
          <a:xfrm>
            <a:off x="6446839" y="2614613"/>
            <a:ext cx="1887537" cy="1878012"/>
            <a:chOff x="3101" y="1647"/>
            <a:chExt cx="1189" cy="1183"/>
          </a:xfrm>
        </p:grpSpPr>
        <p:sp>
          <p:nvSpPr>
            <p:cNvPr id="69638" name="Rectangle 14"/>
            <p:cNvSpPr>
              <a:spLocks noChangeArrowheads="1"/>
            </p:cNvSpPr>
            <p:nvPr/>
          </p:nvSpPr>
          <p:spPr bwMode="auto">
            <a:xfrm>
              <a:off x="3101" y="1647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69639" name="Rectangle 15"/>
            <p:cNvSpPr>
              <a:spLocks noChangeArrowheads="1"/>
            </p:cNvSpPr>
            <p:nvPr/>
          </p:nvSpPr>
          <p:spPr bwMode="auto">
            <a:xfrm>
              <a:off x="3498" y="1647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9640" name="Rectangle 16"/>
            <p:cNvSpPr>
              <a:spLocks noChangeArrowheads="1"/>
            </p:cNvSpPr>
            <p:nvPr/>
          </p:nvSpPr>
          <p:spPr bwMode="auto">
            <a:xfrm>
              <a:off x="3897" y="1647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9641" name="Rectangle 17"/>
            <p:cNvSpPr>
              <a:spLocks noChangeArrowheads="1"/>
            </p:cNvSpPr>
            <p:nvPr/>
          </p:nvSpPr>
          <p:spPr bwMode="auto">
            <a:xfrm>
              <a:off x="3101" y="2039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-2</a:t>
              </a:r>
            </a:p>
          </p:txBody>
        </p:sp>
        <p:sp>
          <p:nvSpPr>
            <p:cNvPr id="69642" name="Rectangle 18"/>
            <p:cNvSpPr>
              <a:spLocks noChangeArrowheads="1"/>
            </p:cNvSpPr>
            <p:nvPr/>
          </p:nvSpPr>
          <p:spPr bwMode="auto">
            <a:xfrm>
              <a:off x="3498" y="2039"/>
              <a:ext cx="394" cy="393"/>
            </a:xfrm>
            <a:prstGeom prst="rect">
              <a:avLst/>
            </a:prstGeom>
            <a:solidFill>
              <a:srgbClr val="C0C0C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9643" name="Rectangle 19"/>
            <p:cNvSpPr>
              <a:spLocks noChangeArrowheads="1"/>
            </p:cNvSpPr>
            <p:nvPr/>
          </p:nvSpPr>
          <p:spPr bwMode="auto">
            <a:xfrm>
              <a:off x="3897" y="2039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9644" name="Rectangle 20"/>
            <p:cNvSpPr>
              <a:spLocks noChangeArrowheads="1"/>
            </p:cNvSpPr>
            <p:nvPr/>
          </p:nvSpPr>
          <p:spPr bwMode="auto">
            <a:xfrm>
              <a:off x="3101" y="2437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69645" name="Rectangle 21"/>
            <p:cNvSpPr>
              <a:spLocks noChangeArrowheads="1"/>
            </p:cNvSpPr>
            <p:nvPr/>
          </p:nvSpPr>
          <p:spPr bwMode="auto">
            <a:xfrm>
              <a:off x="3498" y="2437"/>
              <a:ext cx="394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9646" name="Rectangle 22"/>
            <p:cNvSpPr>
              <a:spLocks noChangeArrowheads="1"/>
            </p:cNvSpPr>
            <p:nvPr/>
          </p:nvSpPr>
          <p:spPr bwMode="auto">
            <a:xfrm>
              <a:off x="3897" y="2437"/>
              <a:ext cx="393" cy="393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>
                  <a:solidFill>
                    <a:srgbClr val="0000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72236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Sobel Example</a:t>
            </a:r>
          </a:p>
        </p:txBody>
      </p:sp>
      <p:sp>
        <p:nvSpPr>
          <p:cNvPr id="7168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48995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Sobel filters are typically used for edge detection</a:t>
            </a:r>
          </a:p>
        </p:txBody>
      </p:sp>
      <p:pic>
        <p:nvPicPr>
          <p:cNvPr id="716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21" r="20062"/>
          <a:stretch>
            <a:fillRect/>
          </a:stretch>
        </p:blipFill>
        <p:spPr bwMode="auto">
          <a:xfrm>
            <a:off x="5454650" y="1539876"/>
            <a:ext cx="255905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39621" r="2006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71685" name="Group 4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71689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1690" name="Rectangle 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7168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184"/>
          <a:stretch>
            <a:fillRect/>
          </a:stretch>
        </p:blipFill>
        <p:spPr bwMode="auto">
          <a:xfrm>
            <a:off x="2043113" y="1539876"/>
            <a:ext cx="25273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6018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687" name="AutoShape 8"/>
          <p:cNvSpPr>
            <a:spLocks noChangeArrowheads="1"/>
          </p:cNvSpPr>
          <p:nvPr/>
        </p:nvSpPr>
        <p:spPr bwMode="auto">
          <a:xfrm>
            <a:off x="4595813" y="2543176"/>
            <a:ext cx="831850" cy="523875"/>
          </a:xfrm>
          <a:prstGeom prst="rightArrow">
            <a:avLst>
              <a:gd name="adj1" fmla="val 54009"/>
              <a:gd name="adj2" fmla="val 56443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71688" name="Text Box 9"/>
          <p:cNvSpPr txBox="1">
            <a:spLocks noChangeArrowheads="1"/>
          </p:cNvSpPr>
          <p:nvPr/>
        </p:nvSpPr>
        <p:spPr bwMode="auto">
          <a:xfrm>
            <a:off x="8104189" y="1597026"/>
            <a:ext cx="2287587" cy="2416175"/>
          </a:xfrm>
          <a:prstGeom prst="rect">
            <a:avLst/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125"/>
              </a:spcBef>
              <a:buClrTx/>
            </a:pPr>
            <a:r>
              <a:rPr lang="en-IE" altLang="en-US" sz="1800" b="1">
                <a:solidFill>
                  <a:srgbClr val="FFFFFF"/>
                </a:solidFill>
              </a:rPr>
              <a:t>An image of a contact lens which is enhanced in order to make defects (at four and five o’clock in the image) more obvious</a:t>
            </a:r>
          </a:p>
        </p:txBody>
      </p:sp>
    </p:spTree>
    <p:extLst>
      <p:ext uri="{BB962C8B-B14F-4D97-AF65-F5344CB8AC3E}">
        <p14:creationId xmlns:p14="http://schemas.microsoft.com/office/powerpoint/2010/main" val="18067513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1</a:t>
            </a:r>
            <a:r>
              <a:rPr lang="en-IE" altLang="en-US" sz="4000" baseline="30000">
                <a:solidFill>
                  <a:srgbClr val="FFFFFF"/>
                </a:solidFill>
              </a:rPr>
              <a:t>st</a:t>
            </a:r>
            <a:r>
              <a:rPr lang="en-IE" altLang="en-US" sz="4000">
                <a:solidFill>
                  <a:srgbClr val="FFFFFF"/>
                </a:solidFill>
              </a:rPr>
              <a:t> &amp; 2</a:t>
            </a:r>
            <a:r>
              <a:rPr lang="en-IE" altLang="en-US" sz="4000" baseline="30000">
                <a:solidFill>
                  <a:srgbClr val="FFFFFF"/>
                </a:solidFill>
              </a:rPr>
              <a:t>nd</a:t>
            </a:r>
            <a:r>
              <a:rPr lang="en-IE" altLang="en-US" sz="4000">
                <a:solidFill>
                  <a:srgbClr val="FFFFFF"/>
                </a:solidFill>
              </a:rPr>
              <a:t> Derivatives</a:t>
            </a:r>
          </a:p>
        </p:txBody>
      </p:sp>
      <p:sp>
        <p:nvSpPr>
          <p:cNvPr id="7373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0738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Comparing the 1</a:t>
            </a:r>
            <a:r>
              <a:rPr lang="en-IE" altLang="en-US" sz="3200" baseline="30000">
                <a:solidFill>
                  <a:srgbClr val="000000"/>
                </a:solidFill>
              </a:rPr>
              <a:t>st</a:t>
            </a:r>
            <a:r>
              <a:rPr lang="en-IE" altLang="en-US" sz="3200">
                <a:solidFill>
                  <a:srgbClr val="000000"/>
                </a:solidFill>
              </a:rPr>
              <a:t> and 2</a:t>
            </a:r>
            <a:r>
              <a:rPr lang="en-IE" altLang="en-US" sz="3200" baseline="30000">
                <a:solidFill>
                  <a:srgbClr val="000000"/>
                </a:solidFill>
              </a:rPr>
              <a:t>nd</a:t>
            </a:r>
            <a:r>
              <a:rPr lang="en-IE" altLang="en-US" sz="3200">
                <a:solidFill>
                  <a:srgbClr val="000000"/>
                </a:solidFill>
              </a:rPr>
              <a:t> derivatives we can conclude the following: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1</a:t>
            </a:r>
            <a:r>
              <a:rPr lang="en-IE" altLang="en-US" sz="2800" baseline="30000">
                <a:solidFill>
                  <a:srgbClr val="000000"/>
                </a:solidFill>
              </a:rPr>
              <a:t>st</a:t>
            </a:r>
            <a:r>
              <a:rPr lang="en-IE" altLang="en-US" sz="2800">
                <a:solidFill>
                  <a:srgbClr val="000000"/>
                </a:solidFill>
              </a:rPr>
              <a:t> order derivatives generally produce thicker edges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2</a:t>
            </a:r>
            <a:r>
              <a:rPr lang="en-IE" altLang="en-US" sz="2800" baseline="30000">
                <a:solidFill>
                  <a:srgbClr val="000000"/>
                </a:solidFill>
              </a:rPr>
              <a:t>nd</a:t>
            </a:r>
            <a:r>
              <a:rPr lang="en-IE" altLang="en-US" sz="2800">
                <a:solidFill>
                  <a:srgbClr val="000000"/>
                </a:solidFill>
              </a:rPr>
              <a:t> order derivatives have a stronger response to fine detail e.g. thin lines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1</a:t>
            </a:r>
            <a:r>
              <a:rPr lang="en-IE" altLang="en-US" sz="2800" baseline="30000">
                <a:solidFill>
                  <a:srgbClr val="000000"/>
                </a:solidFill>
              </a:rPr>
              <a:t>st</a:t>
            </a:r>
            <a:r>
              <a:rPr lang="en-IE" altLang="en-US" sz="2800">
                <a:solidFill>
                  <a:srgbClr val="000000"/>
                </a:solidFill>
              </a:rPr>
              <a:t> order derivatives have stronger response to grey level step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2</a:t>
            </a:r>
            <a:r>
              <a:rPr lang="en-IE" altLang="en-US" sz="2800" baseline="30000">
                <a:solidFill>
                  <a:srgbClr val="000000"/>
                </a:solidFill>
              </a:rPr>
              <a:t>nd</a:t>
            </a:r>
            <a:r>
              <a:rPr lang="en-IE" altLang="en-US" sz="2800">
                <a:solidFill>
                  <a:srgbClr val="000000"/>
                </a:solidFill>
              </a:rPr>
              <a:t> order derivatives produce a double response at step changes in grey level</a:t>
            </a:r>
          </a:p>
        </p:txBody>
      </p:sp>
    </p:spTree>
    <p:extLst>
      <p:ext uri="{BB962C8B-B14F-4D97-AF65-F5344CB8AC3E}">
        <p14:creationId xmlns:p14="http://schemas.microsoft.com/office/powerpoint/2010/main" val="32013631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7577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0738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28725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In this lecture we looked at: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Sharpening filters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1</a:t>
            </a:r>
            <a:r>
              <a:rPr lang="en-IE" altLang="en-US" baseline="30000">
                <a:solidFill>
                  <a:srgbClr val="000000"/>
                </a:solidFill>
              </a:rPr>
              <a:t>st</a:t>
            </a:r>
            <a:r>
              <a:rPr lang="en-IE" altLang="en-US">
                <a:solidFill>
                  <a:srgbClr val="000000"/>
                </a:solidFill>
              </a:rPr>
              <a:t> derivative filters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2</a:t>
            </a:r>
            <a:r>
              <a:rPr lang="en-IE" altLang="en-US" baseline="30000">
                <a:solidFill>
                  <a:srgbClr val="000000"/>
                </a:solidFill>
              </a:rPr>
              <a:t>nd</a:t>
            </a:r>
            <a:r>
              <a:rPr lang="en-IE" altLang="en-US">
                <a:solidFill>
                  <a:srgbClr val="000000"/>
                </a:solidFill>
              </a:rPr>
              <a:t> derivative filters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Combining filtering techniques</a:t>
            </a:r>
          </a:p>
        </p:txBody>
      </p:sp>
    </p:spTree>
    <p:extLst>
      <p:ext uri="{BB962C8B-B14F-4D97-AF65-F5344CB8AC3E}">
        <p14:creationId xmlns:p14="http://schemas.microsoft.com/office/powerpoint/2010/main" val="16849087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Combining Spatial Enhancement Methods</a:t>
            </a:r>
          </a:p>
        </p:txBody>
      </p:sp>
      <p:sp>
        <p:nvSpPr>
          <p:cNvPr id="7782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5291138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Successful image enhancement is typically not achieved using a single operation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Rather we combine a range of techniques in order to achieve a final result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This example will focus on enhancing the bone scan to the right</a:t>
            </a:r>
          </a:p>
        </p:txBody>
      </p:sp>
      <p:grpSp>
        <p:nvGrpSpPr>
          <p:cNvPr id="77828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7783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7831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7782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20" b="50052"/>
          <a:stretch>
            <a:fillRect/>
          </a:stretch>
        </p:blipFill>
        <p:spPr bwMode="auto">
          <a:xfrm>
            <a:off x="7332663" y="1500188"/>
            <a:ext cx="3090862" cy="493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50320" b="5005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78610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Combining Spatial Enhancement Methods (cont…)</a:t>
            </a:r>
          </a:p>
        </p:txBody>
      </p:sp>
      <p:pic>
        <p:nvPicPr>
          <p:cNvPr id="798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13" b="50351"/>
          <a:stretch>
            <a:fillRect/>
          </a:stretch>
        </p:blipFill>
        <p:spPr bwMode="auto">
          <a:xfrm>
            <a:off x="1992314" y="1296988"/>
            <a:ext cx="1677987" cy="2608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49313" b="5035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79876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79891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989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34" b="50351"/>
          <a:stretch>
            <a:fillRect/>
          </a:stretch>
        </p:blipFill>
        <p:spPr bwMode="auto">
          <a:xfrm>
            <a:off x="4200526" y="2163763"/>
            <a:ext cx="1660525" cy="2608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9834" b="5035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18" r="49834"/>
          <a:stretch>
            <a:fillRect/>
          </a:stretch>
        </p:blipFill>
        <p:spPr bwMode="auto">
          <a:xfrm>
            <a:off x="6391276" y="2971800"/>
            <a:ext cx="1660525" cy="264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49718" r="4983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199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34" t="49745"/>
          <a:stretch>
            <a:fillRect/>
          </a:stretch>
        </p:blipFill>
        <p:spPr bwMode="auto">
          <a:xfrm>
            <a:off x="8583614" y="3787776"/>
            <a:ext cx="1660525" cy="264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9834" t="4974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993" name="AutoShape 9"/>
          <p:cNvSpPr>
            <a:spLocks noChangeArrowheads="1"/>
          </p:cNvSpPr>
          <p:nvPr/>
        </p:nvSpPr>
        <p:spPr bwMode="auto">
          <a:xfrm>
            <a:off x="2970214" y="3827464"/>
            <a:ext cx="1227137" cy="441325"/>
          </a:xfrm>
          <a:prstGeom prst="rightArrow">
            <a:avLst>
              <a:gd name="adj1" fmla="val 50000"/>
              <a:gd name="adj2" fmla="val 69514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994" name="Text Box 10"/>
          <p:cNvSpPr txBox="1">
            <a:spLocks noChangeArrowheads="1"/>
          </p:cNvSpPr>
          <p:nvPr/>
        </p:nvSpPr>
        <p:spPr bwMode="auto">
          <a:xfrm>
            <a:off x="1954213" y="4289425"/>
            <a:ext cx="2252662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Laplacian filter of bone scan (a)</a:t>
            </a:r>
          </a:p>
        </p:txBody>
      </p:sp>
      <p:sp>
        <p:nvSpPr>
          <p:cNvPr id="41995" name="AutoShape 11"/>
          <p:cNvSpPr>
            <a:spLocks noChangeArrowheads="1"/>
          </p:cNvSpPr>
          <p:nvPr/>
        </p:nvSpPr>
        <p:spPr bwMode="auto">
          <a:xfrm>
            <a:off x="5195889" y="4687889"/>
            <a:ext cx="1196975" cy="441325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4078288" y="5148263"/>
            <a:ext cx="2368550" cy="1202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Sharpened version of bone scan achieved by subtracting (a) and (b)</a:t>
            </a:r>
          </a:p>
        </p:txBody>
      </p:sp>
      <p:sp>
        <p:nvSpPr>
          <p:cNvPr id="41997" name="Text Box 13"/>
          <p:cNvSpPr txBox="1">
            <a:spLocks noChangeArrowheads="1"/>
          </p:cNvSpPr>
          <p:nvPr/>
        </p:nvSpPr>
        <p:spPr bwMode="auto">
          <a:xfrm>
            <a:off x="6300788" y="5962650"/>
            <a:ext cx="2335212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Sobel filter of bone scan (a)</a:t>
            </a:r>
          </a:p>
        </p:txBody>
      </p:sp>
      <p:sp>
        <p:nvSpPr>
          <p:cNvPr id="79885" name="Text Box 14"/>
          <p:cNvSpPr txBox="1">
            <a:spLocks noChangeArrowheads="1"/>
          </p:cNvSpPr>
          <p:nvPr/>
        </p:nvSpPr>
        <p:spPr bwMode="auto">
          <a:xfrm>
            <a:off x="2555876" y="3836988"/>
            <a:ext cx="4603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(a)</a:t>
            </a:r>
          </a:p>
        </p:txBody>
      </p:sp>
      <p:sp>
        <p:nvSpPr>
          <p:cNvPr id="41999" name="Text Box 15"/>
          <p:cNvSpPr txBox="1">
            <a:spLocks noChangeArrowheads="1"/>
          </p:cNvSpPr>
          <p:nvPr/>
        </p:nvSpPr>
        <p:spPr bwMode="auto">
          <a:xfrm>
            <a:off x="4759326" y="4703763"/>
            <a:ext cx="4730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(b)</a:t>
            </a: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6975476" y="5511800"/>
            <a:ext cx="4603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(c)</a:t>
            </a:r>
          </a:p>
        </p:txBody>
      </p:sp>
      <p:sp>
        <p:nvSpPr>
          <p:cNvPr id="42001" name="Text Box 17"/>
          <p:cNvSpPr txBox="1">
            <a:spLocks noChangeArrowheads="1"/>
          </p:cNvSpPr>
          <p:nvPr/>
        </p:nvSpPr>
        <p:spPr bwMode="auto">
          <a:xfrm>
            <a:off x="9180514" y="6327775"/>
            <a:ext cx="4730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(d)</a:t>
            </a:r>
          </a:p>
        </p:txBody>
      </p:sp>
      <p:sp>
        <p:nvSpPr>
          <p:cNvPr id="42002" name="AutoShape 18"/>
          <p:cNvSpPr>
            <a:spLocks noChangeArrowheads="1"/>
          </p:cNvSpPr>
          <p:nvPr/>
        </p:nvSpPr>
        <p:spPr bwMode="auto">
          <a:xfrm>
            <a:off x="9586914" y="6321426"/>
            <a:ext cx="1684337" cy="441325"/>
          </a:xfrm>
          <a:prstGeom prst="rightArrow">
            <a:avLst>
              <a:gd name="adj1" fmla="val 50000"/>
              <a:gd name="adj2" fmla="val 95414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2003" name="AutoShape 19"/>
          <p:cNvSpPr>
            <a:spLocks noChangeArrowheads="1"/>
          </p:cNvSpPr>
          <p:nvPr/>
        </p:nvSpPr>
        <p:spPr bwMode="auto">
          <a:xfrm>
            <a:off x="7383464" y="5519739"/>
            <a:ext cx="1196975" cy="441325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485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Combining Spatial Enhancement Methods (cont…)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50" t="49515"/>
          <a:stretch>
            <a:fillRect/>
          </a:stretch>
        </p:blipFill>
        <p:spPr bwMode="auto">
          <a:xfrm>
            <a:off x="8577263" y="1550988"/>
            <a:ext cx="1662112" cy="264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9550" t="4951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81924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8194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1941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50" r="50604"/>
          <a:stretch>
            <a:fillRect/>
          </a:stretch>
        </p:blipFill>
        <p:spPr bwMode="auto">
          <a:xfrm>
            <a:off x="6394450" y="2559051"/>
            <a:ext cx="1627188" cy="26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49550" r="5060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50" b="50156"/>
          <a:stretch>
            <a:fillRect/>
          </a:stretch>
        </p:blipFill>
        <p:spPr bwMode="auto">
          <a:xfrm>
            <a:off x="4178301" y="3016251"/>
            <a:ext cx="1662113" cy="261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9550" b="50156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192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94" b="49884"/>
          <a:stretch>
            <a:fillRect/>
          </a:stretch>
        </p:blipFill>
        <p:spPr bwMode="auto">
          <a:xfrm>
            <a:off x="1963739" y="3714751"/>
            <a:ext cx="1660525" cy="262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49594" b="4988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17" name="AutoShape 9"/>
          <p:cNvSpPr>
            <a:spLocks noChangeArrowheads="1"/>
          </p:cNvSpPr>
          <p:nvPr/>
        </p:nvSpPr>
        <p:spPr bwMode="auto">
          <a:xfrm>
            <a:off x="2971801" y="3343276"/>
            <a:ext cx="1274763" cy="441325"/>
          </a:xfrm>
          <a:prstGeom prst="rightArrow">
            <a:avLst>
              <a:gd name="adj1" fmla="val 50000"/>
              <a:gd name="adj2" fmla="val 72212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1890714" y="2495551"/>
            <a:ext cx="2363787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The product of (c) and (e) which will be used as a mask</a:t>
            </a:r>
          </a:p>
        </p:txBody>
      </p:sp>
      <p:sp>
        <p:nvSpPr>
          <p:cNvPr id="43019" name="AutoShape 11"/>
          <p:cNvSpPr>
            <a:spLocks noChangeArrowheads="1"/>
          </p:cNvSpPr>
          <p:nvPr/>
        </p:nvSpPr>
        <p:spPr bwMode="auto">
          <a:xfrm>
            <a:off x="5132389" y="2641601"/>
            <a:ext cx="1227137" cy="441325"/>
          </a:xfrm>
          <a:prstGeom prst="rightArrow">
            <a:avLst>
              <a:gd name="adj1" fmla="val 50000"/>
              <a:gd name="adj2" fmla="val 69514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4194175" y="1776414"/>
            <a:ext cx="2254250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Sharpened image which is sum of (a) and (f)</a:t>
            </a: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6402388" y="1255714"/>
            <a:ext cx="2247900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Result of applying a power-law trans. to (g)</a:t>
            </a:r>
          </a:p>
        </p:txBody>
      </p:sp>
      <p:sp>
        <p:nvSpPr>
          <p:cNvPr id="81933" name="Text Box 14"/>
          <p:cNvSpPr txBox="1">
            <a:spLocks noChangeArrowheads="1"/>
          </p:cNvSpPr>
          <p:nvPr/>
        </p:nvSpPr>
        <p:spPr bwMode="auto">
          <a:xfrm>
            <a:off x="2555876" y="3352800"/>
            <a:ext cx="4603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(e)</a:t>
            </a:r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4759326" y="2670175"/>
            <a:ext cx="4095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(f)</a:t>
            </a:r>
          </a:p>
        </p:txBody>
      </p:sp>
      <p:sp>
        <p:nvSpPr>
          <p:cNvPr id="43024" name="Text Box 16"/>
          <p:cNvSpPr txBox="1">
            <a:spLocks noChangeArrowheads="1"/>
          </p:cNvSpPr>
          <p:nvPr/>
        </p:nvSpPr>
        <p:spPr bwMode="auto">
          <a:xfrm>
            <a:off x="6975476" y="2212975"/>
            <a:ext cx="4730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(g)</a:t>
            </a:r>
          </a:p>
        </p:txBody>
      </p:sp>
      <p:sp>
        <p:nvSpPr>
          <p:cNvPr id="43025" name="Text Box 17"/>
          <p:cNvSpPr txBox="1">
            <a:spLocks noChangeArrowheads="1"/>
          </p:cNvSpPr>
          <p:nvPr/>
        </p:nvSpPr>
        <p:spPr bwMode="auto">
          <a:xfrm>
            <a:off x="9180514" y="1250950"/>
            <a:ext cx="4730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000000"/>
                </a:solidFill>
              </a:rPr>
              <a:t>(h)</a:t>
            </a:r>
          </a:p>
        </p:txBody>
      </p:sp>
      <p:sp>
        <p:nvSpPr>
          <p:cNvPr id="81937" name="AutoShape 18"/>
          <p:cNvSpPr>
            <a:spLocks noChangeArrowheads="1"/>
          </p:cNvSpPr>
          <p:nvPr/>
        </p:nvSpPr>
        <p:spPr bwMode="auto">
          <a:xfrm>
            <a:off x="615951" y="5848351"/>
            <a:ext cx="1400175" cy="441325"/>
          </a:xfrm>
          <a:prstGeom prst="rightArrow">
            <a:avLst>
              <a:gd name="adj1" fmla="val 50000"/>
              <a:gd name="adj2" fmla="val 79317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81938" name="Text Box 19"/>
          <p:cNvSpPr txBox="1">
            <a:spLocks noChangeArrowheads="1"/>
          </p:cNvSpPr>
          <p:nvPr/>
        </p:nvSpPr>
        <p:spPr bwMode="auto">
          <a:xfrm>
            <a:off x="1905000" y="6248400"/>
            <a:ext cx="2744788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(d) smoothed with a 5*5 averaging filter</a:t>
            </a:r>
          </a:p>
        </p:txBody>
      </p:sp>
      <p:sp>
        <p:nvSpPr>
          <p:cNvPr id="43028" name="AutoShape 20"/>
          <p:cNvSpPr>
            <a:spLocks noChangeArrowheads="1"/>
          </p:cNvSpPr>
          <p:nvPr/>
        </p:nvSpPr>
        <p:spPr bwMode="auto">
          <a:xfrm>
            <a:off x="7397750" y="2179639"/>
            <a:ext cx="1227138" cy="441325"/>
          </a:xfrm>
          <a:prstGeom prst="rightArrow">
            <a:avLst>
              <a:gd name="adj1" fmla="val 50000"/>
              <a:gd name="adj2" fmla="val 69514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4195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2181226" y="0"/>
            <a:ext cx="848677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Combining Spatial Enhancement Methods (cont…)</a:t>
            </a:r>
          </a:p>
        </p:txBody>
      </p:sp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Compare the original and final images</a:t>
            </a:r>
          </a:p>
        </p:txBody>
      </p:sp>
      <p:pic>
        <p:nvPicPr>
          <p:cNvPr id="839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72" t="49884"/>
          <a:stretch>
            <a:fillRect/>
          </a:stretch>
        </p:blipFill>
        <p:spPr bwMode="auto">
          <a:xfrm>
            <a:off x="6588126" y="2070100"/>
            <a:ext cx="2862263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0072" t="4988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83973" name="Group 4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83976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3977" name="Rectangle 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8397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20" b="50052"/>
          <a:stretch>
            <a:fillRect/>
          </a:stretch>
        </p:blipFill>
        <p:spPr bwMode="auto">
          <a:xfrm>
            <a:off x="2300288" y="2074864"/>
            <a:ext cx="2862262" cy="456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50320" b="5005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3975" name="AutoShape 8"/>
          <p:cNvSpPr>
            <a:spLocks noChangeArrowheads="1"/>
          </p:cNvSpPr>
          <p:nvPr/>
        </p:nvSpPr>
        <p:spPr bwMode="auto">
          <a:xfrm>
            <a:off x="5246688" y="4164014"/>
            <a:ext cx="1274762" cy="441325"/>
          </a:xfrm>
          <a:prstGeom prst="rightArrow">
            <a:avLst>
              <a:gd name="adj1" fmla="val 50000"/>
              <a:gd name="adj2" fmla="val 72212"/>
            </a:avLst>
          </a:prstGeom>
          <a:solidFill>
            <a:srgbClr val="00008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03097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5440</Words>
  <Application>Microsoft Office PowerPoint</Application>
  <PresentationFormat>Widescreen</PresentationFormat>
  <Paragraphs>1463</Paragraphs>
  <Slides>157</Slides>
  <Notes>156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157</vt:i4>
      </vt:variant>
    </vt:vector>
  </HeadingPairs>
  <TitlesOfParts>
    <vt:vector size="168" baseType="lpstr">
      <vt:lpstr>ＭＳ Ｐゴシック</vt:lpstr>
      <vt:lpstr>Arial</vt:lpstr>
      <vt:lpstr>Arial Unicode MS</vt:lpstr>
      <vt:lpstr>ArialMT</vt:lpstr>
      <vt:lpstr>Calibri</vt:lpstr>
      <vt:lpstr>Calibri Light</vt:lpstr>
      <vt:lpstr>Courier New</vt:lpstr>
      <vt:lpstr>Symbol</vt:lpstr>
      <vt:lpstr>Times New Roman</vt:lpstr>
      <vt:lpstr>TimesNewRomanPSMT</vt:lpstr>
      <vt:lpstr>Office Theme</vt:lpstr>
      <vt:lpstr>Image Enhancement and Filter in Spatial Domain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nandan</dc:creator>
  <cp:lastModifiedBy>nandan</cp:lastModifiedBy>
  <cp:revision>2</cp:revision>
  <dcterms:created xsi:type="dcterms:W3CDTF">2023-01-28T15:58:41Z</dcterms:created>
  <dcterms:modified xsi:type="dcterms:W3CDTF">2023-01-28T16:04:51Z</dcterms:modified>
</cp:coreProperties>
</file>