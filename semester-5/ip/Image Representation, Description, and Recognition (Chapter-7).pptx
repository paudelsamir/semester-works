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698A1-3C48-4838-B41A-814B2F95AE9C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239DBC-31E3-4035-8FB3-76FD403628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60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5F3B931-BB68-47FC-AE89-8A9084D7292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50BE7CF-20BC-437C-A123-F380636383A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144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144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endParaRPr lang="en-GB" smtClean="0">
              <a:latin typeface="Arial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547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33448A6-B6DA-4D1D-80E4-455BEE2B4C4D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974EAAD-152B-4931-B98E-32AFAA4D0A9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246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62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CBC3AD8-1FBF-4E84-95F1-37F4AA70E3F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8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AD4E120-C21E-43F3-9A43-4E254D9CB16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349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349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511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8F8BE57-6738-4E71-8BFA-C2B1A72719E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4731967-A9CD-4669-95E6-0EF9D41F1CB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451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451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endParaRPr lang="en-GB" smtClean="0">
              <a:latin typeface="Arial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568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A142AE8-8363-4480-8921-A233063925D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3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3EDE829-261E-478C-9D81-F456EEF82F04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553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553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663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04075AE-4DE8-4F75-8364-1B3F856A2E2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CF3F86D-918D-4B07-8FD1-18094DA16269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656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656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973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6DD4068-35B0-480B-85F1-109EA2CD471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A100ACA-84F2-4DEB-91F2-D9C3ABA739E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758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758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057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B61E927-8B5D-4C4D-A643-838BE991CEB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0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0FE667C-BE31-4DC2-981B-6872EC0FD42A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861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861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endParaRPr lang="en-GB" smtClean="0">
              <a:latin typeface="Arial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095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3E0D547-4E90-4769-B64A-847CDA32B4B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ED272CD-DA8C-4399-AC47-26D7C1632DA6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963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963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endParaRPr lang="en-GB" smtClean="0">
              <a:latin typeface="Arial" charset="0"/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681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890D0C8-4834-4500-9103-5E3741817B8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86CA6C7-BC6F-4D74-9ECB-288C7154D20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065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065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487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E288263-9E8C-4FC3-B08D-DA363A3F3F8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99D11B1-0460-42F6-9108-08379B20C95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168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168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121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E18D29-5039-4FCE-9A8D-C3E75C986FDD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16ADE94-B056-46E8-996E-F3127699CCB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270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270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3340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C19EF9F-D764-44E1-8F3C-EAD477E233B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2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CC3431E-CE8E-41D5-B5BF-C3D3BC413E69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373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373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686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A49A0E0-2AD0-4534-A96A-86E1F95E738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433BCF7-436A-4266-BAEA-272007854F5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475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475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313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6A081F5-8DE8-4639-BBFA-3496E1A0E80D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7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587A6F2-6F80-4EB6-890D-94AAD106828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577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577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10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4C53F7A-FF1C-42FD-AB08-0E30CC38F22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069C0114-2A53-4AB0-A78C-5AAAC900FFB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680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680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181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67559FD-9B82-41E3-81DE-AC4F97F4869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2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0B4A8BEC-8DE4-4B33-A42C-39395A7C32EC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782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782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08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FF22F53-E6AF-44BD-B2F3-65F716693E5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4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946F91F-AD9F-4C2F-A2D6-A7CFE597E46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885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885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0357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8449DDF-99EC-400B-B409-FD9A60B285F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7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A920488-E596-42CB-9FBB-7237F5FFC58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987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7987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9045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9923B48-3263-41A8-B5B0-00E71521FDDF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89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B52FE08-02D7-4287-9C2D-7F54F180239B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089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089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6507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C6E0B30-0B2B-4768-B41D-134114AB876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2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0F92A22-CDF4-412C-A872-A80590F0D28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192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192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34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FD5A0E7-B2B2-48EA-906C-FF4B0233A5FF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8569BBA-1416-4647-BF40-BC3C3950923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294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294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053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3E5236F-4C34-4D34-9982-1CA25931B60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6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343160B-BBEE-44E5-8EFA-C8C825CF7164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397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397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3844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F7BCF08-620B-47CA-A7E8-FA643A0BE76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CA0026E-B4AB-4FE3-A3E0-22085F52351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499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499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4386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C94AEB8-75B3-4178-BF18-502F13126C2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7A71FD6-E907-43C0-B014-89DC2DD45E3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601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601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2836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BEC3D64-2B4C-4182-B12C-F9E405425A4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4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E04D20D-03FB-47EB-906D-AF9F62C584A8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704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704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2088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C5D68DC-8745-402A-A0DE-DB38BC9307E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6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E17B4A8-055C-4562-83D0-7B5489EE2A7B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806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806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3350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D206683-EEB8-4FC9-89D2-C4D4DE1A174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8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FF89C7E-B8D5-4165-9218-CD6002C3192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909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8909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3430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171A126-A65E-45A1-B3C1-52365963519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29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1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463B4A4-A3FC-44E0-84C3-0AB5B7A44128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011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011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6934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33D1750-16BD-4065-AB55-19D20609BD32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3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732F3DE-C219-4695-876B-0A7B5D0C8BA8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113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113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0343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2858AF4-740B-48EA-8225-401B4B9F215D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66E5D58-4EDA-4FE9-825C-FAEE6CD2C08B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216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216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0233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DCFCD04-081C-4491-B35C-E655BEDEBDED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18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D2B646E-63FF-48BF-B81D-4B4FEE00E3F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318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318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8367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E56C033-D28B-423A-9C78-466AD49FEB9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0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EC6DED4-4F8E-4BE8-BE30-F9DF00F88A56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421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421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6095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58D48F9-A21D-441A-A386-CA02FBC3FBB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3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58E3018-082E-48DF-8CBC-291F98F5923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523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523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3282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3FB4939-A685-4346-A6A8-047AEA1F7DC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5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80CC987-A8A7-4E3F-BF09-F49E0A291DA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625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625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9747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5AD4813-FB84-41AD-A4FC-BED2DAB7E9E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28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67D1A69-A935-4C67-8835-4F4484DE92A6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728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728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3949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9F56CDB-9860-4066-B072-3F76876FA67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0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5BB489D-50AC-467E-851B-28794B09C0A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830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830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5043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FF2766D-7044-44D7-AF0B-408BA8C1BB2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2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E1E1BF8-FD15-40E4-938A-FDE14114A79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933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933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6643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386BB25-639A-438F-B4F8-3CE01376747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39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035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517E4F9-99DE-44F2-9AC0-42344770BCF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035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035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0385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C52F9AF-431F-4AE2-A141-A87D6389DB9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7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580BDF4-9E8A-4335-AACF-35FB329F9BF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137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137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1378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B5F25B6-3E1E-4B28-9ED7-76E47337ECB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2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990A71A-E7ED-48BA-B1EE-A7A03FF413B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342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342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1314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89788DE-A3C5-4620-8B82-3F38C31E48B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44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BD757F8-A684-4FB1-9721-9B43B44ABAE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445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445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1508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BA92C01-D8E9-4F2D-99EC-6B70C0BCAB8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47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62A531E-501F-4B3D-88A7-1AFB9CC7363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547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547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4221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79FDA62-6BA3-4B3F-B8B3-534804DDB68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49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46F49AC-DAB1-47CD-A83D-B8594A0E05F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649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649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1353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68A0B2D-8E56-4CC5-8A6E-6F733F664C2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52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E0D28F5-BEA2-404A-8EB5-525CECE828B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752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752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001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B39D580-1CFB-452D-94B5-A10222E80A52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4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AC9A610-9080-4E5B-BAE5-01381FAC3DBC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854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854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716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AA4CB9-0BB6-4ABB-B128-00BC5E978CE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6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F689564-C2E7-4D24-9FE6-16B92DCB38EC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957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957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1983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F6539A0-9620-4D58-8EB2-C462E7EB1EC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862B552-AD5C-4552-99A0-3F2A2EC27F1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059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059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7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82086D7-CBFA-43F6-A1BE-5C7881EE1971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B15A9F7-0C44-48BB-8205-C11D3AC868D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161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161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2366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49B5DEB-087A-44CD-AE85-7375AABBC37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4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F01EC74-ED4A-4B7F-97F6-1C4EA811C25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264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264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207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9E49729-C013-41CD-AF9B-AF6D13A2574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2A9A46C-FB52-4AB4-AECD-1A3A3FA62CB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366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366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59006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FE1A8C0-59DC-4EF3-8EAA-6805AAE6C94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68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D780F13-1EE4-4668-A4C9-1CA3F9A2DF8A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469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469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33546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B8C83F6-6AFA-4198-A140-3DC61E48E2C4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71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3552388-B8B2-42A7-8445-0FD719ADECCB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571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571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04554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19CC830-7F78-4EA5-8069-99FC693C9B5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3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04C930A-F687-4498-9E2E-8657FE670E2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673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673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6318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C9D1D4D-0E17-42D1-B9A7-157D3DA7619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76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CE24B48-7A69-479B-A6FA-084EE877644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776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776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43676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B5C6284-923E-45DB-BB2A-6102A55B0E1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76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26411F0-4469-43ED-9B42-0AA6AF40B6A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776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776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54779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42B33D4-3A8A-4C16-9F6A-86CFB48509F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76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D55013E-BFD5-4B81-994D-91A885F4CC1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776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776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62830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36C21C9-AD15-49E7-80E0-5504D44A112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88AD1EF-5B0D-4E86-AC03-2665610F650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072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3072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95157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6BF1ADF-3918-43E5-A2F1-00A3AAF54B1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59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C665C70-1DBA-4D72-80EC-62A084815BE6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174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3174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39690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64B74B1-0CEA-4F6E-9C8F-A89F3C60B70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6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C18A320-23FD-4F3E-8445-9EF69787C106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277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3277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37203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08BC17C-62C7-4602-9849-1AD29D84D38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BD18332-C578-4071-AFED-1A77BDAB860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379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3379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99121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E4BCAE8-8310-4A2D-A663-E477F6CAD75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5523C50-2D60-48A1-86F2-59FB89C659FA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4818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3481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17763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1EB84B1-6E0A-48D9-875D-224AB93203A4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5101801-CD90-4374-92E3-733172C4FE8B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584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3584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0889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0FC7633-5AD7-43F3-8E70-8FFEEE4585D2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FEB7147-0944-4CC7-86CC-D82321CD096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686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3686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36713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7868695-2B0C-4373-9595-1320F38CC13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8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80355F3-BCE3-4FF8-9D5A-4E2E2B7E69A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789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3789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54996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EFDBF6F-E738-47E8-B3A2-0FD7931C019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0AEAFF4-A4E7-422D-BB30-78248D866C6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891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3891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57491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1AE289D-D6F5-444C-8392-C074DA42A52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DA9FF7B-EA71-45AB-B0E0-CBC1CB1D70F4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9938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3993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4514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E2D9D01-127B-4A55-9C99-4C57F68008F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9780FAF-AAFE-486E-9C34-089A59FF29B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096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6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71580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24490B5-6131-4D7B-AA66-16FE5FFBCE6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69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FACA5DF-E22C-4C09-A7C2-04141E0C5F1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198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198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54513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2ED2634-7F0F-4DBA-90B2-07BF673A629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0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67A3AF0-356A-4743-B61F-AEDE851BCA9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301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301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63656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C2DFC77-1164-4763-819E-8179C34F717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3096B8A-ACC5-4854-A24A-50BB9A6F11E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403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403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49317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F97792A-32B8-47E6-BED1-D548624FDC9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08CE43DF-D193-4896-8F7C-30B1C55E4EB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5058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505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77742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F854287-8CF9-4401-B10E-D4C1A647869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FF99732-AF24-49B0-9B2B-9F72E4E5BF5B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608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608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62695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46E8077-93CC-4A29-B338-67D88A674FF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0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67ABFAC-EE5C-4B81-902E-418393947B2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710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710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4559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69F5578-B80A-44D2-8C7A-65200F72C5A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2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8A10F58-A73C-4EAB-B027-3DA990521659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813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813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32583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CA00A3D-9059-4CF7-8479-D810177CC85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18BD8F0-2946-4FF6-9593-B1396751BC8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915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915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52370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03AEF0E-4061-42CB-9DDB-8C66C394373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17FD44E-4155-476A-A18F-8FD9D2F3E909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0178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017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35250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C3B18A5-0E6B-4C2A-A800-087DF33E3DA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72D8B8B-C30E-4923-85C5-46A76B8A52C8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1202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120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53700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36E1587-1671-4271-A844-346AE0403A31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79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EE8BB7A-948F-4D08-A9C5-8684101642A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2226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222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14537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AF25781-67A2-4EFE-AF2B-8689F970AF1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80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4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0232302E-4599-441A-B792-5EE2239F4E6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3250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325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16334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9CDF3F1-A380-448B-B8F9-02DC82C25FC4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81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BE9B22A-0606-41BA-ABCE-80A10481FC7B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4274" name="Text Box 2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5427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Font typeface="Times New Roman" charset="0"/>
              <a:buNone/>
              <a:defRPr/>
            </a:pPr>
            <a:endParaRPr 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852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A7CC-762E-4AE0-9946-9AAB3DD3F7FA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4A212-535D-40DA-9A0B-60BEBD025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40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A7CC-762E-4AE0-9946-9AAB3DD3F7FA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4A212-535D-40DA-9A0B-60BEBD025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34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A7CC-762E-4AE0-9946-9AAB3DD3F7FA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4A212-535D-40DA-9A0B-60BEBD025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270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A7CC-762E-4AE0-9946-9AAB3DD3F7FA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4A212-535D-40DA-9A0B-60BEBD025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05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A7CC-762E-4AE0-9946-9AAB3DD3F7FA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4A212-535D-40DA-9A0B-60BEBD025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31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A7CC-762E-4AE0-9946-9AAB3DD3F7FA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4A212-535D-40DA-9A0B-60BEBD025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67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A7CC-762E-4AE0-9946-9AAB3DD3F7FA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4A212-535D-40DA-9A0B-60BEBD025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47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A7CC-762E-4AE0-9946-9AAB3DD3F7FA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4A212-535D-40DA-9A0B-60BEBD025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93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A7CC-762E-4AE0-9946-9AAB3DD3F7FA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4A212-535D-40DA-9A0B-60BEBD025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05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A7CC-762E-4AE0-9946-9AAB3DD3F7FA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4A212-535D-40DA-9A0B-60BEBD025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842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4A7CC-762E-4AE0-9946-9AAB3DD3F7FA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4A212-535D-40DA-9A0B-60BEBD025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72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4A7CC-762E-4AE0-9946-9AAB3DD3F7FA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4A212-535D-40DA-9A0B-60BEBD025F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78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2196735" y="2715441"/>
            <a:ext cx="8710749" cy="981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>
              <a:spcBef>
                <a:spcPts val="800"/>
              </a:spcBef>
              <a:defRPr/>
            </a:pPr>
            <a:r>
              <a:rPr lang="en-IE" sz="2800" dirty="0"/>
              <a:t>Image </a:t>
            </a:r>
            <a:r>
              <a:rPr lang="en-IE" sz="2800" dirty="0" smtClean="0"/>
              <a:t>Representation, Description, and Recognition</a:t>
            </a:r>
            <a:r>
              <a:rPr lang="en-IE" sz="3200" dirty="0"/>
              <a:t/>
            </a:r>
            <a:br>
              <a:rPr lang="en-IE" sz="3200" dirty="0"/>
            </a:b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3120433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Representation and Description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327151"/>
            <a:ext cx="8229600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89272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Representation and Description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538" y="1328738"/>
            <a:ext cx="8229600" cy="374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32969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Representation and Description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1485900"/>
            <a:ext cx="8229600" cy="470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93553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Chain Codes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50" y="1389064"/>
            <a:ext cx="8229600" cy="472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19575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Chain Codes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3" y="1371600"/>
            <a:ext cx="8229600" cy="438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02721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Chain Codes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3" y="1371600"/>
            <a:ext cx="8229600" cy="494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69694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Chain Codes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3" y="1630364"/>
            <a:ext cx="8229600" cy="445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11942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Chain Codes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88" y="2205039"/>
            <a:ext cx="8229600" cy="289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48780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Chain Codes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8" y="1560513"/>
            <a:ext cx="8229600" cy="309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91106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Chain Codes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88" y="1446213"/>
            <a:ext cx="8229600" cy="419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3031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Chain Codes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1276350"/>
            <a:ext cx="8229600" cy="554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35286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Chain Codes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88" y="1285876"/>
            <a:ext cx="8229600" cy="441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6583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Chain Codes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88" y="1285876"/>
            <a:ext cx="8229600" cy="441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5578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Chain Codes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975" y="1379539"/>
            <a:ext cx="8686800" cy="254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36872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Signatures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75" y="1420814"/>
            <a:ext cx="8229600" cy="304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45721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Signatures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1292226"/>
            <a:ext cx="8229600" cy="402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76585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Signatures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1276351"/>
            <a:ext cx="8229600" cy="418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80543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Signatures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73176"/>
            <a:ext cx="8229600" cy="352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26153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Some Simple Descriptors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963" y="1266826"/>
            <a:ext cx="8229600" cy="381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12692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Shape Numbers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314451"/>
            <a:ext cx="8229600" cy="483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19779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Shape Numbers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663" y="1543051"/>
            <a:ext cx="8229600" cy="487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3637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Shape Numbers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663" y="1543051"/>
            <a:ext cx="8229600" cy="487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91871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Shape Numbers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825" y="1455739"/>
            <a:ext cx="6400800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78822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Fourier Descriptors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1338264"/>
            <a:ext cx="8229600" cy="49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20034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Fourier Descriptors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01775"/>
            <a:ext cx="8229600" cy="484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15016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Fourier Descriptors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1381125"/>
            <a:ext cx="8229600" cy="491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77648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Fourier Descriptors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88" y="1239838"/>
            <a:ext cx="8229600" cy="542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54067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Fourier Descriptors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1330325"/>
            <a:ext cx="6858000" cy="311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4513264"/>
            <a:ext cx="3200400" cy="98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188" y="4862514"/>
            <a:ext cx="3200400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5597526"/>
            <a:ext cx="3200400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5589588" y="5956300"/>
            <a:ext cx="5029200" cy="39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en-US" sz="2000"/>
              <a:t>If only first P Fourier Coefficients are used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64326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Fourier Descriptors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550" y="1682751"/>
            <a:ext cx="8229600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76548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Pattern and Pattern Classes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1408114"/>
            <a:ext cx="8686800" cy="358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19333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Object Recognition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38" y="1860550"/>
            <a:ext cx="8686800" cy="403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84790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Object Recognition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416051"/>
            <a:ext cx="8686800" cy="3859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78171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Object Recognition</a:t>
            </a: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1374776"/>
            <a:ext cx="8686800" cy="531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66367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Object Recognition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533526"/>
            <a:ext cx="8686800" cy="304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74673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Object Recognition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379538"/>
            <a:ext cx="8686800" cy="463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96649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Object Recognition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88" y="1493838"/>
            <a:ext cx="868680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21705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Object Recognition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1277939"/>
            <a:ext cx="8686800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84939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Object Recognition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3" y="1314451"/>
            <a:ext cx="8686800" cy="348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30512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Recognition Based on Decision Theoretic Methods 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5" y="1327150"/>
            <a:ext cx="8686800" cy="334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14674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Minimum Distance Classifier 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341439"/>
            <a:ext cx="8686800" cy="279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76692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Minimum Distance Classifier 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1368426"/>
            <a:ext cx="8686800" cy="3630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77516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Minimum Distance Classifier 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3" y="1343025"/>
            <a:ext cx="8686800" cy="540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19788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Minimum Distance Classifier 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282701"/>
            <a:ext cx="8686800" cy="545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36739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Matching By Correlation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436689"/>
            <a:ext cx="8686800" cy="474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09838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Matching By Correlation</a:t>
            </a: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13" y="1465263"/>
            <a:ext cx="8686800" cy="336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26285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Matching By Correlation</a:t>
            </a:r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439" y="1254126"/>
            <a:ext cx="8137525" cy="555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19361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Matching By Correlation</a:t>
            </a: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654175"/>
            <a:ext cx="8686800" cy="393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62412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Neural Network</a:t>
            </a: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1309689"/>
            <a:ext cx="6400800" cy="538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77441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Neural Network : Training Algorithm</a:t>
            </a: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8" y="2490788"/>
            <a:ext cx="5029200" cy="722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450" y="3714750"/>
            <a:ext cx="8229600" cy="94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4989513"/>
            <a:ext cx="502920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338" y="1468439"/>
            <a:ext cx="4572000" cy="48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44348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Neural Network : Training Algorithm</a:t>
            </a: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341438"/>
            <a:ext cx="8229600" cy="542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16994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Neural Network : Training Algorithm</a:t>
            </a: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75" y="1735138"/>
            <a:ext cx="8686800" cy="400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84424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Neural Network : Training Algorithm</a:t>
            </a:r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800" y="2185988"/>
            <a:ext cx="4572000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5" y="1425575"/>
            <a:ext cx="3657600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050" y="3386138"/>
            <a:ext cx="3657600" cy="80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600" y="4386263"/>
            <a:ext cx="27432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5837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463" y="5275263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20302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Neural Network : Training Algorithm</a:t>
            </a: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977901"/>
            <a:ext cx="8686800" cy="585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33074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>
                <a:solidFill>
                  <a:srgbClr val="FFFFFF"/>
                </a:solidFill>
                <a:cs typeface="Arial" charset="0"/>
              </a:rPr>
              <a:t> Neural Network : Training Algorithm</a:t>
            </a: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481138"/>
            <a:ext cx="8686800" cy="331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1990725" y="6192839"/>
            <a:ext cx="47117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>
              <a:buFont typeface="Times New Roman" charset="0"/>
              <a:buNone/>
              <a:defRPr/>
            </a:pPr>
            <a:r>
              <a:rPr lang="en-US" dirty="0"/>
              <a:t>http://</a:t>
            </a:r>
            <a:r>
              <a:rPr lang="en-US" dirty="0" err="1"/>
              <a:t>home.agh.edu.pl</a:t>
            </a:r>
            <a:r>
              <a:rPr lang="en-US" dirty="0"/>
              <a:t>/~</a:t>
            </a:r>
            <a:r>
              <a:rPr lang="en-US" dirty="0" err="1"/>
              <a:t>vlsi</a:t>
            </a:r>
            <a:r>
              <a:rPr lang="en-US" dirty="0"/>
              <a:t>/AI/</a:t>
            </a:r>
            <a:r>
              <a:rPr lang="en-US" dirty="0" err="1"/>
              <a:t>hamming_en</a:t>
            </a:r>
            <a:r>
              <a:rPr lang="en-US" dirty="0"/>
              <a:t>/</a:t>
            </a: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2116138" y="5653089"/>
            <a:ext cx="46799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>
              <a:buFont typeface="Times New Roman" charset="0"/>
              <a:buNone/>
              <a:defRPr/>
            </a:pPr>
            <a:r>
              <a:rPr lang="en-US" dirty="0"/>
              <a:t>http://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Hopfield_network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003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 dirty="0">
                <a:solidFill>
                  <a:srgbClr val="FFFFFF"/>
                </a:solidFill>
                <a:cs typeface="Arial" charset="0"/>
              </a:rPr>
              <a:t> Hamming Neural Network</a:t>
            </a:r>
          </a:p>
        </p:txBody>
      </p:sp>
      <p:pic>
        <p:nvPicPr>
          <p:cNvPr id="116739" name="Picture 5" descr="amming Network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1412876"/>
            <a:ext cx="81280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7206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Font typeface="Times New Roman" charset="0"/>
              <a:buNone/>
              <a:defRPr/>
            </a:pPr>
            <a:r>
              <a:rPr lang="en-IE" sz="4000" dirty="0">
                <a:solidFill>
                  <a:srgbClr val="FFFFFF"/>
                </a:solidFill>
                <a:cs typeface="Arial" charset="0"/>
              </a:rPr>
              <a:t> Hopfield Neural Network</a:t>
            </a:r>
          </a:p>
        </p:txBody>
      </p:sp>
      <p:pic>
        <p:nvPicPr>
          <p:cNvPr id="11878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00" y="1370013"/>
            <a:ext cx="5156200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21600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Human Perception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471613"/>
            <a:ext cx="8229600" cy="349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84075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What is a Pattern Recognition?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1428750"/>
            <a:ext cx="8229600" cy="523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7583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Pattern Recognition Applications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863" y="1279525"/>
            <a:ext cx="8686800" cy="519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3307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An Example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1312864"/>
            <a:ext cx="8686800" cy="531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77490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An Example : Decision Process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1400175"/>
            <a:ext cx="8229600" cy="430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81003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An Example : Selecting Features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1508125"/>
            <a:ext cx="868680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07533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An Example : Selecting Features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0" y="1530351"/>
            <a:ext cx="8229600" cy="49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82716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An Example : Selecting Features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1427163"/>
            <a:ext cx="8686800" cy="197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33788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An Example : Selecting Features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275" y="1422401"/>
            <a:ext cx="8229600" cy="491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69919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An Example : Cost of Error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13" y="1474789"/>
            <a:ext cx="8686800" cy="370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92395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An Example : Cost of Error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13" y="1433514"/>
            <a:ext cx="8686800" cy="479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954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An Example : Multiple Features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406526"/>
            <a:ext cx="86868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84244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An Example : Multiple Features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525" y="1522413"/>
            <a:ext cx="8686800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13893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An Example : Decision Boundaries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1290639"/>
            <a:ext cx="8686800" cy="547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0553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An Example : Decision Boundaries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1303338"/>
            <a:ext cx="8686800" cy="5211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83645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Pattern Recognition Systems 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1228725"/>
            <a:ext cx="8229600" cy="553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12700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Pattern Recognition Systems 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50" y="1398589"/>
            <a:ext cx="8686800" cy="468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77032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Pattern Recognition Systems 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263" y="1476376"/>
            <a:ext cx="8686800" cy="464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60037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The Design Cycle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213" y="1520825"/>
            <a:ext cx="8686800" cy="382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55911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The Design Cycle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1398588"/>
            <a:ext cx="8686800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42931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The Design Cycle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1354139"/>
            <a:ext cx="8686800" cy="438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92557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The Design Cycle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1355726"/>
            <a:ext cx="8686800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97596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The Design Cycle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1441451"/>
            <a:ext cx="8686800" cy="244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30855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defRPr>
            </a:lvl9pPr>
          </a:lstStyle>
          <a:p>
            <a:pPr algn="r">
              <a:buClrTx/>
              <a:buFontTx/>
              <a:buNone/>
              <a:defRPr/>
            </a:pPr>
            <a:r>
              <a:rPr lang="en-IE" sz="4000">
                <a:solidFill>
                  <a:srgbClr val="FFFFFF"/>
                </a:solidFill>
              </a:rPr>
              <a:t>Summary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1420814"/>
            <a:ext cx="8686800" cy="445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xmlns:r="http://schemas.openxmlformats.org/officeDocument/2006/relationships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16416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446</Words>
  <Application>Microsoft Office PowerPoint</Application>
  <PresentationFormat>Widescreen</PresentationFormat>
  <Paragraphs>246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8" baseType="lpstr">
      <vt:lpstr>ＭＳ Ｐゴシック</vt:lpstr>
      <vt:lpstr>Arial</vt:lpstr>
      <vt:lpstr>Arial Unicode MS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nandan</dc:creator>
  <cp:lastModifiedBy>nandan</cp:lastModifiedBy>
  <cp:revision>2</cp:revision>
  <dcterms:created xsi:type="dcterms:W3CDTF">2023-01-11T09:27:24Z</dcterms:created>
  <dcterms:modified xsi:type="dcterms:W3CDTF">2023-01-28T16:29:16Z</dcterms:modified>
</cp:coreProperties>
</file>