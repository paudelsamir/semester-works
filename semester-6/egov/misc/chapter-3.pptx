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3" r:id="rId1"/>
  </p:sldMasterIdLst>
  <p:sldIdLst>
    <p:sldId id="256" r:id="rId2"/>
    <p:sldId id="259" r:id="rId3"/>
    <p:sldId id="282" r:id="rId4"/>
    <p:sldId id="281" r:id="rId5"/>
    <p:sldId id="280" r:id="rId6"/>
    <p:sldId id="279" r:id="rId7"/>
    <p:sldId id="278" r:id="rId8"/>
    <p:sldId id="277" r:id="rId9"/>
    <p:sldId id="283" r:id="rId10"/>
    <p:sldId id="289" r:id="rId11"/>
    <p:sldId id="288" r:id="rId12"/>
    <p:sldId id="287" r:id="rId13"/>
    <p:sldId id="320" r:id="rId14"/>
    <p:sldId id="286" r:id="rId15"/>
    <p:sldId id="321" r:id="rId16"/>
    <p:sldId id="285" r:id="rId17"/>
    <p:sldId id="284" r:id="rId18"/>
    <p:sldId id="290" r:id="rId19"/>
    <p:sldId id="293" r:id="rId20"/>
    <p:sldId id="292" r:id="rId21"/>
    <p:sldId id="291" r:id="rId22"/>
    <p:sldId id="294" r:id="rId23"/>
    <p:sldId id="322" r:id="rId24"/>
    <p:sldId id="301" r:id="rId25"/>
    <p:sldId id="300" r:id="rId26"/>
    <p:sldId id="299" r:id="rId27"/>
    <p:sldId id="298" r:id="rId28"/>
    <p:sldId id="323" r:id="rId29"/>
    <p:sldId id="297" r:id="rId30"/>
    <p:sldId id="296" r:id="rId31"/>
    <p:sldId id="295" r:id="rId32"/>
    <p:sldId id="303" r:id="rId33"/>
    <p:sldId id="306" r:id="rId34"/>
    <p:sldId id="305" r:id="rId35"/>
    <p:sldId id="304" r:id="rId36"/>
    <p:sldId id="324" r:id="rId37"/>
    <p:sldId id="302" r:id="rId38"/>
    <p:sldId id="310" r:id="rId39"/>
    <p:sldId id="309" r:id="rId40"/>
    <p:sldId id="308" r:id="rId41"/>
    <p:sldId id="307" r:id="rId42"/>
    <p:sldId id="311" r:id="rId43"/>
    <p:sldId id="312" r:id="rId44"/>
    <p:sldId id="313" r:id="rId45"/>
    <p:sldId id="314" r:id="rId46"/>
    <p:sldId id="315" r:id="rId47"/>
    <p:sldId id="316" r:id="rId48"/>
    <p:sldId id="319" r:id="rId49"/>
    <p:sldId id="318" r:id="rId50"/>
    <p:sldId id="317" r:id="rId51"/>
    <p:sldId id="260" r:id="rId52"/>
    <p:sldId id="257" r:id="rId53"/>
    <p:sldId id="258" r:id="rId54"/>
    <p:sldId id="261" r:id="rId55"/>
    <p:sldId id="262" r:id="rId56"/>
    <p:sldId id="263" r:id="rId57"/>
    <p:sldId id="264" r:id="rId58"/>
    <p:sldId id="265" r:id="rId59"/>
    <p:sldId id="266" r:id="rId60"/>
    <p:sldId id="270" r:id="rId61"/>
    <p:sldId id="268" r:id="rId62"/>
    <p:sldId id="269" r:id="rId63"/>
    <p:sldId id="267" r:id="rId64"/>
    <p:sldId id="271" r:id="rId65"/>
    <p:sldId id="272" r:id="rId66"/>
    <p:sldId id="273" r:id="rId67"/>
    <p:sldId id="274" r:id="rId68"/>
    <p:sldId id="275" r:id="rId69"/>
    <p:sldId id="276" r:id="rId7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C6E089-F3D2-4ECE-5D53-EA07C61D64A9}" v="215" dt="2020-09-12T10:57:33.496"/>
    <p1510:client id="{19181A00-32BD-4B2D-50EE-E3F3719E8B27}" v="55" dt="2020-09-15T11:17:52.560"/>
    <p1510:client id="{4DCF8577-7A12-47AF-9685-AE0CB23F3EF6}" v="201" dt="2020-09-18T03:36:39.361"/>
    <p1510:client id="{5528BBF3-AFB4-4865-AF90-2E84050A922A}" v="169" dt="2020-09-13T02:25:57.989"/>
    <p1510:client id="{9472E4BB-AB3C-4467-BA2A-BA571551BAD5}" v="3" dt="2020-09-01T08:37:56.874"/>
    <p1510:client id="{C8A2EBE2-631A-49BF-1A5C-2E238AE64714}" v="163" dt="2020-09-02T03:21:55.45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microsoft.com/office/2015/10/relationships/revisionInfo" Target="revisionInfo.xml"/><Relationship Id="rId7" Type="http://schemas.openxmlformats.org/officeDocument/2006/relationships/slide" Target="slides/slide6.xml"/><Relationship Id="rId7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ku Jaiswal" userId="15fa42f86696cacf" providerId="Windows Live" clId="Web-{00C6E089-F3D2-4ECE-5D53-EA07C61D64A9}"/>
    <pc:docChg chg="addSld modSld sldOrd">
      <pc:chgData name="Anku Jaiswal" userId="15fa42f86696cacf" providerId="Windows Live" clId="Web-{00C6E089-F3D2-4ECE-5D53-EA07C61D64A9}" dt="2020-09-12T10:57:33.496" v="242" actId="20577"/>
      <pc:docMkLst>
        <pc:docMk/>
      </pc:docMkLst>
      <pc:sldChg chg="addSp delSp modSp mod setBg setClrOvrMap">
        <pc:chgData name="Anku Jaiswal" userId="15fa42f86696cacf" providerId="Windows Live" clId="Web-{00C6E089-F3D2-4ECE-5D53-EA07C61D64A9}" dt="2020-09-12T10:37:22.472" v="4"/>
        <pc:sldMkLst>
          <pc:docMk/>
          <pc:sldMk cId="1746491997" sldId="259"/>
        </pc:sldMkLst>
        <pc:spChg chg="mod">
          <ac:chgData name="Anku Jaiswal" userId="15fa42f86696cacf" providerId="Windows Live" clId="Web-{00C6E089-F3D2-4ECE-5D53-EA07C61D64A9}" dt="2020-09-12T10:37:22.472" v="4"/>
          <ac:spMkLst>
            <pc:docMk/>
            <pc:sldMk cId="1746491997" sldId="259"/>
            <ac:spMk id="2" creationId="{33883041-5A2E-46D5-9D08-E65776DC913C}"/>
          </ac:spMkLst>
        </pc:spChg>
        <pc:spChg chg="del mod">
          <ac:chgData name="Anku Jaiswal" userId="15fa42f86696cacf" providerId="Windows Live" clId="Web-{00C6E089-F3D2-4ECE-5D53-EA07C61D64A9}" dt="2020-09-12T10:37:18.347" v="3"/>
          <ac:spMkLst>
            <pc:docMk/>
            <pc:sldMk cId="1746491997" sldId="259"/>
            <ac:spMk id="3" creationId="{AA0FBEE2-B13E-4F65-8F0D-1D9D2552F196}"/>
          </ac:spMkLst>
        </pc:spChg>
        <pc:spChg chg="add">
          <ac:chgData name="Anku Jaiswal" userId="15fa42f86696cacf" providerId="Windows Live" clId="Web-{00C6E089-F3D2-4ECE-5D53-EA07C61D64A9}" dt="2020-09-12T10:37:22.472" v="4"/>
          <ac:spMkLst>
            <pc:docMk/>
            <pc:sldMk cId="1746491997" sldId="259"/>
            <ac:spMk id="8" creationId="{639BDB4D-6595-4823-ADE7-4FE21EA9C534}"/>
          </ac:spMkLst>
        </pc:spChg>
        <pc:spChg chg="add">
          <ac:chgData name="Anku Jaiswal" userId="15fa42f86696cacf" providerId="Windows Live" clId="Web-{00C6E089-F3D2-4ECE-5D53-EA07C61D64A9}" dt="2020-09-12T10:37:22.472" v="4"/>
          <ac:spMkLst>
            <pc:docMk/>
            <pc:sldMk cId="1746491997" sldId="259"/>
            <ac:spMk id="11" creationId="{282E2A95-1A08-4118-83C6-B1CA5648E075}"/>
          </ac:spMkLst>
        </pc:spChg>
        <pc:spChg chg="add">
          <ac:chgData name="Anku Jaiswal" userId="15fa42f86696cacf" providerId="Windows Live" clId="Web-{00C6E089-F3D2-4ECE-5D53-EA07C61D64A9}" dt="2020-09-12T10:37:22.472" v="4"/>
          <ac:spMkLst>
            <pc:docMk/>
            <pc:sldMk cId="1746491997" sldId="259"/>
            <ac:spMk id="13" creationId="{2FFEFC7E-85EE-4AC9-A351-FBEB13A1D622}"/>
          </ac:spMkLst>
        </pc:spChg>
        <pc:spChg chg="add">
          <ac:chgData name="Anku Jaiswal" userId="15fa42f86696cacf" providerId="Windows Live" clId="Web-{00C6E089-F3D2-4ECE-5D53-EA07C61D64A9}" dt="2020-09-12T10:37:22.472" v="4"/>
          <ac:spMkLst>
            <pc:docMk/>
            <pc:sldMk cId="1746491997" sldId="259"/>
            <ac:spMk id="15" creationId="{CB2511BB-FC4C-45F3-94EB-661D6806C942}"/>
          </ac:spMkLst>
        </pc:spChg>
        <pc:spChg chg="add">
          <ac:chgData name="Anku Jaiswal" userId="15fa42f86696cacf" providerId="Windows Live" clId="Web-{00C6E089-F3D2-4ECE-5D53-EA07C61D64A9}" dt="2020-09-12T10:37:22.472" v="4"/>
          <ac:spMkLst>
            <pc:docMk/>
            <pc:sldMk cId="1746491997" sldId="259"/>
            <ac:spMk id="17" creationId="{68DC0EC7-60EA-4BD3-BC04-D547DE1B2891}"/>
          </ac:spMkLst>
        </pc:spChg>
        <pc:picChg chg="add mod ord">
          <ac:chgData name="Anku Jaiswal" userId="15fa42f86696cacf" providerId="Windows Live" clId="Web-{00C6E089-F3D2-4ECE-5D53-EA07C61D64A9}" dt="2020-09-12T10:37:22.472" v="4"/>
          <ac:picMkLst>
            <pc:docMk/>
            <pc:sldMk cId="1746491997" sldId="259"/>
            <ac:picMk id="4" creationId="{A627D9F9-CF8A-4A51-91D3-B4FE87DE184B}"/>
          </ac:picMkLst>
        </pc:picChg>
      </pc:sldChg>
      <pc:sldChg chg="modSp new">
        <pc:chgData name="Anku Jaiswal" userId="15fa42f86696cacf" providerId="Windows Live" clId="Web-{00C6E089-F3D2-4ECE-5D53-EA07C61D64A9}" dt="2020-09-12T10:40:44.692" v="36" actId="20577"/>
        <pc:sldMkLst>
          <pc:docMk/>
          <pc:sldMk cId="4037495844" sldId="277"/>
        </pc:sldMkLst>
        <pc:spChg chg="mod">
          <ac:chgData name="Anku Jaiswal" userId="15fa42f86696cacf" providerId="Windows Live" clId="Web-{00C6E089-F3D2-4ECE-5D53-EA07C61D64A9}" dt="2020-09-12T10:40:44.692" v="36" actId="20577"/>
          <ac:spMkLst>
            <pc:docMk/>
            <pc:sldMk cId="4037495844" sldId="277"/>
            <ac:spMk id="3" creationId="{E9D23CBE-3615-4E88-860F-79ABFCB13C26}"/>
          </ac:spMkLst>
        </pc:spChg>
      </pc:sldChg>
      <pc:sldChg chg="modSp new">
        <pc:chgData name="Anku Jaiswal" userId="15fa42f86696cacf" providerId="Windows Live" clId="Web-{00C6E089-F3D2-4ECE-5D53-EA07C61D64A9}" dt="2020-09-12T10:40:31.489" v="32" actId="20577"/>
        <pc:sldMkLst>
          <pc:docMk/>
          <pc:sldMk cId="2370060338" sldId="278"/>
        </pc:sldMkLst>
        <pc:spChg chg="mod">
          <ac:chgData name="Anku Jaiswal" userId="15fa42f86696cacf" providerId="Windows Live" clId="Web-{00C6E089-F3D2-4ECE-5D53-EA07C61D64A9}" dt="2020-09-12T10:40:31.489" v="32" actId="20577"/>
          <ac:spMkLst>
            <pc:docMk/>
            <pc:sldMk cId="2370060338" sldId="278"/>
            <ac:spMk id="3" creationId="{31EAC96F-7FCE-4DDB-BEDA-DA0C1C9725C3}"/>
          </ac:spMkLst>
        </pc:spChg>
      </pc:sldChg>
      <pc:sldChg chg="modSp new">
        <pc:chgData name="Anku Jaiswal" userId="15fa42f86696cacf" providerId="Windows Live" clId="Web-{00C6E089-F3D2-4ECE-5D53-EA07C61D64A9}" dt="2020-09-12T10:40:18.582" v="28" actId="20577"/>
        <pc:sldMkLst>
          <pc:docMk/>
          <pc:sldMk cId="1789709086" sldId="279"/>
        </pc:sldMkLst>
        <pc:spChg chg="mod">
          <ac:chgData name="Anku Jaiswal" userId="15fa42f86696cacf" providerId="Windows Live" clId="Web-{00C6E089-F3D2-4ECE-5D53-EA07C61D64A9}" dt="2020-09-12T10:40:18.582" v="28" actId="20577"/>
          <ac:spMkLst>
            <pc:docMk/>
            <pc:sldMk cId="1789709086" sldId="279"/>
            <ac:spMk id="3" creationId="{A8A325C5-4194-4F49-9A0E-411A8876C7DB}"/>
          </ac:spMkLst>
        </pc:spChg>
      </pc:sldChg>
      <pc:sldChg chg="modSp new">
        <pc:chgData name="Anku Jaiswal" userId="15fa42f86696cacf" providerId="Windows Live" clId="Web-{00C6E089-F3D2-4ECE-5D53-EA07C61D64A9}" dt="2020-09-12T10:40:07.145" v="24" actId="20577"/>
        <pc:sldMkLst>
          <pc:docMk/>
          <pc:sldMk cId="2306609082" sldId="280"/>
        </pc:sldMkLst>
        <pc:spChg chg="mod">
          <ac:chgData name="Anku Jaiswal" userId="15fa42f86696cacf" providerId="Windows Live" clId="Web-{00C6E089-F3D2-4ECE-5D53-EA07C61D64A9}" dt="2020-09-12T10:40:07.145" v="24" actId="20577"/>
          <ac:spMkLst>
            <pc:docMk/>
            <pc:sldMk cId="2306609082" sldId="280"/>
            <ac:spMk id="3" creationId="{BC83BDAE-ECF6-4716-8667-880A5810351F}"/>
          </ac:spMkLst>
        </pc:spChg>
      </pc:sldChg>
      <pc:sldChg chg="modSp new">
        <pc:chgData name="Anku Jaiswal" userId="15fa42f86696cacf" providerId="Windows Live" clId="Web-{00C6E089-F3D2-4ECE-5D53-EA07C61D64A9}" dt="2020-09-12T10:39:52.864" v="20" actId="20577"/>
        <pc:sldMkLst>
          <pc:docMk/>
          <pc:sldMk cId="2156834456" sldId="281"/>
        </pc:sldMkLst>
        <pc:spChg chg="mod">
          <ac:chgData name="Anku Jaiswal" userId="15fa42f86696cacf" providerId="Windows Live" clId="Web-{00C6E089-F3D2-4ECE-5D53-EA07C61D64A9}" dt="2020-09-12T10:39:52.864" v="20" actId="20577"/>
          <ac:spMkLst>
            <pc:docMk/>
            <pc:sldMk cId="2156834456" sldId="281"/>
            <ac:spMk id="3" creationId="{E544A563-226B-4EDA-8282-72D9C0436AF4}"/>
          </ac:spMkLst>
        </pc:spChg>
      </pc:sldChg>
      <pc:sldChg chg="modSp new">
        <pc:chgData name="Anku Jaiswal" userId="15fa42f86696cacf" providerId="Windows Live" clId="Web-{00C6E089-F3D2-4ECE-5D53-EA07C61D64A9}" dt="2020-09-12T10:39:35.176" v="16" actId="20577"/>
        <pc:sldMkLst>
          <pc:docMk/>
          <pc:sldMk cId="3502906075" sldId="282"/>
        </pc:sldMkLst>
        <pc:spChg chg="mod">
          <ac:chgData name="Anku Jaiswal" userId="15fa42f86696cacf" providerId="Windows Live" clId="Web-{00C6E089-F3D2-4ECE-5D53-EA07C61D64A9}" dt="2020-09-12T10:39:07.301" v="11" actId="20577"/>
          <ac:spMkLst>
            <pc:docMk/>
            <pc:sldMk cId="3502906075" sldId="282"/>
            <ac:spMk id="2" creationId="{D2A479E0-1930-40DE-B333-179CD6309524}"/>
          </ac:spMkLst>
        </pc:spChg>
        <pc:spChg chg="mod">
          <ac:chgData name="Anku Jaiswal" userId="15fa42f86696cacf" providerId="Windows Live" clId="Web-{00C6E089-F3D2-4ECE-5D53-EA07C61D64A9}" dt="2020-09-12T10:39:35.176" v="16" actId="20577"/>
          <ac:spMkLst>
            <pc:docMk/>
            <pc:sldMk cId="3502906075" sldId="282"/>
            <ac:spMk id="3" creationId="{A3A1EC83-D2C0-49B3-89EC-2940BC342974}"/>
          </ac:spMkLst>
        </pc:spChg>
      </pc:sldChg>
      <pc:sldChg chg="modSp new">
        <pc:chgData name="Anku Jaiswal" userId="15fa42f86696cacf" providerId="Windows Live" clId="Web-{00C6E089-F3D2-4ECE-5D53-EA07C61D64A9}" dt="2020-09-12T10:40:57.380" v="41" actId="20577"/>
        <pc:sldMkLst>
          <pc:docMk/>
          <pc:sldMk cId="3668669035" sldId="283"/>
        </pc:sldMkLst>
        <pc:spChg chg="mod">
          <ac:chgData name="Anku Jaiswal" userId="15fa42f86696cacf" providerId="Windows Live" clId="Web-{00C6E089-F3D2-4ECE-5D53-EA07C61D64A9}" dt="2020-09-12T10:40:57.380" v="41" actId="20577"/>
          <ac:spMkLst>
            <pc:docMk/>
            <pc:sldMk cId="3668669035" sldId="283"/>
            <ac:spMk id="3" creationId="{01A7F5E5-7D46-40EF-BCDF-186EFEBD587B}"/>
          </ac:spMkLst>
        </pc:spChg>
      </pc:sldChg>
      <pc:sldChg chg="modSp new">
        <pc:chgData name="Anku Jaiswal" userId="15fa42f86696cacf" providerId="Windows Live" clId="Web-{00C6E089-F3D2-4ECE-5D53-EA07C61D64A9}" dt="2020-09-12T10:43:10.709" v="84" actId="20577"/>
        <pc:sldMkLst>
          <pc:docMk/>
          <pc:sldMk cId="1300204442" sldId="284"/>
        </pc:sldMkLst>
        <pc:spChg chg="mod">
          <ac:chgData name="Anku Jaiswal" userId="15fa42f86696cacf" providerId="Windows Live" clId="Web-{00C6E089-F3D2-4ECE-5D53-EA07C61D64A9}" dt="2020-09-12T10:43:10.709" v="84" actId="20577"/>
          <ac:spMkLst>
            <pc:docMk/>
            <pc:sldMk cId="1300204442" sldId="284"/>
            <ac:spMk id="3" creationId="{EAAAC481-AA5B-41FB-8BDA-1F60B7AE194C}"/>
          </ac:spMkLst>
        </pc:spChg>
      </pc:sldChg>
      <pc:sldChg chg="modSp new">
        <pc:chgData name="Anku Jaiswal" userId="15fa42f86696cacf" providerId="Windows Live" clId="Web-{00C6E089-F3D2-4ECE-5D53-EA07C61D64A9}" dt="2020-09-12T10:42:24.458" v="70" actId="20577"/>
        <pc:sldMkLst>
          <pc:docMk/>
          <pc:sldMk cId="952207017" sldId="285"/>
        </pc:sldMkLst>
        <pc:spChg chg="mod">
          <ac:chgData name="Anku Jaiswal" userId="15fa42f86696cacf" providerId="Windows Live" clId="Web-{00C6E089-F3D2-4ECE-5D53-EA07C61D64A9}" dt="2020-09-12T10:42:24.458" v="70" actId="20577"/>
          <ac:spMkLst>
            <pc:docMk/>
            <pc:sldMk cId="952207017" sldId="285"/>
            <ac:spMk id="3" creationId="{F0B12ABD-1B19-4E3B-8B4E-E3481AE3BC1A}"/>
          </ac:spMkLst>
        </pc:spChg>
      </pc:sldChg>
      <pc:sldChg chg="modSp new">
        <pc:chgData name="Anku Jaiswal" userId="15fa42f86696cacf" providerId="Windows Live" clId="Web-{00C6E089-F3D2-4ECE-5D53-EA07C61D64A9}" dt="2020-09-12T10:42:12.380" v="66" actId="20577"/>
        <pc:sldMkLst>
          <pc:docMk/>
          <pc:sldMk cId="2782878800" sldId="286"/>
        </pc:sldMkLst>
        <pc:spChg chg="mod">
          <ac:chgData name="Anku Jaiswal" userId="15fa42f86696cacf" providerId="Windows Live" clId="Web-{00C6E089-F3D2-4ECE-5D53-EA07C61D64A9}" dt="2020-09-12T10:42:12.380" v="66" actId="20577"/>
          <ac:spMkLst>
            <pc:docMk/>
            <pc:sldMk cId="2782878800" sldId="286"/>
            <ac:spMk id="3" creationId="{14989FD3-6B65-43E5-A241-7FA919339A83}"/>
          </ac:spMkLst>
        </pc:spChg>
      </pc:sldChg>
      <pc:sldChg chg="modSp new">
        <pc:chgData name="Anku Jaiswal" userId="15fa42f86696cacf" providerId="Windows Live" clId="Web-{00C6E089-F3D2-4ECE-5D53-EA07C61D64A9}" dt="2020-09-12T10:42:00.943" v="62" actId="20577"/>
        <pc:sldMkLst>
          <pc:docMk/>
          <pc:sldMk cId="3229627217" sldId="287"/>
        </pc:sldMkLst>
        <pc:spChg chg="mod">
          <ac:chgData name="Anku Jaiswal" userId="15fa42f86696cacf" providerId="Windows Live" clId="Web-{00C6E089-F3D2-4ECE-5D53-EA07C61D64A9}" dt="2020-09-12T10:42:00.943" v="62" actId="20577"/>
          <ac:spMkLst>
            <pc:docMk/>
            <pc:sldMk cId="3229627217" sldId="287"/>
            <ac:spMk id="3" creationId="{F5325DBF-B37E-4A3D-8F9E-E5AAF8BB17D5}"/>
          </ac:spMkLst>
        </pc:spChg>
      </pc:sldChg>
      <pc:sldChg chg="modSp new">
        <pc:chgData name="Anku Jaiswal" userId="15fa42f86696cacf" providerId="Windows Live" clId="Web-{00C6E089-F3D2-4ECE-5D53-EA07C61D64A9}" dt="2020-09-12T10:41:48.677" v="58" actId="20577"/>
        <pc:sldMkLst>
          <pc:docMk/>
          <pc:sldMk cId="2162153959" sldId="288"/>
        </pc:sldMkLst>
        <pc:spChg chg="mod">
          <ac:chgData name="Anku Jaiswal" userId="15fa42f86696cacf" providerId="Windows Live" clId="Web-{00C6E089-F3D2-4ECE-5D53-EA07C61D64A9}" dt="2020-09-12T10:41:48.677" v="58" actId="20577"/>
          <ac:spMkLst>
            <pc:docMk/>
            <pc:sldMk cId="2162153959" sldId="288"/>
            <ac:spMk id="3" creationId="{72AB0F1F-5F7A-4523-91EB-5A050F4347A4}"/>
          </ac:spMkLst>
        </pc:spChg>
      </pc:sldChg>
      <pc:sldChg chg="modSp new">
        <pc:chgData name="Anku Jaiswal" userId="15fa42f86696cacf" providerId="Windows Live" clId="Web-{00C6E089-F3D2-4ECE-5D53-EA07C61D64A9}" dt="2020-09-12T10:41:33.708" v="54" actId="20577"/>
        <pc:sldMkLst>
          <pc:docMk/>
          <pc:sldMk cId="2475399238" sldId="289"/>
        </pc:sldMkLst>
        <pc:spChg chg="mod">
          <ac:chgData name="Anku Jaiswal" userId="15fa42f86696cacf" providerId="Windows Live" clId="Web-{00C6E089-F3D2-4ECE-5D53-EA07C61D64A9}" dt="2020-09-12T10:41:19.880" v="49" actId="20577"/>
          <ac:spMkLst>
            <pc:docMk/>
            <pc:sldMk cId="2475399238" sldId="289"/>
            <ac:spMk id="2" creationId="{966FCDAA-B3EB-4C1B-B0B4-894CC90704D1}"/>
          </ac:spMkLst>
        </pc:spChg>
        <pc:spChg chg="mod">
          <ac:chgData name="Anku Jaiswal" userId="15fa42f86696cacf" providerId="Windows Live" clId="Web-{00C6E089-F3D2-4ECE-5D53-EA07C61D64A9}" dt="2020-09-12T10:41:33.708" v="54" actId="20577"/>
          <ac:spMkLst>
            <pc:docMk/>
            <pc:sldMk cId="2475399238" sldId="289"/>
            <ac:spMk id="3" creationId="{77090D55-A941-436F-93EF-54B66759EDD2}"/>
          </ac:spMkLst>
        </pc:spChg>
      </pc:sldChg>
      <pc:sldChg chg="modSp new">
        <pc:chgData name="Anku Jaiswal" userId="15fa42f86696cacf" providerId="Windows Live" clId="Web-{00C6E089-F3D2-4ECE-5D53-EA07C61D64A9}" dt="2020-09-12T10:48:40.133" v="91" actId="20577"/>
        <pc:sldMkLst>
          <pc:docMk/>
          <pc:sldMk cId="2079478283" sldId="290"/>
        </pc:sldMkLst>
        <pc:spChg chg="mod">
          <ac:chgData name="Anku Jaiswal" userId="15fa42f86696cacf" providerId="Windows Live" clId="Web-{00C6E089-F3D2-4ECE-5D53-EA07C61D64A9}" dt="2020-09-12T10:43:13.162" v="86" actId="20577"/>
          <ac:spMkLst>
            <pc:docMk/>
            <pc:sldMk cId="2079478283" sldId="290"/>
            <ac:spMk id="2" creationId="{DFDC8AB5-4C79-453F-B2AC-F0AF1EF58394}"/>
          </ac:spMkLst>
        </pc:spChg>
        <pc:spChg chg="mod">
          <ac:chgData name="Anku Jaiswal" userId="15fa42f86696cacf" providerId="Windows Live" clId="Web-{00C6E089-F3D2-4ECE-5D53-EA07C61D64A9}" dt="2020-09-12T10:48:40.133" v="91" actId="20577"/>
          <ac:spMkLst>
            <pc:docMk/>
            <pc:sldMk cId="2079478283" sldId="290"/>
            <ac:spMk id="3" creationId="{7DB44ABC-837F-4719-AD2E-C775B483C966}"/>
          </ac:spMkLst>
        </pc:spChg>
      </pc:sldChg>
      <pc:sldChg chg="modSp new">
        <pc:chgData name="Anku Jaiswal" userId="15fa42f86696cacf" providerId="Windows Live" clId="Web-{00C6E089-F3D2-4ECE-5D53-EA07C61D64A9}" dt="2020-09-12T10:49:17.914" v="103" actId="20577"/>
        <pc:sldMkLst>
          <pc:docMk/>
          <pc:sldMk cId="1204894319" sldId="291"/>
        </pc:sldMkLst>
        <pc:spChg chg="mod">
          <ac:chgData name="Anku Jaiswal" userId="15fa42f86696cacf" providerId="Windows Live" clId="Web-{00C6E089-F3D2-4ECE-5D53-EA07C61D64A9}" dt="2020-09-12T10:49:17.914" v="103" actId="20577"/>
          <ac:spMkLst>
            <pc:docMk/>
            <pc:sldMk cId="1204894319" sldId="291"/>
            <ac:spMk id="3" creationId="{E7219863-0C7B-4A5E-ABEF-177990564FE6}"/>
          </ac:spMkLst>
        </pc:spChg>
      </pc:sldChg>
      <pc:sldChg chg="modSp new">
        <pc:chgData name="Anku Jaiswal" userId="15fa42f86696cacf" providerId="Windows Live" clId="Web-{00C6E089-F3D2-4ECE-5D53-EA07C61D64A9}" dt="2020-09-12T10:49:05.992" v="99" actId="20577"/>
        <pc:sldMkLst>
          <pc:docMk/>
          <pc:sldMk cId="216275437" sldId="292"/>
        </pc:sldMkLst>
        <pc:spChg chg="mod">
          <ac:chgData name="Anku Jaiswal" userId="15fa42f86696cacf" providerId="Windows Live" clId="Web-{00C6E089-F3D2-4ECE-5D53-EA07C61D64A9}" dt="2020-09-12T10:49:05.992" v="99" actId="20577"/>
          <ac:spMkLst>
            <pc:docMk/>
            <pc:sldMk cId="216275437" sldId="292"/>
            <ac:spMk id="3" creationId="{4D06A49A-D6F7-4BD6-98EC-E3CFC4051CE2}"/>
          </ac:spMkLst>
        </pc:spChg>
      </pc:sldChg>
      <pc:sldChg chg="modSp new">
        <pc:chgData name="Anku Jaiswal" userId="15fa42f86696cacf" providerId="Windows Live" clId="Web-{00C6E089-F3D2-4ECE-5D53-EA07C61D64A9}" dt="2020-09-12T10:48:52.773" v="95" actId="20577"/>
        <pc:sldMkLst>
          <pc:docMk/>
          <pc:sldMk cId="470766252" sldId="293"/>
        </pc:sldMkLst>
        <pc:spChg chg="mod">
          <ac:chgData name="Anku Jaiswal" userId="15fa42f86696cacf" providerId="Windows Live" clId="Web-{00C6E089-F3D2-4ECE-5D53-EA07C61D64A9}" dt="2020-09-12T10:48:52.773" v="95" actId="20577"/>
          <ac:spMkLst>
            <pc:docMk/>
            <pc:sldMk cId="470766252" sldId="293"/>
            <ac:spMk id="3" creationId="{09684C8D-8378-4D5E-AA19-FEFFB6D5B47C}"/>
          </ac:spMkLst>
        </pc:spChg>
      </pc:sldChg>
      <pc:sldChg chg="modSp new">
        <pc:chgData name="Anku Jaiswal" userId="15fa42f86696cacf" providerId="Windows Live" clId="Web-{00C6E089-F3D2-4ECE-5D53-EA07C61D64A9}" dt="2020-09-12T10:49:27.633" v="108" actId="20577"/>
        <pc:sldMkLst>
          <pc:docMk/>
          <pc:sldMk cId="2273555563" sldId="294"/>
        </pc:sldMkLst>
        <pc:spChg chg="mod">
          <ac:chgData name="Anku Jaiswal" userId="15fa42f86696cacf" providerId="Windows Live" clId="Web-{00C6E089-F3D2-4ECE-5D53-EA07C61D64A9}" dt="2020-09-12T10:49:27.633" v="108" actId="20577"/>
          <ac:spMkLst>
            <pc:docMk/>
            <pc:sldMk cId="2273555563" sldId="294"/>
            <ac:spMk id="3" creationId="{FF3B3F0A-C0D3-4366-AE6F-9127C7520289}"/>
          </ac:spMkLst>
        </pc:spChg>
      </pc:sldChg>
      <pc:sldChg chg="modSp new">
        <pc:chgData name="Anku Jaiswal" userId="15fa42f86696cacf" providerId="Windows Live" clId="Web-{00C6E089-F3D2-4ECE-5D53-EA07C61D64A9}" dt="2020-09-12T10:51:46.665" v="145" actId="20577"/>
        <pc:sldMkLst>
          <pc:docMk/>
          <pc:sldMk cId="3557731041" sldId="295"/>
        </pc:sldMkLst>
        <pc:spChg chg="mod">
          <ac:chgData name="Anku Jaiswal" userId="15fa42f86696cacf" providerId="Windows Live" clId="Web-{00C6E089-F3D2-4ECE-5D53-EA07C61D64A9}" dt="2020-09-12T10:51:46.665" v="145" actId="20577"/>
          <ac:spMkLst>
            <pc:docMk/>
            <pc:sldMk cId="3557731041" sldId="295"/>
            <ac:spMk id="3" creationId="{0FFED8F8-0C40-4EC5-987B-4D6035DA4642}"/>
          </ac:spMkLst>
        </pc:spChg>
      </pc:sldChg>
      <pc:sldChg chg="modSp new">
        <pc:chgData name="Anku Jaiswal" userId="15fa42f86696cacf" providerId="Windows Live" clId="Web-{00C6E089-F3D2-4ECE-5D53-EA07C61D64A9}" dt="2020-09-12T10:51:43.228" v="141" actId="20577"/>
        <pc:sldMkLst>
          <pc:docMk/>
          <pc:sldMk cId="2195007842" sldId="296"/>
        </pc:sldMkLst>
        <pc:spChg chg="mod">
          <ac:chgData name="Anku Jaiswal" userId="15fa42f86696cacf" providerId="Windows Live" clId="Web-{00C6E089-F3D2-4ECE-5D53-EA07C61D64A9}" dt="2020-09-12T10:51:43.228" v="141" actId="20577"/>
          <ac:spMkLst>
            <pc:docMk/>
            <pc:sldMk cId="2195007842" sldId="296"/>
            <ac:spMk id="3" creationId="{883CBE36-FCE4-431D-A7A0-396A214CB469}"/>
          </ac:spMkLst>
        </pc:spChg>
      </pc:sldChg>
      <pc:sldChg chg="modSp new">
        <pc:chgData name="Anku Jaiswal" userId="15fa42f86696cacf" providerId="Windows Live" clId="Web-{00C6E089-F3D2-4ECE-5D53-EA07C61D64A9}" dt="2020-09-12T10:51:25.790" v="137" actId="20577"/>
        <pc:sldMkLst>
          <pc:docMk/>
          <pc:sldMk cId="382424633" sldId="297"/>
        </pc:sldMkLst>
        <pc:spChg chg="mod">
          <ac:chgData name="Anku Jaiswal" userId="15fa42f86696cacf" providerId="Windows Live" clId="Web-{00C6E089-F3D2-4ECE-5D53-EA07C61D64A9}" dt="2020-09-12T10:51:25.790" v="137" actId="20577"/>
          <ac:spMkLst>
            <pc:docMk/>
            <pc:sldMk cId="382424633" sldId="297"/>
            <ac:spMk id="3" creationId="{3D4274D2-4709-46A4-9C7A-D2C59F8661D7}"/>
          </ac:spMkLst>
        </pc:spChg>
      </pc:sldChg>
      <pc:sldChg chg="modSp new">
        <pc:chgData name="Anku Jaiswal" userId="15fa42f86696cacf" providerId="Windows Live" clId="Web-{00C6E089-F3D2-4ECE-5D53-EA07C61D64A9}" dt="2020-09-12T10:51:17.118" v="133" actId="20577"/>
        <pc:sldMkLst>
          <pc:docMk/>
          <pc:sldMk cId="2044875453" sldId="298"/>
        </pc:sldMkLst>
        <pc:spChg chg="mod">
          <ac:chgData name="Anku Jaiswal" userId="15fa42f86696cacf" providerId="Windows Live" clId="Web-{00C6E089-F3D2-4ECE-5D53-EA07C61D64A9}" dt="2020-09-12T10:51:17.118" v="133" actId="20577"/>
          <ac:spMkLst>
            <pc:docMk/>
            <pc:sldMk cId="2044875453" sldId="298"/>
            <ac:spMk id="3" creationId="{90C7B73D-A785-40BF-AABC-2526F6BD254F}"/>
          </ac:spMkLst>
        </pc:spChg>
      </pc:sldChg>
      <pc:sldChg chg="modSp new">
        <pc:chgData name="Anku Jaiswal" userId="15fa42f86696cacf" providerId="Windows Live" clId="Web-{00C6E089-F3D2-4ECE-5D53-EA07C61D64A9}" dt="2020-09-12T10:51:05.243" v="129" actId="20577"/>
        <pc:sldMkLst>
          <pc:docMk/>
          <pc:sldMk cId="2217008937" sldId="299"/>
        </pc:sldMkLst>
        <pc:spChg chg="mod">
          <ac:chgData name="Anku Jaiswal" userId="15fa42f86696cacf" providerId="Windows Live" clId="Web-{00C6E089-F3D2-4ECE-5D53-EA07C61D64A9}" dt="2020-09-12T10:51:05.243" v="129" actId="20577"/>
          <ac:spMkLst>
            <pc:docMk/>
            <pc:sldMk cId="2217008937" sldId="299"/>
            <ac:spMk id="3" creationId="{1D9F65C6-9B56-4107-BFDA-5851390C8CBB}"/>
          </ac:spMkLst>
        </pc:spChg>
      </pc:sldChg>
      <pc:sldChg chg="modSp new">
        <pc:chgData name="Anku Jaiswal" userId="15fa42f86696cacf" providerId="Windows Live" clId="Web-{00C6E089-F3D2-4ECE-5D53-EA07C61D64A9}" dt="2020-09-12T10:50:51.196" v="125" actId="20577"/>
        <pc:sldMkLst>
          <pc:docMk/>
          <pc:sldMk cId="358137338" sldId="300"/>
        </pc:sldMkLst>
        <pc:spChg chg="mod">
          <ac:chgData name="Anku Jaiswal" userId="15fa42f86696cacf" providerId="Windows Live" clId="Web-{00C6E089-F3D2-4ECE-5D53-EA07C61D64A9}" dt="2020-09-12T10:50:51.196" v="125" actId="20577"/>
          <ac:spMkLst>
            <pc:docMk/>
            <pc:sldMk cId="358137338" sldId="300"/>
            <ac:spMk id="3" creationId="{05DFEA0D-DC40-4ACE-851F-16F1B8C69CEC}"/>
          </ac:spMkLst>
        </pc:spChg>
      </pc:sldChg>
      <pc:sldChg chg="addSp delSp modSp new">
        <pc:chgData name="Anku Jaiswal" userId="15fa42f86696cacf" providerId="Windows Live" clId="Web-{00C6E089-F3D2-4ECE-5D53-EA07C61D64A9}" dt="2020-09-12T10:50:28.915" v="122" actId="14100"/>
        <pc:sldMkLst>
          <pc:docMk/>
          <pc:sldMk cId="1063264119" sldId="301"/>
        </pc:sldMkLst>
        <pc:spChg chg="mod">
          <ac:chgData name="Anku Jaiswal" userId="15fa42f86696cacf" providerId="Windows Live" clId="Web-{00C6E089-F3D2-4ECE-5D53-EA07C61D64A9}" dt="2020-09-12T10:49:52.164" v="117" actId="20577"/>
          <ac:spMkLst>
            <pc:docMk/>
            <pc:sldMk cId="1063264119" sldId="301"/>
            <ac:spMk id="2" creationId="{466BD37D-96DC-45CF-A7AF-4C532E98F853}"/>
          </ac:spMkLst>
        </pc:spChg>
        <pc:spChg chg="del">
          <ac:chgData name="Anku Jaiswal" userId="15fa42f86696cacf" providerId="Windows Live" clId="Web-{00C6E089-F3D2-4ECE-5D53-EA07C61D64A9}" dt="2020-09-12T10:50:18.352" v="120"/>
          <ac:spMkLst>
            <pc:docMk/>
            <pc:sldMk cId="1063264119" sldId="301"/>
            <ac:spMk id="3" creationId="{47629326-E52F-4E22-85B4-10898CD3F23E}"/>
          </ac:spMkLst>
        </pc:spChg>
        <pc:picChg chg="add mod ord">
          <ac:chgData name="Anku Jaiswal" userId="15fa42f86696cacf" providerId="Windows Live" clId="Web-{00C6E089-F3D2-4ECE-5D53-EA07C61D64A9}" dt="2020-09-12T10:50:28.915" v="122" actId="14100"/>
          <ac:picMkLst>
            <pc:docMk/>
            <pc:sldMk cId="1063264119" sldId="301"/>
            <ac:picMk id="4" creationId="{13F3E9AF-737A-41DE-9ED5-7FACBB1F2927}"/>
          </ac:picMkLst>
        </pc:picChg>
      </pc:sldChg>
      <pc:sldChg chg="modSp new">
        <pc:chgData name="Anku Jaiswal" userId="15fa42f86696cacf" providerId="Windows Live" clId="Web-{00C6E089-F3D2-4ECE-5D53-EA07C61D64A9}" dt="2020-09-12T10:53:12.853" v="173" actId="20577"/>
        <pc:sldMkLst>
          <pc:docMk/>
          <pc:sldMk cId="4143671912" sldId="302"/>
        </pc:sldMkLst>
        <pc:spChg chg="mod">
          <ac:chgData name="Anku Jaiswal" userId="15fa42f86696cacf" providerId="Windows Live" clId="Web-{00C6E089-F3D2-4ECE-5D53-EA07C61D64A9}" dt="2020-09-12T10:53:12.853" v="173" actId="20577"/>
          <ac:spMkLst>
            <pc:docMk/>
            <pc:sldMk cId="4143671912" sldId="302"/>
            <ac:spMk id="3" creationId="{57E27514-2ACA-44A4-8715-BBC23BD95162}"/>
          </ac:spMkLst>
        </pc:spChg>
      </pc:sldChg>
      <pc:sldChg chg="modSp new">
        <pc:chgData name="Anku Jaiswal" userId="15fa42f86696cacf" providerId="Windows Live" clId="Web-{00C6E089-F3D2-4ECE-5D53-EA07C61D64A9}" dt="2020-09-12T10:52:24.509" v="154" actId="20577"/>
        <pc:sldMkLst>
          <pc:docMk/>
          <pc:sldMk cId="2811181246" sldId="303"/>
        </pc:sldMkLst>
        <pc:spChg chg="mod">
          <ac:chgData name="Anku Jaiswal" userId="15fa42f86696cacf" providerId="Windows Live" clId="Web-{00C6E089-F3D2-4ECE-5D53-EA07C61D64A9}" dt="2020-09-12T10:52:24.509" v="154" actId="20577"/>
          <ac:spMkLst>
            <pc:docMk/>
            <pc:sldMk cId="2811181246" sldId="303"/>
            <ac:spMk id="3" creationId="{6833E28B-F8F5-4040-9748-ACCDF0C671A1}"/>
          </ac:spMkLst>
        </pc:spChg>
      </pc:sldChg>
      <pc:sldChg chg="modSp new">
        <pc:chgData name="Anku Jaiswal" userId="15fa42f86696cacf" providerId="Windows Live" clId="Web-{00C6E089-F3D2-4ECE-5D53-EA07C61D64A9}" dt="2020-09-12T10:53:09.291" v="169" actId="20577"/>
        <pc:sldMkLst>
          <pc:docMk/>
          <pc:sldMk cId="1689559820" sldId="304"/>
        </pc:sldMkLst>
        <pc:spChg chg="mod">
          <ac:chgData name="Anku Jaiswal" userId="15fa42f86696cacf" providerId="Windows Live" clId="Web-{00C6E089-F3D2-4ECE-5D53-EA07C61D64A9}" dt="2020-09-12T10:53:09.291" v="169" actId="20577"/>
          <ac:spMkLst>
            <pc:docMk/>
            <pc:sldMk cId="1689559820" sldId="304"/>
            <ac:spMk id="3" creationId="{A90A752E-F2D5-4AC4-BB5F-970A145D697C}"/>
          </ac:spMkLst>
        </pc:spChg>
      </pc:sldChg>
      <pc:sldChg chg="modSp new">
        <pc:chgData name="Anku Jaiswal" userId="15fa42f86696cacf" providerId="Windows Live" clId="Web-{00C6E089-F3D2-4ECE-5D53-EA07C61D64A9}" dt="2020-09-12T10:52:58.806" v="165" actId="20577"/>
        <pc:sldMkLst>
          <pc:docMk/>
          <pc:sldMk cId="3855525830" sldId="305"/>
        </pc:sldMkLst>
        <pc:spChg chg="mod">
          <ac:chgData name="Anku Jaiswal" userId="15fa42f86696cacf" providerId="Windows Live" clId="Web-{00C6E089-F3D2-4ECE-5D53-EA07C61D64A9}" dt="2020-09-12T10:52:58.806" v="165" actId="20577"/>
          <ac:spMkLst>
            <pc:docMk/>
            <pc:sldMk cId="3855525830" sldId="305"/>
            <ac:spMk id="3" creationId="{816CCE56-4530-49E4-A8C4-169E4B2C862A}"/>
          </ac:spMkLst>
        </pc:spChg>
      </pc:sldChg>
      <pc:sldChg chg="modSp new">
        <pc:chgData name="Anku Jaiswal" userId="15fa42f86696cacf" providerId="Windows Live" clId="Web-{00C6E089-F3D2-4ECE-5D53-EA07C61D64A9}" dt="2020-09-12T10:52:39.009" v="161" actId="20577"/>
        <pc:sldMkLst>
          <pc:docMk/>
          <pc:sldMk cId="3226062361" sldId="306"/>
        </pc:sldMkLst>
        <pc:spChg chg="mod">
          <ac:chgData name="Anku Jaiswal" userId="15fa42f86696cacf" providerId="Windows Live" clId="Web-{00C6E089-F3D2-4ECE-5D53-EA07C61D64A9}" dt="2020-09-12T10:52:27.587" v="156" actId="20577"/>
          <ac:spMkLst>
            <pc:docMk/>
            <pc:sldMk cId="3226062361" sldId="306"/>
            <ac:spMk id="2" creationId="{A1F72B7A-787B-459E-AD6C-EE35A8B713C2}"/>
          </ac:spMkLst>
        </pc:spChg>
        <pc:spChg chg="mod">
          <ac:chgData name="Anku Jaiswal" userId="15fa42f86696cacf" providerId="Windows Live" clId="Web-{00C6E089-F3D2-4ECE-5D53-EA07C61D64A9}" dt="2020-09-12T10:52:39.009" v="161" actId="20577"/>
          <ac:spMkLst>
            <pc:docMk/>
            <pc:sldMk cId="3226062361" sldId="306"/>
            <ac:spMk id="3" creationId="{A658D8BD-85F1-4D8F-97B9-B7E3AC0059EC}"/>
          </ac:spMkLst>
        </pc:spChg>
      </pc:sldChg>
      <pc:sldChg chg="modSp new">
        <pc:chgData name="Anku Jaiswal" userId="15fa42f86696cacf" providerId="Windows Live" clId="Web-{00C6E089-F3D2-4ECE-5D53-EA07C61D64A9}" dt="2020-09-12T10:54:37.278" v="195" actId="20577"/>
        <pc:sldMkLst>
          <pc:docMk/>
          <pc:sldMk cId="4089338980" sldId="307"/>
        </pc:sldMkLst>
        <pc:spChg chg="mod">
          <ac:chgData name="Anku Jaiswal" userId="15fa42f86696cacf" providerId="Windows Live" clId="Web-{00C6E089-F3D2-4ECE-5D53-EA07C61D64A9}" dt="2020-09-12T10:54:37.278" v="195" actId="20577"/>
          <ac:spMkLst>
            <pc:docMk/>
            <pc:sldMk cId="4089338980" sldId="307"/>
            <ac:spMk id="3" creationId="{5F0D0C50-F558-4851-ACE3-51F8A829AACA}"/>
          </ac:spMkLst>
        </pc:spChg>
      </pc:sldChg>
      <pc:sldChg chg="addSp delSp modSp new">
        <pc:chgData name="Anku Jaiswal" userId="15fa42f86696cacf" providerId="Windows Live" clId="Web-{00C6E089-F3D2-4ECE-5D53-EA07C61D64A9}" dt="2020-09-12T10:54:08.869" v="188"/>
        <pc:sldMkLst>
          <pc:docMk/>
          <pc:sldMk cId="1562142916" sldId="308"/>
        </pc:sldMkLst>
        <pc:spChg chg="del">
          <ac:chgData name="Anku Jaiswal" userId="15fa42f86696cacf" providerId="Windows Live" clId="Web-{00C6E089-F3D2-4ECE-5D53-EA07C61D64A9}" dt="2020-09-12T10:54:08.869" v="188"/>
          <ac:spMkLst>
            <pc:docMk/>
            <pc:sldMk cId="1562142916" sldId="308"/>
            <ac:spMk id="3" creationId="{0B7DBFFE-E3E3-4800-A305-6666E5ACE78B}"/>
          </ac:spMkLst>
        </pc:spChg>
        <pc:picChg chg="add mod ord">
          <ac:chgData name="Anku Jaiswal" userId="15fa42f86696cacf" providerId="Windows Live" clId="Web-{00C6E089-F3D2-4ECE-5D53-EA07C61D64A9}" dt="2020-09-12T10:54:08.869" v="188"/>
          <ac:picMkLst>
            <pc:docMk/>
            <pc:sldMk cId="1562142916" sldId="308"/>
            <ac:picMk id="4" creationId="{6AFB4C76-7696-495B-BF1E-D93D99EC0278}"/>
          </ac:picMkLst>
        </pc:picChg>
      </pc:sldChg>
      <pc:sldChg chg="modSp new">
        <pc:chgData name="Anku Jaiswal" userId="15fa42f86696cacf" providerId="Windows Live" clId="Web-{00C6E089-F3D2-4ECE-5D53-EA07C61D64A9}" dt="2020-09-12T10:54:07.213" v="186" actId="20577"/>
        <pc:sldMkLst>
          <pc:docMk/>
          <pc:sldMk cId="3036995447" sldId="309"/>
        </pc:sldMkLst>
        <pc:spChg chg="mod">
          <ac:chgData name="Anku Jaiswal" userId="15fa42f86696cacf" providerId="Windows Live" clId="Web-{00C6E089-F3D2-4ECE-5D53-EA07C61D64A9}" dt="2020-09-12T10:54:07.213" v="186" actId="20577"/>
          <ac:spMkLst>
            <pc:docMk/>
            <pc:sldMk cId="3036995447" sldId="309"/>
            <ac:spMk id="3" creationId="{AE2C1A33-5A5E-4B25-B5A3-FEE29C5379DE}"/>
          </ac:spMkLst>
        </pc:spChg>
      </pc:sldChg>
      <pc:sldChg chg="modSp new ord">
        <pc:chgData name="Anku Jaiswal" userId="15fa42f86696cacf" providerId="Windows Live" clId="Web-{00C6E089-F3D2-4ECE-5D53-EA07C61D64A9}" dt="2020-09-12T10:53:56.025" v="183"/>
        <pc:sldMkLst>
          <pc:docMk/>
          <pc:sldMk cId="1339350408" sldId="310"/>
        </pc:sldMkLst>
        <pc:spChg chg="mod">
          <ac:chgData name="Anku Jaiswal" userId="15fa42f86696cacf" providerId="Windows Live" clId="Web-{00C6E089-F3D2-4ECE-5D53-EA07C61D64A9}" dt="2020-09-12T10:53:51.088" v="181" actId="20577"/>
          <ac:spMkLst>
            <pc:docMk/>
            <pc:sldMk cId="1339350408" sldId="310"/>
            <ac:spMk id="3" creationId="{3CA435C3-CD87-443F-9E2A-C7E51D06617C}"/>
          </ac:spMkLst>
        </pc:spChg>
      </pc:sldChg>
      <pc:sldChg chg="addSp delSp modSp new mod setBg">
        <pc:chgData name="Anku Jaiswal" userId="15fa42f86696cacf" providerId="Windows Live" clId="Web-{00C6E089-F3D2-4ECE-5D53-EA07C61D64A9}" dt="2020-09-12T10:55:17.635" v="209"/>
        <pc:sldMkLst>
          <pc:docMk/>
          <pc:sldMk cId="3579892784" sldId="311"/>
        </pc:sldMkLst>
        <pc:spChg chg="del">
          <ac:chgData name="Anku Jaiswal" userId="15fa42f86696cacf" providerId="Windows Live" clId="Web-{00C6E089-F3D2-4ECE-5D53-EA07C61D64A9}" dt="2020-09-12T10:55:17.635" v="209"/>
          <ac:spMkLst>
            <pc:docMk/>
            <pc:sldMk cId="3579892784" sldId="311"/>
            <ac:spMk id="2" creationId="{674BBA69-29D7-452E-A013-73A9DDC0D92F}"/>
          </ac:spMkLst>
        </pc:spChg>
        <pc:spChg chg="del">
          <ac:chgData name="Anku Jaiswal" userId="15fa42f86696cacf" providerId="Windows Live" clId="Web-{00C6E089-F3D2-4ECE-5D53-EA07C61D64A9}" dt="2020-09-12T10:55:14.120" v="208"/>
          <ac:spMkLst>
            <pc:docMk/>
            <pc:sldMk cId="3579892784" sldId="311"/>
            <ac:spMk id="3" creationId="{79FDF359-BE79-47D6-9AE6-C9E8D51D5292}"/>
          </ac:spMkLst>
        </pc:spChg>
        <pc:spChg chg="add">
          <ac:chgData name="Anku Jaiswal" userId="15fa42f86696cacf" providerId="Windows Live" clId="Web-{00C6E089-F3D2-4ECE-5D53-EA07C61D64A9}" dt="2020-09-12T10:55:17.635" v="209"/>
          <ac:spMkLst>
            <pc:docMk/>
            <pc:sldMk cId="3579892784" sldId="311"/>
            <ac:spMk id="9" creationId="{1E94681D-2A4C-4A8D-B9B5-31D440D0328D}"/>
          </ac:spMkLst>
        </pc:spChg>
        <pc:spChg chg="add">
          <ac:chgData name="Anku Jaiswal" userId="15fa42f86696cacf" providerId="Windows Live" clId="Web-{00C6E089-F3D2-4ECE-5D53-EA07C61D64A9}" dt="2020-09-12T10:55:17.635" v="209"/>
          <ac:spMkLst>
            <pc:docMk/>
            <pc:sldMk cId="3579892784" sldId="311"/>
            <ac:spMk id="11" creationId="{4EC7E010-C712-408D-9787-0842AFC9F4BB}"/>
          </ac:spMkLst>
        </pc:spChg>
        <pc:spChg chg="add">
          <ac:chgData name="Anku Jaiswal" userId="15fa42f86696cacf" providerId="Windows Live" clId="Web-{00C6E089-F3D2-4ECE-5D53-EA07C61D64A9}" dt="2020-09-12T10:55:17.635" v="209"/>
          <ac:spMkLst>
            <pc:docMk/>
            <pc:sldMk cId="3579892784" sldId="311"/>
            <ac:spMk id="13" creationId="{0503FCEF-A9BA-4991-9220-E36615FB8B53}"/>
          </ac:spMkLst>
        </pc:spChg>
        <pc:spChg chg="add">
          <ac:chgData name="Anku Jaiswal" userId="15fa42f86696cacf" providerId="Windows Live" clId="Web-{00C6E089-F3D2-4ECE-5D53-EA07C61D64A9}" dt="2020-09-12T10:55:17.635" v="209"/>
          <ac:spMkLst>
            <pc:docMk/>
            <pc:sldMk cId="3579892784" sldId="311"/>
            <ac:spMk id="15" creationId="{9664D085-C814-4D74-BCE0-2059F0DC0434}"/>
          </ac:spMkLst>
        </pc:spChg>
        <pc:spChg chg="add">
          <ac:chgData name="Anku Jaiswal" userId="15fa42f86696cacf" providerId="Windows Live" clId="Web-{00C6E089-F3D2-4ECE-5D53-EA07C61D64A9}" dt="2020-09-12T10:55:17.635" v="209"/>
          <ac:spMkLst>
            <pc:docMk/>
            <pc:sldMk cId="3579892784" sldId="311"/>
            <ac:spMk id="17" creationId="{DDA5539E-D8B4-4F5A-B46F-C304F5D7A847}"/>
          </ac:spMkLst>
        </pc:spChg>
        <pc:picChg chg="add mod ord">
          <ac:chgData name="Anku Jaiswal" userId="15fa42f86696cacf" providerId="Windows Live" clId="Web-{00C6E089-F3D2-4ECE-5D53-EA07C61D64A9}" dt="2020-09-12T10:55:17.635" v="209"/>
          <ac:picMkLst>
            <pc:docMk/>
            <pc:sldMk cId="3579892784" sldId="311"/>
            <ac:picMk id="4" creationId="{01484144-97EC-4AD9-8DAD-735895DAD842}"/>
          </ac:picMkLst>
        </pc:picChg>
      </pc:sldChg>
      <pc:sldChg chg="modSp new">
        <pc:chgData name="Anku Jaiswal" userId="15fa42f86696cacf" providerId="Windows Live" clId="Web-{00C6E089-F3D2-4ECE-5D53-EA07C61D64A9}" dt="2020-09-12T10:55:38.057" v="212" actId="20577"/>
        <pc:sldMkLst>
          <pc:docMk/>
          <pc:sldMk cId="2032619974" sldId="312"/>
        </pc:sldMkLst>
        <pc:spChg chg="mod">
          <ac:chgData name="Anku Jaiswal" userId="15fa42f86696cacf" providerId="Windows Live" clId="Web-{00C6E089-F3D2-4ECE-5D53-EA07C61D64A9}" dt="2020-09-12T10:55:38.057" v="212" actId="20577"/>
          <ac:spMkLst>
            <pc:docMk/>
            <pc:sldMk cId="2032619974" sldId="312"/>
            <ac:spMk id="3" creationId="{9182656D-B6B3-496A-A1AC-8B3DA1C9C0CE}"/>
          </ac:spMkLst>
        </pc:spChg>
      </pc:sldChg>
      <pc:sldChg chg="modSp new">
        <pc:chgData name="Anku Jaiswal" userId="15fa42f86696cacf" providerId="Windows Live" clId="Web-{00C6E089-F3D2-4ECE-5D53-EA07C61D64A9}" dt="2020-09-12T10:55:51.542" v="216" actId="20577"/>
        <pc:sldMkLst>
          <pc:docMk/>
          <pc:sldMk cId="972254503" sldId="313"/>
        </pc:sldMkLst>
        <pc:spChg chg="mod">
          <ac:chgData name="Anku Jaiswal" userId="15fa42f86696cacf" providerId="Windows Live" clId="Web-{00C6E089-F3D2-4ECE-5D53-EA07C61D64A9}" dt="2020-09-12T10:55:51.542" v="216" actId="20577"/>
          <ac:spMkLst>
            <pc:docMk/>
            <pc:sldMk cId="972254503" sldId="313"/>
            <ac:spMk id="3" creationId="{C2B0AEAA-5712-487F-9621-DA702BEF9410}"/>
          </ac:spMkLst>
        </pc:spChg>
      </pc:sldChg>
      <pc:sldChg chg="modSp new">
        <pc:chgData name="Anku Jaiswal" userId="15fa42f86696cacf" providerId="Windows Live" clId="Web-{00C6E089-F3D2-4ECE-5D53-EA07C61D64A9}" dt="2020-09-12T10:55:12.510" v="206" actId="20577"/>
        <pc:sldMkLst>
          <pc:docMk/>
          <pc:sldMk cId="3487554501" sldId="314"/>
        </pc:sldMkLst>
        <pc:spChg chg="mod">
          <ac:chgData name="Anku Jaiswal" userId="15fa42f86696cacf" providerId="Windows Live" clId="Web-{00C6E089-F3D2-4ECE-5D53-EA07C61D64A9}" dt="2020-09-12T10:54:53.823" v="201" actId="20577"/>
          <ac:spMkLst>
            <pc:docMk/>
            <pc:sldMk cId="3487554501" sldId="314"/>
            <ac:spMk id="2" creationId="{DA677CEE-E926-407B-B8D9-C5A676DDAB86}"/>
          </ac:spMkLst>
        </pc:spChg>
        <pc:spChg chg="mod">
          <ac:chgData name="Anku Jaiswal" userId="15fa42f86696cacf" providerId="Windows Live" clId="Web-{00C6E089-F3D2-4ECE-5D53-EA07C61D64A9}" dt="2020-09-12T10:55:12.510" v="206" actId="20577"/>
          <ac:spMkLst>
            <pc:docMk/>
            <pc:sldMk cId="3487554501" sldId="314"/>
            <ac:spMk id="3" creationId="{1ABFE0B4-D789-4E20-9779-C3EC1D949C76}"/>
          </ac:spMkLst>
        </pc:spChg>
      </pc:sldChg>
      <pc:sldChg chg="modSp new">
        <pc:chgData name="Anku Jaiswal" userId="15fa42f86696cacf" providerId="Windows Live" clId="Web-{00C6E089-F3D2-4ECE-5D53-EA07C61D64A9}" dt="2020-09-12T10:56:01.995" v="221" actId="20577"/>
        <pc:sldMkLst>
          <pc:docMk/>
          <pc:sldMk cId="3209987102" sldId="315"/>
        </pc:sldMkLst>
        <pc:spChg chg="mod">
          <ac:chgData name="Anku Jaiswal" userId="15fa42f86696cacf" providerId="Windows Live" clId="Web-{00C6E089-F3D2-4ECE-5D53-EA07C61D64A9}" dt="2020-09-12T10:56:01.995" v="221" actId="20577"/>
          <ac:spMkLst>
            <pc:docMk/>
            <pc:sldMk cId="3209987102" sldId="315"/>
            <ac:spMk id="3" creationId="{6DA0A4BF-AB82-4647-BB59-4E690A48CB8B}"/>
          </ac:spMkLst>
        </pc:spChg>
      </pc:sldChg>
      <pc:sldChg chg="addSp delSp modSp new">
        <pc:chgData name="Anku Jaiswal" userId="15fa42f86696cacf" providerId="Windows Live" clId="Web-{00C6E089-F3D2-4ECE-5D53-EA07C61D64A9}" dt="2020-09-12T10:56:37.480" v="230"/>
        <pc:sldMkLst>
          <pc:docMk/>
          <pc:sldMk cId="3893073985" sldId="316"/>
        </pc:sldMkLst>
        <pc:spChg chg="mod">
          <ac:chgData name="Anku Jaiswal" userId="15fa42f86696cacf" providerId="Windows Live" clId="Web-{00C6E089-F3D2-4ECE-5D53-EA07C61D64A9}" dt="2020-09-12T10:56:21.573" v="227" actId="20577"/>
          <ac:spMkLst>
            <pc:docMk/>
            <pc:sldMk cId="3893073985" sldId="316"/>
            <ac:spMk id="2" creationId="{CF0A3846-40F1-4945-875C-74394BB72646}"/>
          </ac:spMkLst>
        </pc:spChg>
        <pc:spChg chg="del">
          <ac:chgData name="Anku Jaiswal" userId="15fa42f86696cacf" providerId="Windows Live" clId="Web-{00C6E089-F3D2-4ECE-5D53-EA07C61D64A9}" dt="2020-09-12T10:56:37.480" v="230"/>
          <ac:spMkLst>
            <pc:docMk/>
            <pc:sldMk cId="3893073985" sldId="316"/>
            <ac:spMk id="3" creationId="{40FFF07E-5DC2-402F-B18B-7D33810E9A89}"/>
          </ac:spMkLst>
        </pc:spChg>
        <pc:graphicFrameChg chg="add mod ord modGraphic">
          <ac:chgData name="Anku Jaiswal" userId="15fa42f86696cacf" providerId="Windows Live" clId="Web-{00C6E089-F3D2-4ECE-5D53-EA07C61D64A9}" dt="2020-09-12T10:56:37.480" v="230"/>
          <ac:graphicFrameMkLst>
            <pc:docMk/>
            <pc:sldMk cId="3893073985" sldId="316"/>
            <ac:graphicFrameMk id="5" creationId="{D47065C7-5E97-457E-9383-F0ADEDC1B9EB}"/>
          </ac:graphicFrameMkLst>
        </pc:graphicFrameChg>
      </pc:sldChg>
      <pc:sldChg chg="new">
        <pc:chgData name="Anku Jaiswal" userId="15fa42f86696cacf" providerId="Windows Live" clId="Web-{00C6E089-F3D2-4ECE-5D53-EA07C61D64A9}" dt="2020-09-12T10:56:07.120" v="224"/>
        <pc:sldMkLst>
          <pc:docMk/>
          <pc:sldMk cId="1110073352" sldId="317"/>
        </pc:sldMkLst>
      </pc:sldChg>
      <pc:sldChg chg="modSp new">
        <pc:chgData name="Anku Jaiswal" userId="15fa42f86696cacf" providerId="Windows Live" clId="Web-{00C6E089-F3D2-4ECE-5D53-EA07C61D64A9}" dt="2020-09-12T10:57:33.496" v="241" actId="20577"/>
        <pc:sldMkLst>
          <pc:docMk/>
          <pc:sldMk cId="260634916" sldId="318"/>
        </pc:sldMkLst>
        <pc:spChg chg="mod">
          <ac:chgData name="Anku Jaiswal" userId="15fa42f86696cacf" providerId="Windows Live" clId="Web-{00C6E089-F3D2-4ECE-5D53-EA07C61D64A9}" dt="2020-09-12T10:57:14.089" v="238" actId="20577"/>
          <ac:spMkLst>
            <pc:docMk/>
            <pc:sldMk cId="260634916" sldId="318"/>
            <ac:spMk id="2" creationId="{D9BC69DB-DA55-4470-9D5F-08FD844BC28B}"/>
          </ac:spMkLst>
        </pc:spChg>
        <pc:spChg chg="mod">
          <ac:chgData name="Anku Jaiswal" userId="15fa42f86696cacf" providerId="Windows Live" clId="Web-{00C6E089-F3D2-4ECE-5D53-EA07C61D64A9}" dt="2020-09-12T10:57:33.496" v="241" actId="20577"/>
          <ac:spMkLst>
            <pc:docMk/>
            <pc:sldMk cId="260634916" sldId="318"/>
            <ac:spMk id="3" creationId="{A47ECE95-A865-4A0E-A00D-AF4359A05750}"/>
          </ac:spMkLst>
        </pc:spChg>
      </pc:sldChg>
      <pc:sldChg chg="modSp new">
        <pc:chgData name="Anku Jaiswal" userId="15fa42f86696cacf" providerId="Windows Live" clId="Web-{00C6E089-F3D2-4ECE-5D53-EA07C61D64A9}" dt="2020-09-12T10:57:11.589" v="236" actId="20577"/>
        <pc:sldMkLst>
          <pc:docMk/>
          <pc:sldMk cId="1470281346" sldId="319"/>
        </pc:sldMkLst>
        <pc:spChg chg="mod">
          <ac:chgData name="Anku Jaiswal" userId="15fa42f86696cacf" providerId="Windows Live" clId="Web-{00C6E089-F3D2-4ECE-5D53-EA07C61D64A9}" dt="2020-09-12T10:56:53.573" v="231" actId="20577"/>
          <ac:spMkLst>
            <pc:docMk/>
            <pc:sldMk cId="1470281346" sldId="319"/>
            <ac:spMk id="2" creationId="{184FB1F1-22BB-469B-BB40-B3D77BE6EE26}"/>
          </ac:spMkLst>
        </pc:spChg>
        <pc:spChg chg="mod">
          <ac:chgData name="Anku Jaiswal" userId="15fa42f86696cacf" providerId="Windows Live" clId="Web-{00C6E089-F3D2-4ECE-5D53-EA07C61D64A9}" dt="2020-09-12T10:57:11.589" v="236" actId="20577"/>
          <ac:spMkLst>
            <pc:docMk/>
            <pc:sldMk cId="1470281346" sldId="319"/>
            <ac:spMk id="3" creationId="{DB8F9B45-593A-4889-AA37-37F60DC4FB40}"/>
          </ac:spMkLst>
        </pc:spChg>
      </pc:sldChg>
    </pc:docChg>
  </pc:docChgLst>
  <pc:docChgLst>
    <pc:chgData name="Anku Jaiswal" userId="15fa42f86696cacf" providerId="Windows Live" clId="Web-{5528BBF3-AFB4-4865-AF90-2E84050A922A}"/>
    <pc:docChg chg="modSld">
      <pc:chgData name="Anku Jaiswal" userId="15fa42f86696cacf" providerId="Windows Live" clId="Web-{5528BBF3-AFB4-4865-AF90-2E84050A922A}" dt="2020-09-13T02:25:57.989" v="167" actId="20577"/>
      <pc:docMkLst>
        <pc:docMk/>
      </pc:docMkLst>
      <pc:sldChg chg="delSp modSp">
        <pc:chgData name="Anku Jaiswal" userId="15fa42f86696cacf" providerId="Windows Live" clId="Web-{5528BBF3-AFB4-4865-AF90-2E84050A922A}" dt="2020-09-13T02:24:03.911" v="109" actId="20577"/>
        <pc:sldMkLst>
          <pc:docMk/>
          <pc:sldMk cId="4037495844" sldId="277"/>
        </pc:sldMkLst>
        <pc:spChg chg="del">
          <ac:chgData name="Anku Jaiswal" userId="15fa42f86696cacf" providerId="Windows Live" clId="Web-{5528BBF3-AFB4-4865-AF90-2E84050A922A}" dt="2020-09-13T02:23:14.270" v="100"/>
          <ac:spMkLst>
            <pc:docMk/>
            <pc:sldMk cId="4037495844" sldId="277"/>
            <ac:spMk id="2" creationId="{19E06877-87EE-45DF-A034-EE3060AAF17A}"/>
          </ac:spMkLst>
        </pc:spChg>
        <pc:spChg chg="mod">
          <ac:chgData name="Anku Jaiswal" userId="15fa42f86696cacf" providerId="Windows Live" clId="Web-{5528BBF3-AFB4-4865-AF90-2E84050A922A}" dt="2020-09-13T02:24:03.911" v="109" actId="20577"/>
          <ac:spMkLst>
            <pc:docMk/>
            <pc:sldMk cId="4037495844" sldId="277"/>
            <ac:spMk id="3" creationId="{E9D23CBE-3615-4E88-860F-79ABFCB13C26}"/>
          </ac:spMkLst>
        </pc:spChg>
      </pc:sldChg>
      <pc:sldChg chg="delSp modSp">
        <pc:chgData name="Anku Jaiswal" userId="15fa42f86696cacf" providerId="Windows Live" clId="Web-{5528BBF3-AFB4-4865-AF90-2E84050A922A}" dt="2020-09-13T02:23:09.239" v="99"/>
        <pc:sldMkLst>
          <pc:docMk/>
          <pc:sldMk cId="2370060338" sldId="278"/>
        </pc:sldMkLst>
        <pc:spChg chg="del">
          <ac:chgData name="Anku Jaiswal" userId="15fa42f86696cacf" providerId="Windows Live" clId="Web-{5528BBF3-AFB4-4865-AF90-2E84050A922A}" dt="2020-09-13T02:22:50.410" v="97"/>
          <ac:spMkLst>
            <pc:docMk/>
            <pc:sldMk cId="2370060338" sldId="278"/>
            <ac:spMk id="2" creationId="{793B0B2D-FAEA-45CA-96B2-5D9196D15908}"/>
          </ac:spMkLst>
        </pc:spChg>
        <pc:spChg chg="mod">
          <ac:chgData name="Anku Jaiswal" userId="15fa42f86696cacf" providerId="Windows Live" clId="Web-{5528BBF3-AFB4-4865-AF90-2E84050A922A}" dt="2020-09-13T02:23:09.239" v="99"/>
          <ac:spMkLst>
            <pc:docMk/>
            <pc:sldMk cId="2370060338" sldId="278"/>
            <ac:spMk id="3" creationId="{31EAC96F-7FCE-4DDB-BEDA-DA0C1C9725C3}"/>
          </ac:spMkLst>
        </pc:spChg>
      </pc:sldChg>
      <pc:sldChg chg="delSp modSp">
        <pc:chgData name="Anku Jaiswal" userId="15fa42f86696cacf" providerId="Windows Live" clId="Web-{5528BBF3-AFB4-4865-AF90-2E84050A922A}" dt="2020-09-13T02:22:44.301" v="94" actId="20577"/>
        <pc:sldMkLst>
          <pc:docMk/>
          <pc:sldMk cId="1789709086" sldId="279"/>
        </pc:sldMkLst>
        <pc:spChg chg="del">
          <ac:chgData name="Anku Jaiswal" userId="15fa42f86696cacf" providerId="Windows Live" clId="Web-{5528BBF3-AFB4-4865-AF90-2E84050A922A}" dt="2020-09-13T02:21:16.098" v="58"/>
          <ac:spMkLst>
            <pc:docMk/>
            <pc:sldMk cId="1789709086" sldId="279"/>
            <ac:spMk id="2" creationId="{A86012A7-A2E3-4FCC-AA74-825A0360D245}"/>
          </ac:spMkLst>
        </pc:spChg>
        <pc:spChg chg="mod">
          <ac:chgData name="Anku Jaiswal" userId="15fa42f86696cacf" providerId="Windows Live" clId="Web-{5528BBF3-AFB4-4865-AF90-2E84050A922A}" dt="2020-09-13T02:22:44.301" v="94" actId="20577"/>
          <ac:spMkLst>
            <pc:docMk/>
            <pc:sldMk cId="1789709086" sldId="279"/>
            <ac:spMk id="3" creationId="{A8A325C5-4194-4F49-9A0E-411A8876C7DB}"/>
          </ac:spMkLst>
        </pc:spChg>
      </pc:sldChg>
      <pc:sldChg chg="delSp modSp">
        <pc:chgData name="Anku Jaiswal" userId="15fa42f86696cacf" providerId="Windows Live" clId="Web-{5528BBF3-AFB4-4865-AF90-2E84050A922A}" dt="2020-09-13T02:21:11.129" v="55" actId="20577"/>
        <pc:sldMkLst>
          <pc:docMk/>
          <pc:sldMk cId="2306609082" sldId="280"/>
        </pc:sldMkLst>
        <pc:spChg chg="del">
          <ac:chgData name="Anku Jaiswal" userId="15fa42f86696cacf" providerId="Windows Live" clId="Web-{5528BBF3-AFB4-4865-AF90-2E84050A922A}" dt="2020-09-13T02:20:30.676" v="43"/>
          <ac:spMkLst>
            <pc:docMk/>
            <pc:sldMk cId="2306609082" sldId="280"/>
            <ac:spMk id="2" creationId="{8EE2D4CA-8D11-4718-BA83-3C285A040B69}"/>
          </ac:spMkLst>
        </pc:spChg>
        <pc:spChg chg="mod">
          <ac:chgData name="Anku Jaiswal" userId="15fa42f86696cacf" providerId="Windows Live" clId="Web-{5528BBF3-AFB4-4865-AF90-2E84050A922A}" dt="2020-09-13T02:21:11.129" v="55" actId="20577"/>
          <ac:spMkLst>
            <pc:docMk/>
            <pc:sldMk cId="2306609082" sldId="280"/>
            <ac:spMk id="3" creationId="{BC83BDAE-ECF6-4716-8667-880A5810351F}"/>
          </ac:spMkLst>
        </pc:spChg>
      </pc:sldChg>
      <pc:sldChg chg="delSp modSp">
        <pc:chgData name="Anku Jaiswal" userId="15fa42f86696cacf" providerId="Windows Live" clId="Web-{5528BBF3-AFB4-4865-AF90-2E84050A922A}" dt="2020-09-13T02:19:57.441" v="41" actId="20577"/>
        <pc:sldMkLst>
          <pc:docMk/>
          <pc:sldMk cId="2156834456" sldId="281"/>
        </pc:sldMkLst>
        <pc:spChg chg="del">
          <ac:chgData name="Anku Jaiswal" userId="15fa42f86696cacf" providerId="Windows Live" clId="Web-{5528BBF3-AFB4-4865-AF90-2E84050A922A}" dt="2020-09-13T02:13:42.565" v="20"/>
          <ac:spMkLst>
            <pc:docMk/>
            <pc:sldMk cId="2156834456" sldId="281"/>
            <ac:spMk id="2" creationId="{0E979505-8CA2-497F-8D19-7F75AE782C7D}"/>
          </ac:spMkLst>
        </pc:spChg>
        <pc:spChg chg="mod">
          <ac:chgData name="Anku Jaiswal" userId="15fa42f86696cacf" providerId="Windows Live" clId="Web-{5528BBF3-AFB4-4865-AF90-2E84050A922A}" dt="2020-09-13T02:19:57.441" v="41" actId="20577"/>
          <ac:spMkLst>
            <pc:docMk/>
            <pc:sldMk cId="2156834456" sldId="281"/>
            <ac:spMk id="3" creationId="{E544A563-226B-4EDA-8282-72D9C0436AF4}"/>
          </ac:spMkLst>
        </pc:spChg>
      </pc:sldChg>
      <pc:sldChg chg="modSp">
        <pc:chgData name="Anku Jaiswal" userId="15fa42f86696cacf" providerId="Windows Live" clId="Web-{5528BBF3-AFB4-4865-AF90-2E84050A922A}" dt="2020-09-13T02:13:33.846" v="18" actId="20577"/>
        <pc:sldMkLst>
          <pc:docMk/>
          <pc:sldMk cId="3502906075" sldId="282"/>
        </pc:sldMkLst>
        <pc:spChg chg="mod">
          <ac:chgData name="Anku Jaiswal" userId="15fa42f86696cacf" providerId="Windows Live" clId="Web-{5528BBF3-AFB4-4865-AF90-2E84050A922A}" dt="2020-09-13T02:13:33.846" v="18" actId="20577"/>
          <ac:spMkLst>
            <pc:docMk/>
            <pc:sldMk cId="3502906075" sldId="282"/>
            <ac:spMk id="3" creationId="{A3A1EC83-D2C0-49B3-89EC-2940BC342974}"/>
          </ac:spMkLst>
        </pc:spChg>
      </pc:sldChg>
      <pc:sldChg chg="delSp modSp">
        <pc:chgData name="Anku Jaiswal" userId="15fa42f86696cacf" providerId="Windows Live" clId="Web-{5528BBF3-AFB4-4865-AF90-2E84050A922A}" dt="2020-09-13T02:24:26.926" v="116" actId="20577"/>
        <pc:sldMkLst>
          <pc:docMk/>
          <pc:sldMk cId="3668669035" sldId="283"/>
        </pc:sldMkLst>
        <pc:spChg chg="del">
          <ac:chgData name="Anku Jaiswal" userId="15fa42f86696cacf" providerId="Windows Live" clId="Web-{5528BBF3-AFB4-4865-AF90-2E84050A922A}" dt="2020-09-13T02:24:08.661" v="110"/>
          <ac:spMkLst>
            <pc:docMk/>
            <pc:sldMk cId="3668669035" sldId="283"/>
            <ac:spMk id="2" creationId="{2DC5DDE2-2E98-41B6-8C3E-9A63B1A167BA}"/>
          </ac:spMkLst>
        </pc:spChg>
        <pc:spChg chg="mod">
          <ac:chgData name="Anku Jaiswal" userId="15fa42f86696cacf" providerId="Windows Live" clId="Web-{5528BBF3-AFB4-4865-AF90-2E84050A922A}" dt="2020-09-13T02:24:26.926" v="116" actId="20577"/>
          <ac:spMkLst>
            <pc:docMk/>
            <pc:sldMk cId="3668669035" sldId="283"/>
            <ac:spMk id="3" creationId="{01A7F5E5-7D46-40EF-BCDF-186EFEBD587B}"/>
          </ac:spMkLst>
        </pc:spChg>
      </pc:sldChg>
      <pc:sldChg chg="delSp modSp">
        <pc:chgData name="Anku Jaiswal" userId="15fa42f86696cacf" providerId="Windows Live" clId="Web-{5528BBF3-AFB4-4865-AF90-2E84050A922A}" dt="2020-09-13T02:25:57.958" v="166" actId="20577"/>
        <pc:sldMkLst>
          <pc:docMk/>
          <pc:sldMk cId="3229627217" sldId="287"/>
        </pc:sldMkLst>
        <pc:spChg chg="del">
          <ac:chgData name="Anku Jaiswal" userId="15fa42f86696cacf" providerId="Windows Live" clId="Web-{5528BBF3-AFB4-4865-AF90-2E84050A922A}" dt="2020-09-13T02:25:34.833" v="156"/>
          <ac:spMkLst>
            <pc:docMk/>
            <pc:sldMk cId="3229627217" sldId="287"/>
            <ac:spMk id="2" creationId="{EC76EFA8-E414-4B34-8FBB-BC8CAC872F84}"/>
          </ac:spMkLst>
        </pc:spChg>
        <pc:spChg chg="mod">
          <ac:chgData name="Anku Jaiswal" userId="15fa42f86696cacf" providerId="Windows Live" clId="Web-{5528BBF3-AFB4-4865-AF90-2E84050A922A}" dt="2020-09-13T02:25:57.958" v="166" actId="20577"/>
          <ac:spMkLst>
            <pc:docMk/>
            <pc:sldMk cId="3229627217" sldId="287"/>
            <ac:spMk id="3" creationId="{F5325DBF-B37E-4A3D-8F9E-E5AAF8BB17D5}"/>
          </ac:spMkLst>
        </pc:spChg>
      </pc:sldChg>
      <pc:sldChg chg="delSp modSp">
        <pc:chgData name="Anku Jaiswal" userId="15fa42f86696cacf" providerId="Windows Live" clId="Web-{5528BBF3-AFB4-4865-AF90-2E84050A922A}" dt="2020-09-13T02:25:30.317" v="154" actId="20577"/>
        <pc:sldMkLst>
          <pc:docMk/>
          <pc:sldMk cId="2162153959" sldId="288"/>
        </pc:sldMkLst>
        <pc:spChg chg="del">
          <ac:chgData name="Anku Jaiswal" userId="15fa42f86696cacf" providerId="Windows Live" clId="Web-{5528BBF3-AFB4-4865-AF90-2E84050A922A}" dt="2020-09-13T02:24:58.520" v="142"/>
          <ac:spMkLst>
            <pc:docMk/>
            <pc:sldMk cId="2162153959" sldId="288"/>
            <ac:spMk id="2" creationId="{2BB8E204-0D8F-465C-942E-5013BEE98E9B}"/>
          </ac:spMkLst>
        </pc:spChg>
        <pc:spChg chg="mod">
          <ac:chgData name="Anku Jaiswal" userId="15fa42f86696cacf" providerId="Windows Live" clId="Web-{5528BBF3-AFB4-4865-AF90-2E84050A922A}" dt="2020-09-13T02:25:30.317" v="154" actId="20577"/>
          <ac:spMkLst>
            <pc:docMk/>
            <pc:sldMk cId="2162153959" sldId="288"/>
            <ac:spMk id="3" creationId="{72AB0F1F-5F7A-4523-91EB-5A050F4347A4}"/>
          </ac:spMkLst>
        </pc:spChg>
      </pc:sldChg>
      <pc:sldChg chg="modSp">
        <pc:chgData name="Anku Jaiswal" userId="15fa42f86696cacf" providerId="Windows Live" clId="Web-{5528BBF3-AFB4-4865-AF90-2E84050A922A}" dt="2020-09-13T02:24:53.473" v="140" actId="20577"/>
        <pc:sldMkLst>
          <pc:docMk/>
          <pc:sldMk cId="2475399238" sldId="289"/>
        </pc:sldMkLst>
        <pc:spChg chg="mod">
          <ac:chgData name="Anku Jaiswal" userId="15fa42f86696cacf" providerId="Windows Live" clId="Web-{5528BBF3-AFB4-4865-AF90-2E84050A922A}" dt="2020-09-13T02:24:53.473" v="140" actId="20577"/>
          <ac:spMkLst>
            <pc:docMk/>
            <pc:sldMk cId="2475399238" sldId="289"/>
            <ac:spMk id="3" creationId="{77090D55-A941-436F-93EF-54B66759EDD2}"/>
          </ac:spMkLst>
        </pc:spChg>
      </pc:sldChg>
    </pc:docChg>
  </pc:docChgLst>
  <pc:docChgLst>
    <pc:chgData name="Anku Jaiswal" userId="15fa42f86696cacf" providerId="Windows Live" clId="Web-{19181A00-32BD-4B2D-50EE-E3F3719E8B27}"/>
    <pc:docChg chg="modSld">
      <pc:chgData name="Anku Jaiswal" userId="15fa42f86696cacf" providerId="Windows Live" clId="Web-{19181A00-32BD-4B2D-50EE-E3F3719E8B27}" dt="2020-09-15T11:17:52.560" v="51" actId="20577"/>
      <pc:docMkLst>
        <pc:docMk/>
      </pc:docMkLst>
      <pc:sldChg chg="modSp">
        <pc:chgData name="Anku Jaiswal" userId="15fa42f86696cacf" providerId="Windows Live" clId="Web-{19181A00-32BD-4B2D-50EE-E3F3719E8B27}" dt="2020-09-15T11:16:51.841" v="42" actId="20577"/>
        <pc:sldMkLst>
          <pc:docMk/>
          <pc:sldMk cId="2370060338" sldId="278"/>
        </pc:sldMkLst>
        <pc:spChg chg="mod">
          <ac:chgData name="Anku Jaiswal" userId="15fa42f86696cacf" providerId="Windows Live" clId="Web-{19181A00-32BD-4B2D-50EE-E3F3719E8B27}" dt="2020-09-15T11:16:51.841" v="42" actId="20577"/>
          <ac:spMkLst>
            <pc:docMk/>
            <pc:sldMk cId="2370060338" sldId="278"/>
            <ac:spMk id="3" creationId="{31EAC96F-7FCE-4DDB-BEDA-DA0C1C9725C3}"/>
          </ac:spMkLst>
        </pc:spChg>
      </pc:sldChg>
      <pc:sldChg chg="modSp">
        <pc:chgData name="Anku Jaiswal" userId="15fa42f86696cacf" providerId="Windows Live" clId="Web-{19181A00-32BD-4B2D-50EE-E3F3719E8B27}" dt="2020-09-15T11:16:26.763" v="20" actId="20577"/>
        <pc:sldMkLst>
          <pc:docMk/>
          <pc:sldMk cId="1789709086" sldId="279"/>
        </pc:sldMkLst>
        <pc:spChg chg="mod">
          <ac:chgData name="Anku Jaiswal" userId="15fa42f86696cacf" providerId="Windows Live" clId="Web-{19181A00-32BD-4B2D-50EE-E3F3719E8B27}" dt="2020-09-15T11:16:26.763" v="20" actId="20577"/>
          <ac:spMkLst>
            <pc:docMk/>
            <pc:sldMk cId="1789709086" sldId="279"/>
            <ac:spMk id="3" creationId="{A8A325C5-4194-4F49-9A0E-411A8876C7DB}"/>
          </ac:spMkLst>
        </pc:spChg>
      </pc:sldChg>
      <pc:sldChg chg="modSp">
        <pc:chgData name="Anku Jaiswal" userId="15fa42f86696cacf" providerId="Windows Live" clId="Web-{19181A00-32BD-4B2D-50EE-E3F3719E8B27}" dt="2020-09-15T11:16:08.809" v="12" actId="20577"/>
        <pc:sldMkLst>
          <pc:docMk/>
          <pc:sldMk cId="2306609082" sldId="280"/>
        </pc:sldMkLst>
        <pc:spChg chg="mod">
          <ac:chgData name="Anku Jaiswal" userId="15fa42f86696cacf" providerId="Windows Live" clId="Web-{19181A00-32BD-4B2D-50EE-E3F3719E8B27}" dt="2020-09-15T11:16:08.809" v="12" actId="20577"/>
          <ac:spMkLst>
            <pc:docMk/>
            <pc:sldMk cId="2306609082" sldId="280"/>
            <ac:spMk id="3" creationId="{BC83BDAE-ECF6-4716-8667-880A5810351F}"/>
          </ac:spMkLst>
        </pc:spChg>
      </pc:sldChg>
      <pc:sldChg chg="modSp">
        <pc:chgData name="Anku Jaiswal" userId="15fa42f86696cacf" providerId="Windows Live" clId="Web-{19181A00-32BD-4B2D-50EE-E3F3719E8B27}" dt="2020-09-15T11:15:57.841" v="6" actId="20577"/>
        <pc:sldMkLst>
          <pc:docMk/>
          <pc:sldMk cId="2156834456" sldId="281"/>
        </pc:sldMkLst>
        <pc:spChg chg="mod">
          <ac:chgData name="Anku Jaiswal" userId="15fa42f86696cacf" providerId="Windows Live" clId="Web-{19181A00-32BD-4B2D-50EE-E3F3719E8B27}" dt="2020-09-15T11:15:57.841" v="6" actId="20577"/>
          <ac:spMkLst>
            <pc:docMk/>
            <pc:sldMk cId="2156834456" sldId="281"/>
            <ac:spMk id="3" creationId="{E544A563-226B-4EDA-8282-72D9C0436AF4}"/>
          </ac:spMkLst>
        </pc:spChg>
      </pc:sldChg>
      <pc:sldChg chg="modSp">
        <pc:chgData name="Anku Jaiswal" userId="15fa42f86696cacf" providerId="Windows Live" clId="Web-{19181A00-32BD-4B2D-50EE-E3F3719E8B27}" dt="2020-09-15T11:17:52.560" v="50" actId="20577"/>
        <pc:sldMkLst>
          <pc:docMk/>
          <pc:sldMk cId="3668669035" sldId="283"/>
        </pc:sldMkLst>
        <pc:spChg chg="mod">
          <ac:chgData name="Anku Jaiswal" userId="15fa42f86696cacf" providerId="Windows Live" clId="Web-{19181A00-32BD-4B2D-50EE-E3F3719E8B27}" dt="2020-09-15T11:17:52.560" v="50" actId="20577"/>
          <ac:spMkLst>
            <pc:docMk/>
            <pc:sldMk cId="3668669035" sldId="283"/>
            <ac:spMk id="3" creationId="{01A7F5E5-7D46-40EF-BCDF-186EFEBD587B}"/>
          </ac:spMkLst>
        </pc:spChg>
      </pc:sldChg>
    </pc:docChg>
  </pc:docChgLst>
  <pc:docChgLst>
    <pc:chgData name="Anku Jaiswal" userId="15fa42f86696cacf" providerId="Windows Live" clId="Web-{9472E4BB-AB3C-4467-BA2A-BA571551BAD5}"/>
    <pc:docChg chg="modSld addMainMaster delMainMaster">
      <pc:chgData name="Anku Jaiswal" userId="15fa42f86696cacf" providerId="Windows Live" clId="Web-{9472E4BB-AB3C-4467-BA2A-BA571551BAD5}" dt="2020-09-01T08:37:56.874" v="3" actId="20577"/>
      <pc:docMkLst>
        <pc:docMk/>
      </pc:docMkLst>
      <pc:sldChg chg="addSp modSp mod setBg modClrScheme chgLayout">
        <pc:chgData name="Anku Jaiswal" userId="15fa42f86696cacf" providerId="Windows Live" clId="Web-{9472E4BB-AB3C-4467-BA2A-BA571551BAD5}" dt="2020-09-01T08:37:34.170" v="1" actId="20577"/>
        <pc:sldMkLst>
          <pc:docMk/>
          <pc:sldMk cId="109857222" sldId="256"/>
        </pc:sldMkLst>
        <pc:spChg chg="mod">
          <ac:chgData name="Anku Jaiswal" userId="15fa42f86696cacf" providerId="Windows Live" clId="Web-{9472E4BB-AB3C-4467-BA2A-BA571551BAD5}" dt="2020-09-01T08:37:34.170" v="1" actId="20577"/>
          <ac:spMkLst>
            <pc:docMk/>
            <pc:sldMk cId="109857222" sldId="256"/>
            <ac:spMk id="2" creationId="{00000000-0000-0000-0000-000000000000}"/>
          </ac:spMkLst>
        </pc:spChg>
        <pc:spChg chg="mod">
          <ac:chgData name="Anku Jaiswal" userId="15fa42f86696cacf" providerId="Windows Live" clId="Web-{9472E4BB-AB3C-4467-BA2A-BA571551BAD5}" dt="2020-09-01T08:36:39.233" v="0"/>
          <ac:spMkLst>
            <pc:docMk/>
            <pc:sldMk cId="109857222" sldId="256"/>
            <ac:spMk id="3" creationId="{00000000-0000-0000-0000-000000000000}"/>
          </ac:spMkLst>
        </pc:spChg>
        <pc:spChg chg="add">
          <ac:chgData name="Anku Jaiswal" userId="15fa42f86696cacf" providerId="Windows Live" clId="Web-{9472E4BB-AB3C-4467-BA2A-BA571551BAD5}" dt="2020-09-01T08:36:39.233" v="0"/>
          <ac:spMkLst>
            <pc:docMk/>
            <pc:sldMk cId="109857222" sldId="256"/>
            <ac:spMk id="8" creationId="{D071C0CD-5EFD-45A1-AAFD-61C3D4A65188}"/>
          </ac:spMkLst>
        </pc:spChg>
        <pc:spChg chg="add">
          <ac:chgData name="Anku Jaiswal" userId="15fa42f86696cacf" providerId="Windows Live" clId="Web-{9472E4BB-AB3C-4467-BA2A-BA571551BAD5}" dt="2020-09-01T08:36:39.233" v="0"/>
          <ac:spMkLst>
            <pc:docMk/>
            <pc:sldMk cId="109857222" sldId="256"/>
            <ac:spMk id="10" creationId="{8A03302C-20A2-4C4F-9760-E85AE1041385}"/>
          </ac:spMkLst>
        </pc:spChg>
        <pc:spChg chg="add">
          <ac:chgData name="Anku Jaiswal" userId="15fa42f86696cacf" providerId="Windows Live" clId="Web-{9472E4BB-AB3C-4467-BA2A-BA571551BAD5}" dt="2020-09-01T08:36:39.233" v="0"/>
          <ac:spMkLst>
            <pc:docMk/>
            <pc:sldMk cId="109857222" sldId="256"/>
            <ac:spMk id="12" creationId="{D00F093B-0739-4429-B30D-D72924D08871}"/>
          </ac:spMkLst>
        </pc:spChg>
        <pc:spChg chg="add">
          <ac:chgData name="Anku Jaiswal" userId="15fa42f86696cacf" providerId="Windows Live" clId="Web-{9472E4BB-AB3C-4467-BA2A-BA571551BAD5}" dt="2020-09-01T08:36:39.233" v="0"/>
          <ac:spMkLst>
            <pc:docMk/>
            <pc:sldMk cId="109857222" sldId="256"/>
            <ac:spMk id="14" creationId="{1BB92999-6A40-480A-8965-2F20DFB032B5}"/>
          </ac:spMkLst>
        </pc:spChg>
        <pc:cxnChg chg="add">
          <ac:chgData name="Anku Jaiswal" userId="15fa42f86696cacf" providerId="Windows Live" clId="Web-{9472E4BB-AB3C-4467-BA2A-BA571551BAD5}" dt="2020-09-01T08:36:39.233" v="0"/>
          <ac:cxnSpMkLst>
            <pc:docMk/>
            <pc:sldMk cId="109857222" sldId="256"/>
            <ac:cxnSpMk id="16" creationId="{15573B87-7D61-460C-9ADA-EF63674E3A97}"/>
          </ac:cxnSpMkLst>
        </pc:cxnChg>
        <pc:cxnChg chg="add">
          <ac:chgData name="Anku Jaiswal" userId="15fa42f86696cacf" providerId="Windows Live" clId="Web-{9472E4BB-AB3C-4467-BA2A-BA571551BAD5}" dt="2020-09-01T08:36:39.233" v="0"/>
          <ac:cxnSpMkLst>
            <pc:docMk/>
            <pc:sldMk cId="109857222" sldId="256"/>
            <ac:cxnSpMk id="18" creationId="{0AAF6B7C-985D-4351-9564-8DBDF5BB03EA}"/>
          </ac:cxnSpMkLst>
        </pc:cxnChg>
        <pc:cxnChg chg="add">
          <ac:chgData name="Anku Jaiswal" userId="15fa42f86696cacf" providerId="Windows Live" clId="Web-{9472E4BB-AB3C-4467-BA2A-BA571551BAD5}" dt="2020-09-01T08:36:39.233" v="0"/>
          <ac:cxnSpMkLst>
            <pc:docMk/>
            <pc:sldMk cId="109857222" sldId="256"/>
            <ac:cxnSpMk id="20" creationId="{F88433F4-33AB-4CE1-9DE3-72A8403654F1}"/>
          </ac:cxnSpMkLst>
        </pc:cxnChg>
      </pc:sldChg>
      <pc:sldMasterChg chg="del delSldLayout">
        <pc:chgData name="Anku Jaiswal" userId="15fa42f86696cacf" providerId="Windows Live" clId="Web-{9472E4BB-AB3C-4467-BA2A-BA571551BAD5}" dt="2020-09-01T08:36:39.233" v="0"/>
        <pc:sldMasterMkLst>
          <pc:docMk/>
          <pc:sldMasterMk cId="2460954070" sldId="2147483660"/>
        </pc:sldMasterMkLst>
        <pc:sldLayoutChg chg="del">
          <pc:chgData name="Anku Jaiswal" userId="15fa42f86696cacf" providerId="Windows Live" clId="Web-{9472E4BB-AB3C-4467-BA2A-BA571551BAD5}" dt="2020-09-01T08:36:39.233" v="0"/>
          <pc:sldLayoutMkLst>
            <pc:docMk/>
            <pc:sldMasterMk cId="2460954070" sldId="2147483660"/>
            <pc:sldLayoutMk cId="2385387890" sldId="2147483661"/>
          </pc:sldLayoutMkLst>
        </pc:sldLayoutChg>
        <pc:sldLayoutChg chg="del">
          <pc:chgData name="Anku Jaiswal" userId="15fa42f86696cacf" providerId="Windows Live" clId="Web-{9472E4BB-AB3C-4467-BA2A-BA571551BAD5}" dt="2020-09-01T08:36:39.233" v="0"/>
          <pc:sldLayoutMkLst>
            <pc:docMk/>
            <pc:sldMasterMk cId="2460954070" sldId="2147483660"/>
            <pc:sldLayoutMk cId="949138452" sldId="2147483662"/>
          </pc:sldLayoutMkLst>
        </pc:sldLayoutChg>
        <pc:sldLayoutChg chg="del">
          <pc:chgData name="Anku Jaiswal" userId="15fa42f86696cacf" providerId="Windows Live" clId="Web-{9472E4BB-AB3C-4467-BA2A-BA571551BAD5}" dt="2020-09-01T08:36:39.233" v="0"/>
          <pc:sldLayoutMkLst>
            <pc:docMk/>
            <pc:sldMasterMk cId="2460954070" sldId="2147483660"/>
            <pc:sldLayoutMk cId="2591524520" sldId="2147483663"/>
          </pc:sldLayoutMkLst>
        </pc:sldLayoutChg>
        <pc:sldLayoutChg chg="del">
          <pc:chgData name="Anku Jaiswal" userId="15fa42f86696cacf" providerId="Windows Live" clId="Web-{9472E4BB-AB3C-4467-BA2A-BA571551BAD5}" dt="2020-09-01T08:36:39.233" v="0"/>
          <pc:sldLayoutMkLst>
            <pc:docMk/>
            <pc:sldMasterMk cId="2460954070" sldId="2147483660"/>
            <pc:sldLayoutMk cId="1203092039" sldId="2147483664"/>
          </pc:sldLayoutMkLst>
        </pc:sldLayoutChg>
        <pc:sldLayoutChg chg="del">
          <pc:chgData name="Anku Jaiswal" userId="15fa42f86696cacf" providerId="Windows Live" clId="Web-{9472E4BB-AB3C-4467-BA2A-BA571551BAD5}" dt="2020-09-01T08:36:39.233" v="0"/>
          <pc:sldLayoutMkLst>
            <pc:docMk/>
            <pc:sldMasterMk cId="2460954070" sldId="2147483660"/>
            <pc:sldLayoutMk cId="3733172339" sldId="2147483665"/>
          </pc:sldLayoutMkLst>
        </pc:sldLayoutChg>
        <pc:sldLayoutChg chg="del">
          <pc:chgData name="Anku Jaiswal" userId="15fa42f86696cacf" providerId="Windows Live" clId="Web-{9472E4BB-AB3C-4467-BA2A-BA571551BAD5}" dt="2020-09-01T08:36:39.233" v="0"/>
          <pc:sldLayoutMkLst>
            <pc:docMk/>
            <pc:sldMasterMk cId="2460954070" sldId="2147483660"/>
            <pc:sldLayoutMk cId="3210312558" sldId="2147483666"/>
          </pc:sldLayoutMkLst>
        </pc:sldLayoutChg>
        <pc:sldLayoutChg chg="del">
          <pc:chgData name="Anku Jaiswal" userId="15fa42f86696cacf" providerId="Windows Live" clId="Web-{9472E4BB-AB3C-4467-BA2A-BA571551BAD5}" dt="2020-09-01T08:36:39.233" v="0"/>
          <pc:sldLayoutMkLst>
            <pc:docMk/>
            <pc:sldMasterMk cId="2460954070" sldId="2147483660"/>
            <pc:sldLayoutMk cId="3146388984" sldId="2147483667"/>
          </pc:sldLayoutMkLst>
        </pc:sldLayoutChg>
        <pc:sldLayoutChg chg="del">
          <pc:chgData name="Anku Jaiswal" userId="15fa42f86696cacf" providerId="Windows Live" clId="Web-{9472E4BB-AB3C-4467-BA2A-BA571551BAD5}" dt="2020-09-01T08:36:39.233" v="0"/>
          <pc:sldLayoutMkLst>
            <pc:docMk/>
            <pc:sldMasterMk cId="2460954070" sldId="2147483660"/>
            <pc:sldLayoutMk cId="3171841454" sldId="2147483668"/>
          </pc:sldLayoutMkLst>
        </pc:sldLayoutChg>
        <pc:sldLayoutChg chg="del">
          <pc:chgData name="Anku Jaiswal" userId="15fa42f86696cacf" providerId="Windows Live" clId="Web-{9472E4BB-AB3C-4467-BA2A-BA571551BAD5}" dt="2020-09-01T08:36:39.233" v="0"/>
          <pc:sldLayoutMkLst>
            <pc:docMk/>
            <pc:sldMasterMk cId="2460954070" sldId="2147483660"/>
            <pc:sldLayoutMk cId="1718958274" sldId="2147483669"/>
          </pc:sldLayoutMkLst>
        </pc:sldLayoutChg>
        <pc:sldLayoutChg chg="del">
          <pc:chgData name="Anku Jaiswal" userId="15fa42f86696cacf" providerId="Windows Live" clId="Web-{9472E4BB-AB3C-4467-BA2A-BA571551BAD5}" dt="2020-09-01T08:36:39.233" v="0"/>
          <pc:sldLayoutMkLst>
            <pc:docMk/>
            <pc:sldMasterMk cId="2460954070" sldId="2147483660"/>
            <pc:sldLayoutMk cId="2202905451" sldId="2147483670"/>
          </pc:sldLayoutMkLst>
        </pc:sldLayoutChg>
        <pc:sldLayoutChg chg="del">
          <pc:chgData name="Anku Jaiswal" userId="15fa42f86696cacf" providerId="Windows Live" clId="Web-{9472E4BB-AB3C-4467-BA2A-BA571551BAD5}" dt="2020-09-01T08:36:39.233" v="0"/>
          <pc:sldLayoutMkLst>
            <pc:docMk/>
            <pc:sldMasterMk cId="2460954070" sldId="2147483660"/>
            <pc:sldLayoutMk cId="3479445657" sldId="2147483671"/>
          </pc:sldLayoutMkLst>
        </pc:sldLayoutChg>
      </pc:sldMasterChg>
      <pc:sldMasterChg chg="add addSldLayout">
        <pc:chgData name="Anku Jaiswal" userId="15fa42f86696cacf" providerId="Windows Live" clId="Web-{9472E4BB-AB3C-4467-BA2A-BA571551BAD5}" dt="2020-09-01T08:36:39.233" v="0"/>
        <pc:sldMasterMkLst>
          <pc:docMk/>
          <pc:sldMasterMk cId="278131892" sldId="2147483763"/>
        </pc:sldMasterMkLst>
        <pc:sldLayoutChg chg="add">
          <pc:chgData name="Anku Jaiswal" userId="15fa42f86696cacf" providerId="Windows Live" clId="Web-{9472E4BB-AB3C-4467-BA2A-BA571551BAD5}" dt="2020-09-01T08:36:39.233" v="0"/>
          <pc:sldLayoutMkLst>
            <pc:docMk/>
            <pc:sldMasterMk cId="278131892" sldId="2147483763"/>
            <pc:sldLayoutMk cId="1794193438" sldId="2147483752"/>
          </pc:sldLayoutMkLst>
        </pc:sldLayoutChg>
        <pc:sldLayoutChg chg="add">
          <pc:chgData name="Anku Jaiswal" userId="15fa42f86696cacf" providerId="Windows Live" clId="Web-{9472E4BB-AB3C-4467-BA2A-BA571551BAD5}" dt="2020-09-01T08:36:39.233" v="0"/>
          <pc:sldLayoutMkLst>
            <pc:docMk/>
            <pc:sldMasterMk cId="278131892" sldId="2147483763"/>
            <pc:sldLayoutMk cId="3316220880" sldId="2147483753"/>
          </pc:sldLayoutMkLst>
        </pc:sldLayoutChg>
        <pc:sldLayoutChg chg="add">
          <pc:chgData name="Anku Jaiswal" userId="15fa42f86696cacf" providerId="Windows Live" clId="Web-{9472E4BB-AB3C-4467-BA2A-BA571551BAD5}" dt="2020-09-01T08:36:39.233" v="0"/>
          <pc:sldLayoutMkLst>
            <pc:docMk/>
            <pc:sldMasterMk cId="278131892" sldId="2147483763"/>
            <pc:sldLayoutMk cId="847401612" sldId="2147483754"/>
          </pc:sldLayoutMkLst>
        </pc:sldLayoutChg>
        <pc:sldLayoutChg chg="add">
          <pc:chgData name="Anku Jaiswal" userId="15fa42f86696cacf" providerId="Windows Live" clId="Web-{9472E4BB-AB3C-4467-BA2A-BA571551BAD5}" dt="2020-09-01T08:36:39.233" v="0"/>
          <pc:sldLayoutMkLst>
            <pc:docMk/>
            <pc:sldMasterMk cId="278131892" sldId="2147483763"/>
            <pc:sldLayoutMk cId="1722358166" sldId="2147483755"/>
          </pc:sldLayoutMkLst>
        </pc:sldLayoutChg>
        <pc:sldLayoutChg chg="add">
          <pc:chgData name="Anku Jaiswal" userId="15fa42f86696cacf" providerId="Windows Live" clId="Web-{9472E4BB-AB3C-4467-BA2A-BA571551BAD5}" dt="2020-09-01T08:36:39.233" v="0"/>
          <pc:sldLayoutMkLst>
            <pc:docMk/>
            <pc:sldMasterMk cId="278131892" sldId="2147483763"/>
            <pc:sldLayoutMk cId="1784733599" sldId="2147483756"/>
          </pc:sldLayoutMkLst>
        </pc:sldLayoutChg>
        <pc:sldLayoutChg chg="add">
          <pc:chgData name="Anku Jaiswal" userId="15fa42f86696cacf" providerId="Windows Live" clId="Web-{9472E4BB-AB3C-4467-BA2A-BA571551BAD5}" dt="2020-09-01T08:36:39.233" v="0"/>
          <pc:sldLayoutMkLst>
            <pc:docMk/>
            <pc:sldMasterMk cId="278131892" sldId="2147483763"/>
            <pc:sldLayoutMk cId="4237145408" sldId="2147483757"/>
          </pc:sldLayoutMkLst>
        </pc:sldLayoutChg>
        <pc:sldLayoutChg chg="add">
          <pc:chgData name="Anku Jaiswal" userId="15fa42f86696cacf" providerId="Windows Live" clId="Web-{9472E4BB-AB3C-4467-BA2A-BA571551BAD5}" dt="2020-09-01T08:36:39.233" v="0"/>
          <pc:sldLayoutMkLst>
            <pc:docMk/>
            <pc:sldMasterMk cId="278131892" sldId="2147483763"/>
            <pc:sldLayoutMk cId="3470063893" sldId="2147483758"/>
          </pc:sldLayoutMkLst>
        </pc:sldLayoutChg>
        <pc:sldLayoutChg chg="add">
          <pc:chgData name="Anku Jaiswal" userId="15fa42f86696cacf" providerId="Windows Live" clId="Web-{9472E4BB-AB3C-4467-BA2A-BA571551BAD5}" dt="2020-09-01T08:36:39.233" v="0"/>
          <pc:sldLayoutMkLst>
            <pc:docMk/>
            <pc:sldMasterMk cId="278131892" sldId="2147483763"/>
            <pc:sldLayoutMk cId="1530845399" sldId="2147483759"/>
          </pc:sldLayoutMkLst>
        </pc:sldLayoutChg>
        <pc:sldLayoutChg chg="add">
          <pc:chgData name="Anku Jaiswal" userId="15fa42f86696cacf" providerId="Windows Live" clId="Web-{9472E4BB-AB3C-4467-BA2A-BA571551BAD5}" dt="2020-09-01T08:36:39.233" v="0"/>
          <pc:sldLayoutMkLst>
            <pc:docMk/>
            <pc:sldMasterMk cId="278131892" sldId="2147483763"/>
            <pc:sldLayoutMk cId="1881313885" sldId="2147483760"/>
          </pc:sldLayoutMkLst>
        </pc:sldLayoutChg>
        <pc:sldLayoutChg chg="add">
          <pc:chgData name="Anku Jaiswal" userId="15fa42f86696cacf" providerId="Windows Live" clId="Web-{9472E4BB-AB3C-4467-BA2A-BA571551BAD5}" dt="2020-09-01T08:36:39.233" v="0"/>
          <pc:sldLayoutMkLst>
            <pc:docMk/>
            <pc:sldMasterMk cId="278131892" sldId="2147483763"/>
            <pc:sldLayoutMk cId="564613379" sldId="2147483761"/>
          </pc:sldLayoutMkLst>
        </pc:sldLayoutChg>
        <pc:sldLayoutChg chg="add">
          <pc:chgData name="Anku Jaiswal" userId="15fa42f86696cacf" providerId="Windows Live" clId="Web-{9472E4BB-AB3C-4467-BA2A-BA571551BAD5}" dt="2020-09-01T08:36:39.233" v="0"/>
          <pc:sldLayoutMkLst>
            <pc:docMk/>
            <pc:sldMasterMk cId="278131892" sldId="2147483763"/>
            <pc:sldLayoutMk cId="3986834643" sldId="2147483762"/>
          </pc:sldLayoutMkLst>
        </pc:sldLayoutChg>
      </pc:sldMasterChg>
    </pc:docChg>
  </pc:docChgLst>
  <pc:docChgLst>
    <pc:chgData name="Anku Jaiswal" userId="15fa42f86696cacf" providerId="Windows Live" clId="Web-{C8A2EBE2-631A-49BF-1A5C-2E238AE64714}"/>
    <pc:docChg chg="addSld modSld">
      <pc:chgData name="Anku Jaiswal" userId="15fa42f86696cacf" providerId="Windows Live" clId="Web-{C8A2EBE2-631A-49BF-1A5C-2E238AE64714}" dt="2020-09-02T03:21:55.659" v="166"/>
      <pc:docMkLst>
        <pc:docMk/>
      </pc:docMkLst>
      <pc:sldChg chg="modSp new">
        <pc:chgData name="Anku Jaiswal" userId="15fa42f86696cacf" providerId="Windows Live" clId="Web-{C8A2EBE2-631A-49BF-1A5C-2E238AE64714}" dt="2020-09-02T02:59:05.585" v="31" actId="20577"/>
        <pc:sldMkLst>
          <pc:docMk/>
          <pc:sldMk cId="570100765" sldId="257"/>
        </pc:sldMkLst>
        <pc:spChg chg="mod">
          <ac:chgData name="Anku Jaiswal" userId="15fa42f86696cacf" providerId="Windows Live" clId="Web-{C8A2EBE2-631A-49BF-1A5C-2E238AE64714}" dt="2020-09-02T02:55:29.646" v="23" actId="20577"/>
          <ac:spMkLst>
            <pc:docMk/>
            <pc:sldMk cId="570100765" sldId="257"/>
            <ac:spMk id="2" creationId="{A54486B6-C0A6-4F38-92A9-1423803B1DB5}"/>
          </ac:spMkLst>
        </pc:spChg>
        <pc:spChg chg="mod">
          <ac:chgData name="Anku Jaiswal" userId="15fa42f86696cacf" providerId="Windows Live" clId="Web-{C8A2EBE2-631A-49BF-1A5C-2E238AE64714}" dt="2020-09-02T02:59:05.585" v="31" actId="20577"/>
          <ac:spMkLst>
            <pc:docMk/>
            <pc:sldMk cId="570100765" sldId="257"/>
            <ac:spMk id="3" creationId="{B6F70F99-3D4D-49D9-B746-87045A0D7C65}"/>
          </ac:spMkLst>
        </pc:spChg>
      </pc:sldChg>
      <pc:sldChg chg="modSp new">
        <pc:chgData name="Anku Jaiswal" userId="15fa42f86696cacf" providerId="Windows Live" clId="Web-{C8A2EBE2-631A-49BF-1A5C-2E238AE64714}" dt="2020-09-02T02:59:14.101" v="35" actId="20577"/>
        <pc:sldMkLst>
          <pc:docMk/>
          <pc:sldMk cId="2718483842" sldId="258"/>
        </pc:sldMkLst>
        <pc:spChg chg="mod">
          <ac:chgData name="Anku Jaiswal" userId="15fa42f86696cacf" providerId="Windows Live" clId="Web-{C8A2EBE2-631A-49BF-1A5C-2E238AE64714}" dt="2020-09-02T02:59:14.101" v="35" actId="20577"/>
          <ac:spMkLst>
            <pc:docMk/>
            <pc:sldMk cId="2718483842" sldId="258"/>
            <ac:spMk id="3" creationId="{9DEE517A-8920-4F10-A780-B28C71F6B0ED}"/>
          </ac:spMkLst>
        </pc:spChg>
      </pc:sldChg>
      <pc:sldChg chg="modSp new">
        <pc:chgData name="Anku Jaiswal" userId="15fa42f86696cacf" providerId="Windows Live" clId="Web-{C8A2EBE2-631A-49BF-1A5C-2E238AE64714}" dt="2020-09-02T02:54:44.897" v="16" actId="20577"/>
        <pc:sldMkLst>
          <pc:docMk/>
          <pc:sldMk cId="1746491997" sldId="259"/>
        </pc:sldMkLst>
        <pc:spChg chg="mod">
          <ac:chgData name="Anku Jaiswal" userId="15fa42f86696cacf" providerId="Windows Live" clId="Web-{C8A2EBE2-631A-49BF-1A5C-2E238AE64714}" dt="2020-09-02T02:54:44.897" v="16" actId="20577"/>
          <ac:spMkLst>
            <pc:docMk/>
            <pc:sldMk cId="1746491997" sldId="259"/>
            <ac:spMk id="2" creationId="{33883041-5A2E-46D5-9D08-E65776DC913C}"/>
          </ac:spMkLst>
        </pc:spChg>
        <pc:spChg chg="mod">
          <ac:chgData name="Anku Jaiswal" userId="15fa42f86696cacf" providerId="Windows Live" clId="Web-{C8A2EBE2-631A-49BF-1A5C-2E238AE64714}" dt="2020-09-02T02:54:42.286" v="6" actId="20577"/>
          <ac:spMkLst>
            <pc:docMk/>
            <pc:sldMk cId="1746491997" sldId="259"/>
            <ac:spMk id="3" creationId="{AA0FBEE2-B13E-4F65-8F0D-1D9D2552F196}"/>
          </ac:spMkLst>
        </pc:spChg>
      </pc:sldChg>
      <pc:sldChg chg="modSp new">
        <pc:chgData name="Anku Jaiswal" userId="15fa42f86696cacf" providerId="Windows Live" clId="Web-{C8A2EBE2-631A-49BF-1A5C-2E238AE64714}" dt="2020-09-02T02:55:15.208" v="21" actId="20577"/>
        <pc:sldMkLst>
          <pc:docMk/>
          <pc:sldMk cId="1912583994" sldId="260"/>
        </pc:sldMkLst>
        <pc:spChg chg="mod">
          <ac:chgData name="Anku Jaiswal" userId="15fa42f86696cacf" providerId="Windows Live" clId="Web-{C8A2EBE2-631A-49BF-1A5C-2E238AE64714}" dt="2020-09-02T02:55:15.208" v="21" actId="20577"/>
          <ac:spMkLst>
            <pc:docMk/>
            <pc:sldMk cId="1912583994" sldId="260"/>
            <ac:spMk id="3" creationId="{C82613FC-9C7F-4302-BE23-F775CC10A514}"/>
          </ac:spMkLst>
        </pc:spChg>
      </pc:sldChg>
      <pc:sldChg chg="modSp new">
        <pc:chgData name="Anku Jaiswal" userId="15fa42f86696cacf" providerId="Windows Live" clId="Web-{C8A2EBE2-631A-49BF-1A5C-2E238AE64714}" dt="2020-09-02T03:01:31.836" v="43" actId="20577"/>
        <pc:sldMkLst>
          <pc:docMk/>
          <pc:sldMk cId="677930065" sldId="261"/>
        </pc:sldMkLst>
        <pc:spChg chg="mod">
          <ac:chgData name="Anku Jaiswal" userId="15fa42f86696cacf" providerId="Windows Live" clId="Web-{C8A2EBE2-631A-49BF-1A5C-2E238AE64714}" dt="2020-09-02T03:00:59.711" v="38" actId="20577"/>
          <ac:spMkLst>
            <pc:docMk/>
            <pc:sldMk cId="677930065" sldId="261"/>
            <ac:spMk id="2" creationId="{AD8FA9ED-0B1E-4271-B48E-0B281378D542}"/>
          </ac:spMkLst>
        </pc:spChg>
        <pc:spChg chg="mod">
          <ac:chgData name="Anku Jaiswal" userId="15fa42f86696cacf" providerId="Windows Live" clId="Web-{C8A2EBE2-631A-49BF-1A5C-2E238AE64714}" dt="2020-09-02T03:01:31.836" v="43" actId="20577"/>
          <ac:spMkLst>
            <pc:docMk/>
            <pc:sldMk cId="677930065" sldId="261"/>
            <ac:spMk id="3" creationId="{8DEAE089-B185-4903-A6C4-FA66ADC4B074}"/>
          </ac:spMkLst>
        </pc:spChg>
      </pc:sldChg>
      <pc:sldChg chg="modSp new">
        <pc:chgData name="Anku Jaiswal" userId="15fa42f86696cacf" providerId="Windows Live" clId="Web-{C8A2EBE2-631A-49BF-1A5C-2E238AE64714}" dt="2020-09-02T03:01:53.087" v="51" actId="20577"/>
        <pc:sldMkLst>
          <pc:docMk/>
          <pc:sldMk cId="3880060735" sldId="262"/>
        </pc:sldMkLst>
        <pc:spChg chg="mod">
          <ac:chgData name="Anku Jaiswal" userId="15fa42f86696cacf" providerId="Windows Live" clId="Web-{C8A2EBE2-631A-49BF-1A5C-2E238AE64714}" dt="2020-09-02T03:01:42.337" v="46" actId="20577"/>
          <ac:spMkLst>
            <pc:docMk/>
            <pc:sldMk cId="3880060735" sldId="262"/>
            <ac:spMk id="2" creationId="{4F10004C-F3DC-45D9-9FF0-960D41F055BA}"/>
          </ac:spMkLst>
        </pc:spChg>
        <pc:spChg chg="mod">
          <ac:chgData name="Anku Jaiswal" userId="15fa42f86696cacf" providerId="Windows Live" clId="Web-{C8A2EBE2-631A-49BF-1A5C-2E238AE64714}" dt="2020-09-02T03:01:53.087" v="51" actId="20577"/>
          <ac:spMkLst>
            <pc:docMk/>
            <pc:sldMk cId="3880060735" sldId="262"/>
            <ac:spMk id="3" creationId="{B50A7684-FFDD-4292-B41B-F4C318DCFD1E}"/>
          </ac:spMkLst>
        </pc:spChg>
      </pc:sldChg>
      <pc:sldChg chg="modSp new">
        <pc:chgData name="Anku Jaiswal" userId="15fa42f86696cacf" providerId="Windows Live" clId="Web-{C8A2EBE2-631A-49BF-1A5C-2E238AE64714}" dt="2020-09-02T03:02:20.228" v="59" actId="20577"/>
        <pc:sldMkLst>
          <pc:docMk/>
          <pc:sldMk cId="24175896" sldId="263"/>
        </pc:sldMkLst>
        <pc:spChg chg="mod">
          <ac:chgData name="Anku Jaiswal" userId="15fa42f86696cacf" providerId="Windows Live" clId="Web-{C8A2EBE2-631A-49BF-1A5C-2E238AE64714}" dt="2020-09-02T03:02:03.009" v="54" actId="20577"/>
          <ac:spMkLst>
            <pc:docMk/>
            <pc:sldMk cId="24175896" sldId="263"/>
            <ac:spMk id="2" creationId="{5E713CAE-82B1-48B8-A0F4-30959254E71F}"/>
          </ac:spMkLst>
        </pc:spChg>
        <pc:spChg chg="mod">
          <ac:chgData name="Anku Jaiswal" userId="15fa42f86696cacf" providerId="Windows Live" clId="Web-{C8A2EBE2-631A-49BF-1A5C-2E238AE64714}" dt="2020-09-02T03:02:20.228" v="59" actId="20577"/>
          <ac:spMkLst>
            <pc:docMk/>
            <pc:sldMk cId="24175896" sldId="263"/>
            <ac:spMk id="3" creationId="{EB51723D-B0FD-4819-8A0E-EBF6A1C88F11}"/>
          </ac:spMkLst>
        </pc:spChg>
      </pc:sldChg>
      <pc:sldChg chg="modSp new">
        <pc:chgData name="Anku Jaiswal" userId="15fa42f86696cacf" providerId="Windows Live" clId="Web-{C8A2EBE2-631A-49BF-1A5C-2E238AE64714}" dt="2020-09-02T03:02:41.540" v="67" actId="20577"/>
        <pc:sldMkLst>
          <pc:docMk/>
          <pc:sldMk cId="1542113737" sldId="264"/>
        </pc:sldMkLst>
        <pc:spChg chg="mod">
          <ac:chgData name="Anku Jaiswal" userId="15fa42f86696cacf" providerId="Windows Live" clId="Web-{C8A2EBE2-631A-49BF-1A5C-2E238AE64714}" dt="2020-09-02T03:02:23.993" v="62" actId="20577"/>
          <ac:spMkLst>
            <pc:docMk/>
            <pc:sldMk cId="1542113737" sldId="264"/>
            <ac:spMk id="2" creationId="{B0F22796-4ABE-4CCE-9C20-C3829FF14242}"/>
          </ac:spMkLst>
        </pc:spChg>
        <pc:spChg chg="mod">
          <ac:chgData name="Anku Jaiswal" userId="15fa42f86696cacf" providerId="Windows Live" clId="Web-{C8A2EBE2-631A-49BF-1A5C-2E238AE64714}" dt="2020-09-02T03:02:41.540" v="67" actId="20577"/>
          <ac:spMkLst>
            <pc:docMk/>
            <pc:sldMk cId="1542113737" sldId="264"/>
            <ac:spMk id="3" creationId="{87891D5B-A896-4AC8-9182-CB6C3B9E4FB5}"/>
          </ac:spMkLst>
        </pc:spChg>
      </pc:sldChg>
      <pc:sldChg chg="modSp new">
        <pc:chgData name="Anku Jaiswal" userId="15fa42f86696cacf" providerId="Windows Live" clId="Web-{C8A2EBE2-631A-49BF-1A5C-2E238AE64714}" dt="2020-09-02T03:02:58.572" v="75" actId="20577"/>
        <pc:sldMkLst>
          <pc:docMk/>
          <pc:sldMk cId="758171501" sldId="265"/>
        </pc:sldMkLst>
        <pc:spChg chg="mod">
          <ac:chgData name="Anku Jaiswal" userId="15fa42f86696cacf" providerId="Windows Live" clId="Web-{C8A2EBE2-631A-49BF-1A5C-2E238AE64714}" dt="2020-09-02T03:02:45.259" v="70" actId="20577"/>
          <ac:spMkLst>
            <pc:docMk/>
            <pc:sldMk cId="758171501" sldId="265"/>
            <ac:spMk id="2" creationId="{7596621F-2786-4391-B9C6-A75A7F1D03A5}"/>
          </ac:spMkLst>
        </pc:spChg>
        <pc:spChg chg="mod">
          <ac:chgData name="Anku Jaiswal" userId="15fa42f86696cacf" providerId="Windows Live" clId="Web-{C8A2EBE2-631A-49BF-1A5C-2E238AE64714}" dt="2020-09-02T03:02:58.572" v="75" actId="20577"/>
          <ac:spMkLst>
            <pc:docMk/>
            <pc:sldMk cId="758171501" sldId="265"/>
            <ac:spMk id="3" creationId="{5F99D7D4-FC64-43A8-A881-0D3972CAB013}"/>
          </ac:spMkLst>
        </pc:spChg>
      </pc:sldChg>
      <pc:sldChg chg="modSp new">
        <pc:chgData name="Anku Jaiswal" userId="15fa42f86696cacf" providerId="Windows Live" clId="Web-{C8A2EBE2-631A-49BF-1A5C-2E238AE64714}" dt="2020-09-02T03:16:14.266" v="83" actId="20577"/>
        <pc:sldMkLst>
          <pc:docMk/>
          <pc:sldMk cId="1676644676" sldId="266"/>
        </pc:sldMkLst>
        <pc:spChg chg="mod">
          <ac:chgData name="Anku Jaiswal" userId="15fa42f86696cacf" providerId="Windows Live" clId="Web-{C8A2EBE2-631A-49BF-1A5C-2E238AE64714}" dt="2020-09-02T03:03:05.259" v="78" actId="20577"/>
          <ac:spMkLst>
            <pc:docMk/>
            <pc:sldMk cId="1676644676" sldId="266"/>
            <ac:spMk id="2" creationId="{3A16900E-EFBC-4959-B50C-9AE6F813CEDD}"/>
          </ac:spMkLst>
        </pc:spChg>
        <pc:spChg chg="mod">
          <ac:chgData name="Anku Jaiswal" userId="15fa42f86696cacf" providerId="Windows Live" clId="Web-{C8A2EBE2-631A-49BF-1A5C-2E238AE64714}" dt="2020-09-02T03:16:14.266" v="83" actId="20577"/>
          <ac:spMkLst>
            <pc:docMk/>
            <pc:sldMk cId="1676644676" sldId="266"/>
            <ac:spMk id="3" creationId="{261A0E14-D6D1-4BB9-A367-16009F0C4B8C}"/>
          </ac:spMkLst>
        </pc:spChg>
      </pc:sldChg>
      <pc:sldChg chg="modSp new">
        <pc:chgData name="Anku Jaiswal" userId="15fa42f86696cacf" providerId="Windows Live" clId="Web-{C8A2EBE2-631A-49BF-1A5C-2E238AE64714}" dt="2020-09-02T03:18:15.736" v="106" actId="20577"/>
        <pc:sldMkLst>
          <pc:docMk/>
          <pc:sldMk cId="833142479" sldId="267"/>
        </pc:sldMkLst>
        <pc:spChg chg="mod">
          <ac:chgData name="Anku Jaiswal" userId="15fa42f86696cacf" providerId="Windows Live" clId="Web-{C8A2EBE2-631A-49BF-1A5C-2E238AE64714}" dt="2020-09-02T03:18:15.736" v="106" actId="20577"/>
          <ac:spMkLst>
            <pc:docMk/>
            <pc:sldMk cId="833142479" sldId="267"/>
            <ac:spMk id="3" creationId="{D29C394D-95EE-4529-9898-31F5E946FD40}"/>
          </ac:spMkLst>
        </pc:spChg>
      </pc:sldChg>
      <pc:sldChg chg="modSp new">
        <pc:chgData name="Anku Jaiswal" userId="15fa42f86696cacf" providerId="Windows Live" clId="Web-{C8A2EBE2-631A-49BF-1A5C-2E238AE64714}" dt="2020-09-02T03:17:54.720" v="98" actId="20577"/>
        <pc:sldMkLst>
          <pc:docMk/>
          <pc:sldMk cId="848006704" sldId="268"/>
        </pc:sldMkLst>
        <pc:spChg chg="mod">
          <ac:chgData name="Anku Jaiswal" userId="15fa42f86696cacf" providerId="Windows Live" clId="Web-{C8A2EBE2-631A-49BF-1A5C-2E238AE64714}" dt="2020-09-02T03:17:54.720" v="98" actId="20577"/>
          <ac:spMkLst>
            <pc:docMk/>
            <pc:sldMk cId="848006704" sldId="268"/>
            <ac:spMk id="3" creationId="{B5DD0833-6D93-4FB5-8C5C-D25BC4C557B2}"/>
          </ac:spMkLst>
        </pc:spChg>
      </pc:sldChg>
      <pc:sldChg chg="modSp new">
        <pc:chgData name="Anku Jaiswal" userId="15fa42f86696cacf" providerId="Windows Live" clId="Web-{C8A2EBE2-631A-49BF-1A5C-2E238AE64714}" dt="2020-09-02T03:18:12.595" v="102" actId="20577"/>
        <pc:sldMkLst>
          <pc:docMk/>
          <pc:sldMk cId="2977146359" sldId="269"/>
        </pc:sldMkLst>
        <pc:spChg chg="mod">
          <ac:chgData name="Anku Jaiswal" userId="15fa42f86696cacf" providerId="Windows Live" clId="Web-{C8A2EBE2-631A-49BF-1A5C-2E238AE64714}" dt="2020-09-02T03:18:12.595" v="102" actId="20577"/>
          <ac:spMkLst>
            <pc:docMk/>
            <pc:sldMk cId="2977146359" sldId="269"/>
            <ac:spMk id="3" creationId="{2DD50544-4B73-4C9D-B6CA-CD4EEB10EB26}"/>
          </ac:spMkLst>
        </pc:spChg>
      </pc:sldChg>
      <pc:sldChg chg="modSp new">
        <pc:chgData name="Anku Jaiswal" userId="15fa42f86696cacf" providerId="Windows Live" clId="Web-{C8A2EBE2-631A-49BF-1A5C-2E238AE64714}" dt="2020-09-02T03:17:01.719" v="94" actId="20577"/>
        <pc:sldMkLst>
          <pc:docMk/>
          <pc:sldMk cId="3143993451" sldId="270"/>
        </pc:sldMkLst>
        <pc:spChg chg="mod">
          <ac:chgData name="Anku Jaiswal" userId="15fa42f86696cacf" providerId="Windows Live" clId="Web-{C8A2EBE2-631A-49BF-1A5C-2E238AE64714}" dt="2020-09-02T03:16:42.829" v="89" actId="20577"/>
          <ac:spMkLst>
            <pc:docMk/>
            <pc:sldMk cId="3143993451" sldId="270"/>
            <ac:spMk id="2" creationId="{E4C0DC39-B058-49DC-98EE-38FD2AEDA0EC}"/>
          </ac:spMkLst>
        </pc:spChg>
        <pc:spChg chg="mod">
          <ac:chgData name="Anku Jaiswal" userId="15fa42f86696cacf" providerId="Windows Live" clId="Web-{C8A2EBE2-631A-49BF-1A5C-2E238AE64714}" dt="2020-09-02T03:17:01.719" v="94" actId="20577"/>
          <ac:spMkLst>
            <pc:docMk/>
            <pc:sldMk cId="3143993451" sldId="270"/>
            <ac:spMk id="3" creationId="{EFB06125-8B04-4A3F-B8FD-7C2FA5454C27}"/>
          </ac:spMkLst>
        </pc:spChg>
      </pc:sldChg>
      <pc:sldChg chg="modSp new">
        <pc:chgData name="Anku Jaiswal" userId="15fa42f86696cacf" providerId="Windows Live" clId="Web-{C8A2EBE2-631A-49BF-1A5C-2E238AE64714}" dt="2020-09-02T03:18:28.611" v="111" actId="20577"/>
        <pc:sldMkLst>
          <pc:docMk/>
          <pc:sldMk cId="1519190274" sldId="271"/>
        </pc:sldMkLst>
        <pc:spChg chg="mod">
          <ac:chgData name="Anku Jaiswal" userId="15fa42f86696cacf" providerId="Windows Live" clId="Web-{C8A2EBE2-631A-49BF-1A5C-2E238AE64714}" dt="2020-09-02T03:18:28.611" v="111" actId="20577"/>
          <ac:spMkLst>
            <pc:docMk/>
            <pc:sldMk cId="1519190274" sldId="271"/>
            <ac:spMk id="3" creationId="{0A691417-1031-4844-BAD3-B5C611143673}"/>
          </ac:spMkLst>
        </pc:spChg>
      </pc:sldChg>
      <pc:sldChg chg="modSp new">
        <pc:chgData name="Anku Jaiswal" userId="15fa42f86696cacf" providerId="Windows Live" clId="Web-{C8A2EBE2-631A-49BF-1A5C-2E238AE64714}" dt="2020-09-02T03:18:43.783" v="116" actId="20577"/>
        <pc:sldMkLst>
          <pc:docMk/>
          <pc:sldMk cId="503758967" sldId="272"/>
        </pc:sldMkLst>
        <pc:spChg chg="mod">
          <ac:chgData name="Anku Jaiswal" userId="15fa42f86696cacf" providerId="Windows Live" clId="Web-{C8A2EBE2-631A-49BF-1A5C-2E238AE64714}" dt="2020-09-02T03:18:43.783" v="116" actId="20577"/>
          <ac:spMkLst>
            <pc:docMk/>
            <pc:sldMk cId="503758967" sldId="272"/>
            <ac:spMk id="3" creationId="{392FB731-8A7E-4244-A3FC-834C0D8CDFA3}"/>
          </ac:spMkLst>
        </pc:spChg>
      </pc:sldChg>
      <pc:sldChg chg="modSp new">
        <pc:chgData name="Anku Jaiswal" userId="15fa42f86696cacf" providerId="Windows Live" clId="Web-{C8A2EBE2-631A-49BF-1A5C-2E238AE64714}" dt="2020-09-02T03:18:59.252" v="121" actId="20577"/>
        <pc:sldMkLst>
          <pc:docMk/>
          <pc:sldMk cId="2593656977" sldId="273"/>
        </pc:sldMkLst>
        <pc:spChg chg="mod">
          <ac:chgData name="Anku Jaiswal" userId="15fa42f86696cacf" providerId="Windows Live" clId="Web-{C8A2EBE2-631A-49BF-1A5C-2E238AE64714}" dt="2020-09-02T03:18:59.252" v="121" actId="20577"/>
          <ac:spMkLst>
            <pc:docMk/>
            <pc:sldMk cId="2593656977" sldId="273"/>
            <ac:spMk id="3" creationId="{531FF21C-BE0E-492D-A50A-AA9F95D039DA}"/>
          </ac:spMkLst>
        </pc:spChg>
      </pc:sldChg>
      <pc:sldChg chg="modSp new">
        <pc:chgData name="Anku Jaiswal" userId="15fa42f86696cacf" providerId="Windows Live" clId="Web-{C8A2EBE2-631A-49BF-1A5C-2E238AE64714}" dt="2020-09-02T03:19:45.939" v="131" actId="20577"/>
        <pc:sldMkLst>
          <pc:docMk/>
          <pc:sldMk cId="3116693596" sldId="274"/>
        </pc:sldMkLst>
        <pc:spChg chg="mod">
          <ac:chgData name="Anku Jaiswal" userId="15fa42f86696cacf" providerId="Windows Live" clId="Web-{C8A2EBE2-631A-49BF-1A5C-2E238AE64714}" dt="2020-09-02T03:19:27.830" v="124" actId="20577"/>
          <ac:spMkLst>
            <pc:docMk/>
            <pc:sldMk cId="3116693596" sldId="274"/>
            <ac:spMk id="2" creationId="{8402DAA5-CCC9-4C4F-A506-56F462E2E13E}"/>
          </ac:spMkLst>
        </pc:spChg>
        <pc:spChg chg="mod">
          <ac:chgData name="Anku Jaiswal" userId="15fa42f86696cacf" providerId="Windows Live" clId="Web-{C8A2EBE2-631A-49BF-1A5C-2E238AE64714}" dt="2020-09-02T03:19:45.939" v="131" actId="20577"/>
          <ac:spMkLst>
            <pc:docMk/>
            <pc:sldMk cId="3116693596" sldId="274"/>
            <ac:spMk id="3" creationId="{8E46C2C2-CDBE-4D63-9296-AF46E17C9CF4}"/>
          </ac:spMkLst>
        </pc:spChg>
      </pc:sldChg>
      <pc:sldChg chg="modSp new">
        <pc:chgData name="Anku Jaiswal" userId="15fa42f86696cacf" providerId="Windows Live" clId="Web-{C8A2EBE2-631A-49BF-1A5C-2E238AE64714}" dt="2020-09-02T03:19:58.424" v="136" actId="20577"/>
        <pc:sldMkLst>
          <pc:docMk/>
          <pc:sldMk cId="4136882263" sldId="275"/>
        </pc:sldMkLst>
        <pc:spChg chg="mod">
          <ac:chgData name="Anku Jaiswal" userId="15fa42f86696cacf" providerId="Windows Live" clId="Web-{C8A2EBE2-631A-49BF-1A5C-2E238AE64714}" dt="2020-09-02T03:19:58.424" v="136" actId="20577"/>
          <ac:spMkLst>
            <pc:docMk/>
            <pc:sldMk cId="4136882263" sldId="275"/>
            <ac:spMk id="3" creationId="{704F7498-ACFB-41A5-8D70-C2E8BD3F01BF}"/>
          </ac:spMkLst>
        </pc:spChg>
      </pc:sldChg>
      <pc:sldChg chg="addSp delSp modSp new mod setBg setClrOvrMap">
        <pc:chgData name="Anku Jaiswal" userId="15fa42f86696cacf" providerId="Windows Live" clId="Web-{C8A2EBE2-631A-49BF-1A5C-2E238AE64714}" dt="2020-09-02T03:21:55.659" v="166"/>
        <pc:sldMkLst>
          <pc:docMk/>
          <pc:sldMk cId="2421518498" sldId="276"/>
        </pc:sldMkLst>
        <pc:spChg chg="mod">
          <ac:chgData name="Anku Jaiswal" userId="15fa42f86696cacf" providerId="Windows Live" clId="Web-{C8A2EBE2-631A-49BF-1A5C-2E238AE64714}" dt="2020-09-02T03:21:55.659" v="166"/>
          <ac:spMkLst>
            <pc:docMk/>
            <pc:sldMk cId="2421518498" sldId="276"/>
            <ac:spMk id="2" creationId="{0913C732-C303-4AA3-BCD8-1E2681ACE34E}"/>
          </ac:spMkLst>
        </pc:spChg>
        <pc:spChg chg="del">
          <ac:chgData name="Anku Jaiswal" userId="15fa42f86696cacf" providerId="Windows Live" clId="Web-{C8A2EBE2-631A-49BF-1A5C-2E238AE64714}" dt="2020-09-02T03:20:42.940" v="139"/>
          <ac:spMkLst>
            <pc:docMk/>
            <pc:sldMk cId="2421518498" sldId="276"/>
            <ac:spMk id="3" creationId="{93BDFBAE-D07B-42B5-820F-B41CCBD0EE62}"/>
          </ac:spMkLst>
        </pc:spChg>
        <pc:spChg chg="add del">
          <ac:chgData name="Anku Jaiswal" userId="15fa42f86696cacf" providerId="Windows Live" clId="Web-{C8A2EBE2-631A-49BF-1A5C-2E238AE64714}" dt="2020-09-02T03:21:55.659" v="166"/>
          <ac:spMkLst>
            <pc:docMk/>
            <pc:sldMk cId="2421518498" sldId="276"/>
            <ac:spMk id="9" creationId="{904DB13E-F722-4ED6-BB00-556651E95281}"/>
          </ac:spMkLst>
        </pc:spChg>
        <pc:spChg chg="add del">
          <ac:chgData name="Anku Jaiswal" userId="15fa42f86696cacf" providerId="Windows Live" clId="Web-{C8A2EBE2-631A-49BF-1A5C-2E238AE64714}" dt="2020-09-02T03:21:55.659" v="166"/>
          <ac:spMkLst>
            <pc:docMk/>
            <pc:sldMk cId="2421518498" sldId="276"/>
            <ac:spMk id="11" creationId="{1E8D93C5-28EB-42D0-86CE-D804955653CC}"/>
          </ac:spMkLst>
        </pc:spChg>
        <pc:spChg chg="add del">
          <ac:chgData name="Anku Jaiswal" userId="15fa42f86696cacf" providerId="Windows Live" clId="Web-{C8A2EBE2-631A-49BF-1A5C-2E238AE64714}" dt="2020-09-02T03:21:55.659" v="166"/>
          <ac:spMkLst>
            <pc:docMk/>
            <pc:sldMk cId="2421518498" sldId="276"/>
            <ac:spMk id="13" creationId="{AB1B1E7D-F76D-4744-AF85-239E6998A4C5}"/>
          </ac:spMkLst>
        </pc:spChg>
        <pc:spChg chg="add del">
          <ac:chgData name="Anku Jaiswal" userId="15fa42f86696cacf" providerId="Windows Live" clId="Web-{C8A2EBE2-631A-49BF-1A5C-2E238AE64714}" dt="2020-09-02T03:21:55.659" v="166"/>
          <ac:spMkLst>
            <pc:docMk/>
            <pc:sldMk cId="2421518498" sldId="276"/>
            <ac:spMk id="15" creationId="{3BB65211-00DB-45B6-A223-033B2D19CBE8}"/>
          </ac:spMkLst>
        </pc:spChg>
        <pc:spChg chg="add del">
          <ac:chgData name="Anku Jaiswal" userId="15fa42f86696cacf" providerId="Windows Live" clId="Web-{C8A2EBE2-631A-49BF-1A5C-2E238AE64714}" dt="2020-09-02T03:21:55.659" v="166"/>
          <ac:spMkLst>
            <pc:docMk/>
            <pc:sldMk cId="2421518498" sldId="276"/>
            <ac:spMk id="22" creationId="{EA4E4267-CAF0-4C38-8DC6-CD3B1A9F046E}"/>
          </ac:spMkLst>
        </pc:spChg>
        <pc:spChg chg="add del">
          <ac:chgData name="Anku Jaiswal" userId="15fa42f86696cacf" providerId="Windows Live" clId="Web-{C8A2EBE2-631A-49BF-1A5C-2E238AE64714}" dt="2020-09-02T03:21:55.659" v="166"/>
          <ac:spMkLst>
            <pc:docMk/>
            <pc:sldMk cId="2421518498" sldId="276"/>
            <ac:spMk id="24" creationId="{0EE3ACC5-126D-4BA4-8B45-7F0B5B839C51}"/>
          </ac:spMkLst>
        </pc:spChg>
        <pc:spChg chg="add del">
          <ac:chgData name="Anku Jaiswal" userId="15fa42f86696cacf" providerId="Windows Live" clId="Web-{C8A2EBE2-631A-49BF-1A5C-2E238AE64714}" dt="2020-09-02T03:21:55.659" v="166"/>
          <ac:spMkLst>
            <pc:docMk/>
            <pc:sldMk cId="2421518498" sldId="276"/>
            <ac:spMk id="26" creationId="{AB2868F7-FE10-4289-A5BD-90763C7A2F5A}"/>
          </ac:spMkLst>
        </pc:spChg>
        <pc:spChg chg="add del">
          <ac:chgData name="Anku Jaiswal" userId="15fa42f86696cacf" providerId="Windows Live" clId="Web-{C8A2EBE2-631A-49BF-1A5C-2E238AE64714}" dt="2020-09-02T03:21:55.659" v="166"/>
          <ac:spMkLst>
            <pc:docMk/>
            <pc:sldMk cId="2421518498" sldId="276"/>
            <ac:spMk id="28" creationId="{BD94142C-10EE-487C-A327-404FDF358F22}"/>
          </ac:spMkLst>
        </pc:spChg>
        <pc:spChg chg="add del">
          <ac:chgData name="Anku Jaiswal" userId="15fa42f86696cacf" providerId="Windows Live" clId="Web-{C8A2EBE2-631A-49BF-1A5C-2E238AE64714}" dt="2020-09-02T03:21:55.659" v="166"/>
          <ac:spMkLst>
            <pc:docMk/>
            <pc:sldMk cId="2421518498" sldId="276"/>
            <ac:spMk id="30" creationId="{5F7FAC2D-7A74-4939-A917-A1A5AF935685}"/>
          </ac:spMkLst>
        </pc:spChg>
        <pc:spChg chg="add del">
          <ac:chgData name="Anku Jaiswal" userId="15fa42f86696cacf" providerId="Windows Live" clId="Web-{C8A2EBE2-631A-49BF-1A5C-2E238AE64714}" dt="2020-09-02T03:21:55.659" v="166"/>
          <ac:spMkLst>
            <pc:docMk/>
            <pc:sldMk cId="2421518498" sldId="276"/>
            <ac:spMk id="32" creationId="{BA53A868-C420-4BAE-9244-EC162AF05CFC}"/>
          </ac:spMkLst>
        </pc:spChg>
        <pc:spChg chg="add">
          <ac:chgData name="Anku Jaiswal" userId="15fa42f86696cacf" providerId="Windows Live" clId="Web-{C8A2EBE2-631A-49BF-1A5C-2E238AE64714}" dt="2020-09-02T03:21:55.659" v="166"/>
          <ac:spMkLst>
            <pc:docMk/>
            <pc:sldMk cId="2421518498" sldId="276"/>
            <ac:spMk id="43" creationId="{904DB13E-F722-4ED6-BB00-556651E95281}"/>
          </ac:spMkLst>
        </pc:spChg>
        <pc:spChg chg="add">
          <ac:chgData name="Anku Jaiswal" userId="15fa42f86696cacf" providerId="Windows Live" clId="Web-{C8A2EBE2-631A-49BF-1A5C-2E238AE64714}" dt="2020-09-02T03:21:55.659" v="166"/>
          <ac:spMkLst>
            <pc:docMk/>
            <pc:sldMk cId="2421518498" sldId="276"/>
            <ac:spMk id="45" creationId="{1E8D93C5-28EB-42D0-86CE-D804955653CC}"/>
          </ac:spMkLst>
        </pc:spChg>
        <pc:spChg chg="add">
          <ac:chgData name="Anku Jaiswal" userId="15fa42f86696cacf" providerId="Windows Live" clId="Web-{C8A2EBE2-631A-49BF-1A5C-2E238AE64714}" dt="2020-09-02T03:21:55.659" v="166"/>
          <ac:spMkLst>
            <pc:docMk/>
            <pc:sldMk cId="2421518498" sldId="276"/>
            <ac:spMk id="47" creationId="{AB1B1E7D-F76D-4744-AF85-239E6998A4C5}"/>
          </ac:spMkLst>
        </pc:spChg>
        <pc:spChg chg="add">
          <ac:chgData name="Anku Jaiswal" userId="15fa42f86696cacf" providerId="Windows Live" clId="Web-{C8A2EBE2-631A-49BF-1A5C-2E238AE64714}" dt="2020-09-02T03:21:55.659" v="166"/>
          <ac:spMkLst>
            <pc:docMk/>
            <pc:sldMk cId="2421518498" sldId="276"/>
            <ac:spMk id="49" creationId="{3BB65211-00DB-45B6-A223-033B2D19CBE8}"/>
          </ac:spMkLst>
        </pc:spChg>
        <pc:spChg chg="add">
          <ac:chgData name="Anku Jaiswal" userId="15fa42f86696cacf" providerId="Windows Live" clId="Web-{C8A2EBE2-631A-49BF-1A5C-2E238AE64714}" dt="2020-09-02T03:21:55.659" v="166"/>
          <ac:spMkLst>
            <pc:docMk/>
            <pc:sldMk cId="2421518498" sldId="276"/>
            <ac:spMk id="56" creationId="{EA4E4267-CAF0-4C38-8DC6-CD3B1A9F046E}"/>
          </ac:spMkLst>
        </pc:spChg>
        <pc:spChg chg="add">
          <ac:chgData name="Anku Jaiswal" userId="15fa42f86696cacf" providerId="Windows Live" clId="Web-{C8A2EBE2-631A-49BF-1A5C-2E238AE64714}" dt="2020-09-02T03:21:55.659" v="166"/>
          <ac:spMkLst>
            <pc:docMk/>
            <pc:sldMk cId="2421518498" sldId="276"/>
            <ac:spMk id="58" creationId="{0EE3ACC5-126D-4BA4-8B45-7F0B5B839C51}"/>
          </ac:spMkLst>
        </pc:spChg>
        <pc:spChg chg="add">
          <ac:chgData name="Anku Jaiswal" userId="15fa42f86696cacf" providerId="Windows Live" clId="Web-{C8A2EBE2-631A-49BF-1A5C-2E238AE64714}" dt="2020-09-02T03:21:55.659" v="166"/>
          <ac:spMkLst>
            <pc:docMk/>
            <pc:sldMk cId="2421518498" sldId="276"/>
            <ac:spMk id="60" creationId="{AB2868F7-FE10-4289-A5BD-90763C7A2F5A}"/>
          </ac:spMkLst>
        </pc:spChg>
        <pc:spChg chg="add">
          <ac:chgData name="Anku Jaiswal" userId="15fa42f86696cacf" providerId="Windows Live" clId="Web-{C8A2EBE2-631A-49BF-1A5C-2E238AE64714}" dt="2020-09-02T03:21:55.659" v="166"/>
          <ac:spMkLst>
            <pc:docMk/>
            <pc:sldMk cId="2421518498" sldId="276"/>
            <ac:spMk id="62" creationId="{BD94142C-10EE-487C-A327-404FDF358F22}"/>
          </ac:spMkLst>
        </pc:spChg>
        <pc:spChg chg="add">
          <ac:chgData name="Anku Jaiswal" userId="15fa42f86696cacf" providerId="Windows Live" clId="Web-{C8A2EBE2-631A-49BF-1A5C-2E238AE64714}" dt="2020-09-02T03:21:55.659" v="166"/>
          <ac:spMkLst>
            <pc:docMk/>
            <pc:sldMk cId="2421518498" sldId="276"/>
            <ac:spMk id="64" creationId="{5F7FAC2D-7A74-4939-A917-A1A5AF935685}"/>
          </ac:spMkLst>
        </pc:spChg>
        <pc:spChg chg="add">
          <ac:chgData name="Anku Jaiswal" userId="15fa42f86696cacf" providerId="Windows Live" clId="Web-{C8A2EBE2-631A-49BF-1A5C-2E238AE64714}" dt="2020-09-02T03:21:55.659" v="166"/>
          <ac:spMkLst>
            <pc:docMk/>
            <pc:sldMk cId="2421518498" sldId="276"/>
            <ac:spMk id="66" creationId="{BA53A868-C420-4BAE-9244-EC162AF05CFC}"/>
          </ac:spMkLst>
        </pc:spChg>
        <pc:grpChg chg="add del">
          <ac:chgData name="Anku Jaiswal" userId="15fa42f86696cacf" providerId="Windows Live" clId="Web-{C8A2EBE2-631A-49BF-1A5C-2E238AE64714}" dt="2020-09-02T03:21:55.659" v="166"/>
          <ac:grpSpMkLst>
            <pc:docMk/>
            <pc:sldMk cId="2421518498" sldId="276"/>
            <ac:grpSpMk id="17" creationId="{E26428D7-C6F3-473D-A360-A3F5C3E8728C}"/>
          </ac:grpSpMkLst>
        </pc:grpChg>
        <pc:grpChg chg="add">
          <ac:chgData name="Anku Jaiswal" userId="15fa42f86696cacf" providerId="Windows Live" clId="Web-{C8A2EBE2-631A-49BF-1A5C-2E238AE64714}" dt="2020-09-02T03:21:55.659" v="166"/>
          <ac:grpSpMkLst>
            <pc:docMk/>
            <pc:sldMk cId="2421518498" sldId="276"/>
            <ac:grpSpMk id="51" creationId="{E26428D7-C6F3-473D-A360-A3F5C3E8728C}"/>
          </ac:grpSpMkLst>
        </pc:grpChg>
        <pc:picChg chg="add mod ord">
          <ac:chgData name="Anku Jaiswal" userId="15fa42f86696cacf" providerId="Windows Live" clId="Web-{C8A2EBE2-631A-49BF-1A5C-2E238AE64714}" dt="2020-09-02T03:20:53.534" v="140"/>
          <ac:picMkLst>
            <pc:docMk/>
            <pc:sldMk cId="2421518498" sldId="276"/>
            <ac:picMk id="4" creationId="{4634FC69-B632-4A44-94A6-D6AAE2AFD060}"/>
          </ac:picMkLst>
        </pc:picChg>
        <pc:cxnChg chg="add del">
          <ac:chgData name="Anku Jaiswal" userId="15fa42f86696cacf" providerId="Windows Live" clId="Web-{C8A2EBE2-631A-49BF-1A5C-2E238AE64714}" dt="2020-09-02T03:21:55.659" v="166"/>
          <ac:cxnSpMkLst>
            <pc:docMk/>
            <pc:sldMk cId="2421518498" sldId="276"/>
            <ac:cxnSpMk id="34" creationId="{C2686EF3-81CC-419F-96C3-002A75880309}"/>
          </ac:cxnSpMkLst>
        </pc:cxnChg>
        <pc:cxnChg chg="add del">
          <ac:chgData name="Anku Jaiswal" userId="15fa42f86696cacf" providerId="Windows Live" clId="Web-{C8A2EBE2-631A-49BF-1A5C-2E238AE64714}" dt="2020-09-02T03:21:55.659" v="166"/>
          <ac:cxnSpMkLst>
            <pc:docMk/>
            <pc:sldMk cId="2421518498" sldId="276"/>
            <ac:cxnSpMk id="36" creationId="{F8D93CCA-A85E-4529-A6F0-8BB54D27BCD1}"/>
          </ac:cxnSpMkLst>
        </pc:cxnChg>
        <pc:cxnChg chg="add del">
          <ac:chgData name="Anku Jaiswal" userId="15fa42f86696cacf" providerId="Windows Live" clId="Web-{C8A2EBE2-631A-49BF-1A5C-2E238AE64714}" dt="2020-09-02T03:21:55.659" v="166"/>
          <ac:cxnSpMkLst>
            <pc:docMk/>
            <pc:sldMk cId="2421518498" sldId="276"/>
            <ac:cxnSpMk id="38" creationId="{1ECFA516-C18C-41AE-AFF2-A0D0A59C9E90}"/>
          </ac:cxnSpMkLst>
        </pc:cxnChg>
        <pc:cxnChg chg="add">
          <ac:chgData name="Anku Jaiswal" userId="15fa42f86696cacf" providerId="Windows Live" clId="Web-{C8A2EBE2-631A-49BF-1A5C-2E238AE64714}" dt="2020-09-02T03:21:55.659" v="166"/>
          <ac:cxnSpMkLst>
            <pc:docMk/>
            <pc:sldMk cId="2421518498" sldId="276"/>
            <ac:cxnSpMk id="68" creationId="{C2686EF3-81CC-419F-96C3-002A75880309}"/>
          </ac:cxnSpMkLst>
        </pc:cxnChg>
        <pc:cxnChg chg="add">
          <ac:chgData name="Anku Jaiswal" userId="15fa42f86696cacf" providerId="Windows Live" clId="Web-{C8A2EBE2-631A-49BF-1A5C-2E238AE64714}" dt="2020-09-02T03:21:55.659" v="166"/>
          <ac:cxnSpMkLst>
            <pc:docMk/>
            <pc:sldMk cId="2421518498" sldId="276"/>
            <ac:cxnSpMk id="70" creationId="{F8D93CCA-A85E-4529-A6F0-8BB54D27BCD1}"/>
          </ac:cxnSpMkLst>
        </pc:cxnChg>
        <pc:cxnChg chg="add">
          <ac:chgData name="Anku Jaiswal" userId="15fa42f86696cacf" providerId="Windows Live" clId="Web-{C8A2EBE2-631A-49BF-1A5C-2E238AE64714}" dt="2020-09-02T03:21:55.659" v="166"/>
          <ac:cxnSpMkLst>
            <pc:docMk/>
            <pc:sldMk cId="2421518498" sldId="276"/>
            <ac:cxnSpMk id="72" creationId="{1ECFA516-C18C-41AE-AFF2-A0D0A59C9E90}"/>
          </ac:cxnSpMkLst>
        </pc:cxnChg>
      </pc:sldChg>
    </pc:docChg>
  </pc:docChgLst>
  <pc:docChgLst>
    <pc:chgData name="Anku Jaiswal" userId="15fa42f86696cacf" providerId="Windows Live" clId="Web-{4DCF8577-7A12-47AF-9685-AE0CB23F3EF6}"/>
    <pc:docChg chg="addSld modSld sldOrd">
      <pc:chgData name="Anku Jaiswal" userId="15fa42f86696cacf" providerId="Windows Live" clId="Web-{4DCF8577-7A12-47AF-9685-AE0CB23F3EF6}" dt="2020-09-18T03:36:39.361" v="206" actId="1076"/>
      <pc:docMkLst>
        <pc:docMk/>
      </pc:docMkLst>
      <pc:sldChg chg="modSp">
        <pc:chgData name="Anku Jaiswal" userId="15fa42f86696cacf" providerId="Windows Live" clId="Web-{4DCF8577-7A12-47AF-9685-AE0CB23F3EF6}" dt="2020-09-18T02:34:08.394" v="6" actId="20577"/>
        <pc:sldMkLst>
          <pc:docMk/>
          <pc:sldMk cId="1789709086" sldId="279"/>
        </pc:sldMkLst>
        <pc:spChg chg="mod">
          <ac:chgData name="Anku Jaiswal" userId="15fa42f86696cacf" providerId="Windows Live" clId="Web-{4DCF8577-7A12-47AF-9685-AE0CB23F3EF6}" dt="2020-09-18T02:34:08.394" v="6" actId="20577"/>
          <ac:spMkLst>
            <pc:docMk/>
            <pc:sldMk cId="1789709086" sldId="279"/>
            <ac:spMk id="3" creationId="{A8A325C5-4194-4F49-9A0E-411A8876C7DB}"/>
          </ac:spMkLst>
        </pc:spChg>
      </pc:sldChg>
      <pc:sldChg chg="delSp modSp">
        <pc:chgData name="Anku Jaiswal" userId="15fa42f86696cacf" providerId="Windows Live" clId="Web-{4DCF8577-7A12-47AF-9685-AE0CB23F3EF6}" dt="2020-09-18T03:26:37.264" v="55" actId="1076"/>
        <pc:sldMkLst>
          <pc:docMk/>
          <pc:sldMk cId="1300204442" sldId="284"/>
        </pc:sldMkLst>
        <pc:spChg chg="del">
          <ac:chgData name="Anku Jaiswal" userId="15fa42f86696cacf" providerId="Windows Live" clId="Web-{4DCF8577-7A12-47AF-9685-AE0CB23F3EF6}" dt="2020-09-18T03:26:32.827" v="54"/>
          <ac:spMkLst>
            <pc:docMk/>
            <pc:sldMk cId="1300204442" sldId="284"/>
            <ac:spMk id="2" creationId="{066E63F5-4137-45F6-AC18-74789AD61D7E}"/>
          </ac:spMkLst>
        </pc:spChg>
        <pc:spChg chg="mod">
          <ac:chgData name="Anku Jaiswal" userId="15fa42f86696cacf" providerId="Windows Live" clId="Web-{4DCF8577-7A12-47AF-9685-AE0CB23F3EF6}" dt="2020-09-18T03:26:37.264" v="55" actId="1076"/>
          <ac:spMkLst>
            <pc:docMk/>
            <pc:sldMk cId="1300204442" sldId="284"/>
            <ac:spMk id="3" creationId="{EAAAC481-AA5B-41FB-8BDA-1F60B7AE194C}"/>
          </ac:spMkLst>
        </pc:spChg>
      </pc:sldChg>
      <pc:sldChg chg="modSp">
        <pc:chgData name="Anku Jaiswal" userId="15fa42f86696cacf" providerId="Windows Live" clId="Web-{4DCF8577-7A12-47AF-9685-AE0CB23F3EF6}" dt="2020-09-18T03:26:12.451" v="49" actId="20577"/>
        <pc:sldMkLst>
          <pc:docMk/>
          <pc:sldMk cId="952207017" sldId="285"/>
        </pc:sldMkLst>
        <pc:spChg chg="mod">
          <ac:chgData name="Anku Jaiswal" userId="15fa42f86696cacf" providerId="Windows Live" clId="Web-{4DCF8577-7A12-47AF-9685-AE0CB23F3EF6}" dt="2020-09-18T03:26:12.451" v="49" actId="20577"/>
          <ac:spMkLst>
            <pc:docMk/>
            <pc:sldMk cId="952207017" sldId="285"/>
            <ac:spMk id="3" creationId="{F0B12ABD-1B19-4E3B-8B4E-E3481AE3BC1A}"/>
          </ac:spMkLst>
        </pc:spChg>
      </pc:sldChg>
      <pc:sldChg chg="modSp">
        <pc:chgData name="Anku Jaiswal" userId="15fa42f86696cacf" providerId="Windows Live" clId="Web-{4DCF8577-7A12-47AF-9685-AE0CB23F3EF6}" dt="2020-09-18T03:25:09.498" v="40" actId="20577"/>
        <pc:sldMkLst>
          <pc:docMk/>
          <pc:sldMk cId="2782878800" sldId="286"/>
        </pc:sldMkLst>
        <pc:spChg chg="mod">
          <ac:chgData name="Anku Jaiswal" userId="15fa42f86696cacf" providerId="Windows Live" clId="Web-{4DCF8577-7A12-47AF-9685-AE0CB23F3EF6}" dt="2020-09-18T03:25:09.498" v="40" actId="20577"/>
          <ac:spMkLst>
            <pc:docMk/>
            <pc:sldMk cId="2782878800" sldId="286"/>
            <ac:spMk id="3" creationId="{14989FD3-6B65-43E5-A241-7FA919339A83}"/>
          </ac:spMkLst>
        </pc:spChg>
      </pc:sldChg>
      <pc:sldChg chg="modSp">
        <pc:chgData name="Anku Jaiswal" userId="15fa42f86696cacf" providerId="Windows Live" clId="Web-{4DCF8577-7A12-47AF-9685-AE0CB23F3EF6}" dt="2020-09-18T03:24:29.185" v="23" actId="20577"/>
        <pc:sldMkLst>
          <pc:docMk/>
          <pc:sldMk cId="3229627217" sldId="287"/>
        </pc:sldMkLst>
        <pc:spChg chg="mod">
          <ac:chgData name="Anku Jaiswal" userId="15fa42f86696cacf" providerId="Windows Live" clId="Web-{4DCF8577-7A12-47AF-9685-AE0CB23F3EF6}" dt="2020-09-18T03:24:29.185" v="23" actId="20577"/>
          <ac:spMkLst>
            <pc:docMk/>
            <pc:sldMk cId="3229627217" sldId="287"/>
            <ac:spMk id="3" creationId="{F5325DBF-B37E-4A3D-8F9E-E5AAF8BB17D5}"/>
          </ac:spMkLst>
        </pc:spChg>
      </pc:sldChg>
      <pc:sldChg chg="modSp">
        <pc:chgData name="Anku Jaiswal" userId="15fa42f86696cacf" providerId="Windows Live" clId="Web-{4DCF8577-7A12-47AF-9685-AE0CB23F3EF6}" dt="2020-09-18T03:27:51.577" v="60" actId="20577"/>
        <pc:sldMkLst>
          <pc:docMk/>
          <pc:sldMk cId="2079478283" sldId="290"/>
        </pc:sldMkLst>
        <pc:spChg chg="mod">
          <ac:chgData name="Anku Jaiswal" userId="15fa42f86696cacf" providerId="Windows Live" clId="Web-{4DCF8577-7A12-47AF-9685-AE0CB23F3EF6}" dt="2020-09-18T03:27:51.577" v="60" actId="20577"/>
          <ac:spMkLst>
            <pc:docMk/>
            <pc:sldMk cId="2079478283" sldId="290"/>
            <ac:spMk id="3" creationId="{7DB44ABC-837F-4719-AD2E-C775B483C966}"/>
          </ac:spMkLst>
        </pc:spChg>
      </pc:sldChg>
      <pc:sldChg chg="modSp">
        <pc:chgData name="Anku Jaiswal" userId="15fa42f86696cacf" providerId="Windows Live" clId="Web-{4DCF8577-7A12-47AF-9685-AE0CB23F3EF6}" dt="2020-09-18T03:29:06.109" v="88" actId="20577"/>
        <pc:sldMkLst>
          <pc:docMk/>
          <pc:sldMk cId="1204894319" sldId="291"/>
        </pc:sldMkLst>
        <pc:spChg chg="mod">
          <ac:chgData name="Anku Jaiswal" userId="15fa42f86696cacf" providerId="Windows Live" clId="Web-{4DCF8577-7A12-47AF-9685-AE0CB23F3EF6}" dt="2020-09-18T03:29:06.109" v="88" actId="20577"/>
          <ac:spMkLst>
            <pc:docMk/>
            <pc:sldMk cId="1204894319" sldId="291"/>
            <ac:spMk id="2" creationId="{ABD65302-FEB1-4885-83EC-44AB77F0EED4}"/>
          </ac:spMkLst>
        </pc:spChg>
        <pc:spChg chg="mod">
          <ac:chgData name="Anku Jaiswal" userId="15fa42f86696cacf" providerId="Windows Live" clId="Web-{4DCF8577-7A12-47AF-9685-AE0CB23F3EF6}" dt="2020-09-18T03:29:04.312" v="85" actId="20577"/>
          <ac:spMkLst>
            <pc:docMk/>
            <pc:sldMk cId="1204894319" sldId="291"/>
            <ac:spMk id="3" creationId="{E7219863-0C7B-4A5E-ABEF-177990564FE6}"/>
          </ac:spMkLst>
        </pc:spChg>
      </pc:sldChg>
      <pc:sldChg chg="modSp">
        <pc:chgData name="Anku Jaiswal" userId="15fa42f86696cacf" providerId="Windows Live" clId="Web-{4DCF8577-7A12-47AF-9685-AE0CB23F3EF6}" dt="2020-09-18T03:28:50.608" v="82" actId="20577"/>
        <pc:sldMkLst>
          <pc:docMk/>
          <pc:sldMk cId="216275437" sldId="292"/>
        </pc:sldMkLst>
        <pc:spChg chg="mod">
          <ac:chgData name="Anku Jaiswal" userId="15fa42f86696cacf" providerId="Windows Live" clId="Web-{4DCF8577-7A12-47AF-9685-AE0CB23F3EF6}" dt="2020-09-18T03:28:44.296" v="77" actId="20577"/>
          <ac:spMkLst>
            <pc:docMk/>
            <pc:sldMk cId="216275437" sldId="292"/>
            <ac:spMk id="2" creationId="{5057DA8A-E39F-452E-B28B-2C277723DB09}"/>
          </ac:spMkLst>
        </pc:spChg>
        <pc:spChg chg="mod">
          <ac:chgData name="Anku Jaiswal" userId="15fa42f86696cacf" providerId="Windows Live" clId="Web-{4DCF8577-7A12-47AF-9685-AE0CB23F3EF6}" dt="2020-09-18T03:28:50.608" v="82" actId="20577"/>
          <ac:spMkLst>
            <pc:docMk/>
            <pc:sldMk cId="216275437" sldId="292"/>
            <ac:spMk id="3" creationId="{4D06A49A-D6F7-4BD6-98EC-E3CFC4051CE2}"/>
          </ac:spMkLst>
        </pc:spChg>
      </pc:sldChg>
      <pc:sldChg chg="modSp">
        <pc:chgData name="Anku Jaiswal" userId="15fa42f86696cacf" providerId="Windows Live" clId="Web-{4DCF8577-7A12-47AF-9685-AE0CB23F3EF6}" dt="2020-09-18T03:28:34.046" v="71" actId="20577"/>
        <pc:sldMkLst>
          <pc:docMk/>
          <pc:sldMk cId="470766252" sldId="293"/>
        </pc:sldMkLst>
        <pc:spChg chg="mod">
          <ac:chgData name="Anku Jaiswal" userId="15fa42f86696cacf" providerId="Windows Live" clId="Web-{4DCF8577-7A12-47AF-9685-AE0CB23F3EF6}" dt="2020-09-18T03:28:21.624" v="66" actId="20577"/>
          <ac:spMkLst>
            <pc:docMk/>
            <pc:sldMk cId="470766252" sldId="293"/>
            <ac:spMk id="2" creationId="{E469AB8A-67BF-4D06-8A18-39C9706EFCC9}"/>
          </ac:spMkLst>
        </pc:spChg>
        <pc:spChg chg="mod">
          <ac:chgData name="Anku Jaiswal" userId="15fa42f86696cacf" providerId="Windows Live" clId="Web-{4DCF8577-7A12-47AF-9685-AE0CB23F3EF6}" dt="2020-09-18T03:28:34.046" v="71" actId="20577"/>
          <ac:spMkLst>
            <pc:docMk/>
            <pc:sldMk cId="470766252" sldId="293"/>
            <ac:spMk id="3" creationId="{09684C8D-8378-4D5E-AA19-FEFFB6D5B47C}"/>
          </ac:spMkLst>
        </pc:spChg>
      </pc:sldChg>
      <pc:sldChg chg="modSp">
        <pc:chgData name="Anku Jaiswal" userId="15fa42f86696cacf" providerId="Windows Live" clId="Web-{4DCF8577-7A12-47AF-9685-AE0CB23F3EF6}" dt="2020-09-18T03:29:38.468" v="100" actId="20577"/>
        <pc:sldMkLst>
          <pc:docMk/>
          <pc:sldMk cId="2273555563" sldId="294"/>
        </pc:sldMkLst>
        <pc:spChg chg="mod">
          <ac:chgData name="Anku Jaiswal" userId="15fa42f86696cacf" providerId="Windows Live" clId="Web-{4DCF8577-7A12-47AF-9685-AE0CB23F3EF6}" dt="2020-09-18T03:29:22.515" v="95" actId="20577"/>
          <ac:spMkLst>
            <pc:docMk/>
            <pc:sldMk cId="2273555563" sldId="294"/>
            <ac:spMk id="2" creationId="{53842D6C-0EAB-4447-A431-D631870DAA99}"/>
          </ac:spMkLst>
        </pc:spChg>
        <pc:spChg chg="mod">
          <ac:chgData name="Anku Jaiswal" userId="15fa42f86696cacf" providerId="Windows Live" clId="Web-{4DCF8577-7A12-47AF-9685-AE0CB23F3EF6}" dt="2020-09-18T03:29:38.468" v="100" actId="20577"/>
          <ac:spMkLst>
            <pc:docMk/>
            <pc:sldMk cId="2273555563" sldId="294"/>
            <ac:spMk id="3" creationId="{FF3B3F0A-C0D3-4366-AE6F-9127C7520289}"/>
          </ac:spMkLst>
        </pc:spChg>
      </pc:sldChg>
      <pc:sldChg chg="modSp">
        <pc:chgData name="Anku Jaiswal" userId="15fa42f86696cacf" providerId="Windows Live" clId="Web-{4DCF8577-7A12-47AF-9685-AE0CB23F3EF6}" dt="2020-09-18T03:33:31.875" v="165" actId="20577"/>
        <pc:sldMkLst>
          <pc:docMk/>
          <pc:sldMk cId="3557731041" sldId="295"/>
        </pc:sldMkLst>
        <pc:spChg chg="mod">
          <ac:chgData name="Anku Jaiswal" userId="15fa42f86696cacf" providerId="Windows Live" clId="Web-{4DCF8577-7A12-47AF-9685-AE0CB23F3EF6}" dt="2020-09-18T03:33:31.875" v="165" actId="20577"/>
          <ac:spMkLst>
            <pc:docMk/>
            <pc:sldMk cId="3557731041" sldId="295"/>
            <ac:spMk id="3" creationId="{0FFED8F8-0C40-4EC5-987B-4D6035DA4642}"/>
          </ac:spMkLst>
        </pc:spChg>
      </pc:sldChg>
      <pc:sldChg chg="modSp">
        <pc:chgData name="Anku Jaiswal" userId="15fa42f86696cacf" providerId="Windows Live" clId="Web-{4DCF8577-7A12-47AF-9685-AE0CB23F3EF6}" dt="2020-09-18T03:33:08.391" v="152" actId="20577"/>
        <pc:sldMkLst>
          <pc:docMk/>
          <pc:sldMk cId="2195007842" sldId="296"/>
        </pc:sldMkLst>
        <pc:spChg chg="mod">
          <ac:chgData name="Anku Jaiswal" userId="15fa42f86696cacf" providerId="Windows Live" clId="Web-{4DCF8577-7A12-47AF-9685-AE0CB23F3EF6}" dt="2020-09-18T03:33:08.391" v="152" actId="20577"/>
          <ac:spMkLst>
            <pc:docMk/>
            <pc:sldMk cId="2195007842" sldId="296"/>
            <ac:spMk id="3" creationId="{883CBE36-FCE4-431D-A7A0-396A214CB469}"/>
          </ac:spMkLst>
        </pc:spChg>
      </pc:sldChg>
      <pc:sldChg chg="modSp">
        <pc:chgData name="Anku Jaiswal" userId="15fa42f86696cacf" providerId="Windows Live" clId="Web-{4DCF8577-7A12-47AF-9685-AE0CB23F3EF6}" dt="2020-09-18T03:32:15.281" v="142" actId="20577"/>
        <pc:sldMkLst>
          <pc:docMk/>
          <pc:sldMk cId="382424633" sldId="297"/>
        </pc:sldMkLst>
        <pc:spChg chg="mod">
          <ac:chgData name="Anku Jaiswal" userId="15fa42f86696cacf" providerId="Windows Live" clId="Web-{4DCF8577-7A12-47AF-9685-AE0CB23F3EF6}" dt="2020-09-18T03:32:15.281" v="142" actId="20577"/>
          <ac:spMkLst>
            <pc:docMk/>
            <pc:sldMk cId="382424633" sldId="297"/>
            <ac:spMk id="3" creationId="{3D4274D2-4709-46A4-9C7A-D2C59F8661D7}"/>
          </ac:spMkLst>
        </pc:spChg>
      </pc:sldChg>
      <pc:sldChg chg="modSp">
        <pc:chgData name="Anku Jaiswal" userId="15fa42f86696cacf" providerId="Windows Live" clId="Web-{4DCF8577-7A12-47AF-9685-AE0CB23F3EF6}" dt="2020-09-18T03:31:43.125" v="125" actId="20577"/>
        <pc:sldMkLst>
          <pc:docMk/>
          <pc:sldMk cId="2044875453" sldId="298"/>
        </pc:sldMkLst>
        <pc:spChg chg="mod">
          <ac:chgData name="Anku Jaiswal" userId="15fa42f86696cacf" providerId="Windows Live" clId="Web-{4DCF8577-7A12-47AF-9685-AE0CB23F3EF6}" dt="2020-09-18T03:31:43.125" v="125" actId="20577"/>
          <ac:spMkLst>
            <pc:docMk/>
            <pc:sldMk cId="2044875453" sldId="298"/>
            <ac:spMk id="3" creationId="{90C7B73D-A785-40BF-AABC-2526F6BD254F}"/>
          </ac:spMkLst>
        </pc:spChg>
      </pc:sldChg>
      <pc:sldChg chg="modSp">
        <pc:chgData name="Anku Jaiswal" userId="15fa42f86696cacf" providerId="Windows Live" clId="Web-{4DCF8577-7A12-47AF-9685-AE0CB23F3EF6}" dt="2020-09-18T03:30:07.265" v="107" actId="20577"/>
        <pc:sldMkLst>
          <pc:docMk/>
          <pc:sldMk cId="358137338" sldId="300"/>
        </pc:sldMkLst>
        <pc:spChg chg="mod">
          <ac:chgData name="Anku Jaiswal" userId="15fa42f86696cacf" providerId="Windows Live" clId="Web-{4DCF8577-7A12-47AF-9685-AE0CB23F3EF6}" dt="2020-09-18T03:30:07.265" v="107" actId="20577"/>
          <ac:spMkLst>
            <pc:docMk/>
            <pc:sldMk cId="358137338" sldId="300"/>
            <ac:spMk id="3" creationId="{05DFEA0D-DC40-4ACE-851F-16F1B8C69CEC}"/>
          </ac:spMkLst>
        </pc:spChg>
      </pc:sldChg>
      <pc:sldChg chg="modSp">
        <pc:chgData name="Anku Jaiswal" userId="15fa42f86696cacf" providerId="Windows Live" clId="Web-{4DCF8577-7A12-47AF-9685-AE0CB23F3EF6}" dt="2020-09-18T03:34:56.970" v="194" actId="20577"/>
        <pc:sldMkLst>
          <pc:docMk/>
          <pc:sldMk cId="4143671912" sldId="302"/>
        </pc:sldMkLst>
        <pc:spChg chg="mod">
          <ac:chgData name="Anku Jaiswal" userId="15fa42f86696cacf" providerId="Windows Live" clId="Web-{4DCF8577-7A12-47AF-9685-AE0CB23F3EF6}" dt="2020-09-18T03:34:56.970" v="194" actId="20577"/>
          <ac:spMkLst>
            <pc:docMk/>
            <pc:sldMk cId="4143671912" sldId="302"/>
            <ac:spMk id="3" creationId="{57E27514-2ACA-44A4-8715-BBC23BD95162}"/>
          </ac:spMkLst>
        </pc:spChg>
      </pc:sldChg>
      <pc:sldChg chg="modSp">
        <pc:chgData name="Anku Jaiswal" userId="15fa42f86696cacf" providerId="Windows Live" clId="Web-{4DCF8577-7A12-47AF-9685-AE0CB23F3EF6}" dt="2020-09-18T03:33:35.750" v="167" actId="20577"/>
        <pc:sldMkLst>
          <pc:docMk/>
          <pc:sldMk cId="2811181246" sldId="303"/>
        </pc:sldMkLst>
        <pc:spChg chg="mod">
          <ac:chgData name="Anku Jaiswal" userId="15fa42f86696cacf" providerId="Windows Live" clId="Web-{4DCF8577-7A12-47AF-9685-AE0CB23F3EF6}" dt="2020-09-18T03:33:35.750" v="167" actId="20577"/>
          <ac:spMkLst>
            <pc:docMk/>
            <pc:sldMk cId="2811181246" sldId="303"/>
            <ac:spMk id="3" creationId="{6833E28B-F8F5-4040-9748-ACCDF0C671A1}"/>
          </ac:spMkLst>
        </pc:spChg>
      </pc:sldChg>
      <pc:sldChg chg="modSp">
        <pc:chgData name="Anku Jaiswal" userId="15fa42f86696cacf" providerId="Windows Live" clId="Web-{4DCF8577-7A12-47AF-9685-AE0CB23F3EF6}" dt="2020-09-18T03:34:21.751" v="177" actId="20577"/>
        <pc:sldMkLst>
          <pc:docMk/>
          <pc:sldMk cId="1689559820" sldId="304"/>
        </pc:sldMkLst>
        <pc:spChg chg="mod">
          <ac:chgData name="Anku Jaiswal" userId="15fa42f86696cacf" providerId="Windows Live" clId="Web-{4DCF8577-7A12-47AF-9685-AE0CB23F3EF6}" dt="2020-09-18T03:34:21.751" v="177" actId="20577"/>
          <ac:spMkLst>
            <pc:docMk/>
            <pc:sldMk cId="1689559820" sldId="304"/>
            <ac:spMk id="3" creationId="{A90A752E-F2D5-4AC4-BB5F-970A145D697C}"/>
          </ac:spMkLst>
        </pc:spChg>
      </pc:sldChg>
      <pc:sldChg chg="delSp modSp">
        <pc:chgData name="Anku Jaiswal" userId="15fa42f86696cacf" providerId="Windows Live" clId="Web-{4DCF8577-7A12-47AF-9685-AE0CB23F3EF6}" dt="2020-09-18T03:36:39.361" v="206" actId="1076"/>
        <pc:sldMkLst>
          <pc:docMk/>
          <pc:sldMk cId="1562142916" sldId="308"/>
        </pc:sldMkLst>
        <pc:spChg chg="del">
          <ac:chgData name="Anku Jaiswal" userId="15fa42f86696cacf" providerId="Windows Live" clId="Web-{4DCF8577-7A12-47AF-9685-AE0CB23F3EF6}" dt="2020-09-18T03:36:33.486" v="204"/>
          <ac:spMkLst>
            <pc:docMk/>
            <pc:sldMk cId="1562142916" sldId="308"/>
            <ac:spMk id="2" creationId="{2927A513-E5DA-4785-8698-3CA9E2CB18CD}"/>
          </ac:spMkLst>
        </pc:spChg>
        <pc:picChg chg="mod">
          <ac:chgData name="Anku Jaiswal" userId="15fa42f86696cacf" providerId="Windows Live" clId="Web-{4DCF8577-7A12-47AF-9685-AE0CB23F3EF6}" dt="2020-09-18T03:36:39.361" v="206" actId="1076"/>
          <ac:picMkLst>
            <pc:docMk/>
            <pc:sldMk cId="1562142916" sldId="308"/>
            <ac:picMk id="4" creationId="{6AFB4C76-7696-495B-BF1E-D93D99EC0278}"/>
          </ac:picMkLst>
        </pc:picChg>
      </pc:sldChg>
      <pc:sldChg chg="modSp">
        <pc:chgData name="Anku Jaiswal" userId="15fa42f86696cacf" providerId="Windows Live" clId="Web-{4DCF8577-7A12-47AF-9685-AE0CB23F3EF6}" dt="2020-09-18T03:36:23.579" v="201" actId="20577"/>
        <pc:sldMkLst>
          <pc:docMk/>
          <pc:sldMk cId="3036995447" sldId="309"/>
        </pc:sldMkLst>
        <pc:spChg chg="mod">
          <ac:chgData name="Anku Jaiswal" userId="15fa42f86696cacf" providerId="Windows Live" clId="Web-{4DCF8577-7A12-47AF-9685-AE0CB23F3EF6}" dt="2020-09-18T03:36:23.579" v="201" actId="20577"/>
          <ac:spMkLst>
            <pc:docMk/>
            <pc:sldMk cId="3036995447" sldId="309"/>
            <ac:spMk id="3" creationId="{AE2C1A33-5A5E-4B25-B5A3-FEE29C5379DE}"/>
          </ac:spMkLst>
        </pc:spChg>
      </pc:sldChg>
      <pc:sldChg chg="modSp">
        <pc:chgData name="Anku Jaiswal" userId="15fa42f86696cacf" providerId="Windows Live" clId="Web-{4DCF8577-7A12-47AF-9685-AE0CB23F3EF6}" dt="2020-09-18T03:35:11.282" v="198" actId="20577"/>
        <pc:sldMkLst>
          <pc:docMk/>
          <pc:sldMk cId="1339350408" sldId="310"/>
        </pc:sldMkLst>
        <pc:spChg chg="mod">
          <ac:chgData name="Anku Jaiswal" userId="15fa42f86696cacf" providerId="Windows Live" clId="Web-{4DCF8577-7A12-47AF-9685-AE0CB23F3EF6}" dt="2020-09-18T03:35:11.282" v="198" actId="20577"/>
          <ac:spMkLst>
            <pc:docMk/>
            <pc:sldMk cId="1339350408" sldId="310"/>
            <ac:spMk id="3" creationId="{3CA435C3-CD87-443F-9E2A-C7E51D06617C}"/>
          </ac:spMkLst>
        </pc:spChg>
      </pc:sldChg>
      <pc:sldChg chg="modSp new">
        <pc:chgData name="Anku Jaiswal" userId="15fa42f86696cacf" providerId="Windows Live" clId="Web-{4DCF8577-7A12-47AF-9685-AE0CB23F3EF6}" dt="2020-09-18T03:24:36.404" v="26" actId="20577"/>
        <pc:sldMkLst>
          <pc:docMk/>
          <pc:sldMk cId="1228197524" sldId="320"/>
        </pc:sldMkLst>
        <pc:spChg chg="mod">
          <ac:chgData name="Anku Jaiswal" userId="15fa42f86696cacf" providerId="Windows Live" clId="Web-{4DCF8577-7A12-47AF-9685-AE0CB23F3EF6}" dt="2020-09-18T03:24:36.404" v="26" actId="20577"/>
          <ac:spMkLst>
            <pc:docMk/>
            <pc:sldMk cId="1228197524" sldId="320"/>
            <ac:spMk id="3" creationId="{81E5094E-F2AF-4672-943E-F720674E2A39}"/>
          </ac:spMkLst>
        </pc:spChg>
      </pc:sldChg>
      <pc:sldChg chg="modSp new">
        <pc:chgData name="Anku Jaiswal" userId="15fa42f86696cacf" providerId="Windows Live" clId="Web-{4DCF8577-7A12-47AF-9685-AE0CB23F3EF6}" dt="2020-09-18T03:25:49.420" v="44" actId="20577"/>
        <pc:sldMkLst>
          <pc:docMk/>
          <pc:sldMk cId="3827254651" sldId="321"/>
        </pc:sldMkLst>
        <pc:spChg chg="mod">
          <ac:chgData name="Anku Jaiswal" userId="15fa42f86696cacf" providerId="Windows Live" clId="Web-{4DCF8577-7A12-47AF-9685-AE0CB23F3EF6}" dt="2020-09-18T03:25:49.420" v="44" actId="20577"/>
          <ac:spMkLst>
            <pc:docMk/>
            <pc:sldMk cId="3827254651" sldId="321"/>
            <ac:spMk id="3" creationId="{4A779879-E653-41A4-AC0A-4BCDBFC22148}"/>
          </ac:spMkLst>
        </pc:spChg>
      </pc:sldChg>
      <pc:sldChg chg="modSp new">
        <pc:chgData name="Anku Jaiswal" userId="15fa42f86696cacf" providerId="Windows Live" clId="Web-{4DCF8577-7A12-47AF-9685-AE0CB23F3EF6}" dt="2020-09-18T03:29:42.734" v="102" actId="20577"/>
        <pc:sldMkLst>
          <pc:docMk/>
          <pc:sldMk cId="1716848595" sldId="322"/>
        </pc:sldMkLst>
        <pc:spChg chg="mod">
          <ac:chgData name="Anku Jaiswal" userId="15fa42f86696cacf" providerId="Windows Live" clId="Web-{4DCF8577-7A12-47AF-9685-AE0CB23F3EF6}" dt="2020-09-18T03:29:42.734" v="102" actId="20577"/>
          <ac:spMkLst>
            <pc:docMk/>
            <pc:sldMk cId="1716848595" sldId="322"/>
            <ac:spMk id="3" creationId="{D3671AF9-5ED1-40B3-A92F-9BA5C4A42333}"/>
          </ac:spMkLst>
        </pc:spChg>
      </pc:sldChg>
      <pc:sldChg chg="modSp new ord">
        <pc:chgData name="Anku Jaiswal" userId="15fa42f86696cacf" providerId="Windows Live" clId="Web-{4DCF8577-7A12-47AF-9685-AE0CB23F3EF6}" dt="2020-09-18T03:31:58.031" v="133" actId="20577"/>
        <pc:sldMkLst>
          <pc:docMk/>
          <pc:sldMk cId="3720436242" sldId="323"/>
        </pc:sldMkLst>
        <pc:spChg chg="mod">
          <ac:chgData name="Anku Jaiswal" userId="15fa42f86696cacf" providerId="Windows Live" clId="Web-{4DCF8577-7A12-47AF-9685-AE0CB23F3EF6}" dt="2020-09-18T03:31:58.031" v="133" actId="20577"/>
          <ac:spMkLst>
            <pc:docMk/>
            <pc:sldMk cId="3720436242" sldId="323"/>
            <ac:spMk id="3" creationId="{4F6D1FF4-09FE-4F86-8C38-256987AD236E}"/>
          </ac:spMkLst>
        </pc:spChg>
      </pc:sldChg>
      <pc:sldChg chg="modSp new">
        <pc:chgData name="Anku Jaiswal" userId="15fa42f86696cacf" providerId="Windows Live" clId="Web-{4DCF8577-7A12-47AF-9685-AE0CB23F3EF6}" dt="2020-09-18T03:34:35.329" v="182" actId="20577"/>
        <pc:sldMkLst>
          <pc:docMk/>
          <pc:sldMk cId="562430509" sldId="324"/>
        </pc:sldMkLst>
        <pc:spChg chg="mod">
          <ac:chgData name="Anku Jaiswal" userId="15fa42f86696cacf" providerId="Windows Live" clId="Web-{4DCF8577-7A12-47AF-9685-AE0CB23F3EF6}" dt="2020-09-18T03:34:35.329" v="182" actId="20577"/>
          <ac:spMkLst>
            <pc:docMk/>
            <pc:sldMk cId="562430509" sldId="324"/>
            <ac:spMk id="3" creationId="{1517C297-4025-4A8B-9A17-53038FBBDEF7}"/>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none"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9/17/2020</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15308453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9/17/2020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8813138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none"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9/17/2020</a:t>
            </a:fld>
            <a:endParaRPr lang="en-US"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5646133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9/17/2020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9868346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8A7F15D8-96D1-4781-BC50-CA8A088B2FE4}" type="datetime1">
              <a:rPr lang="en-US" smtClean="0"/>
              <a:t>9/17/2020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7941934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9/17/2020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42371454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9/17/2020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3162208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9/17/2020</a:t>
            </a:fld>
            <a:endParaRPr lang="en-US"/>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847401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9/17/2020</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7223581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4F40B7-36AB-4376-BE14-EF7004D79BB9}" type="datetime1">
              <a:rPr lang="en-US" smtClean="0"/>
              <a:t>9/17/2020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784733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87CAB8-DCAE-46A5-AADA-B3FAD11A54E0}" type="datetime1">
              <a:rPr lang="en-US" smtClean="0"/>
              <a:t>9/17/2020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4700638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F6FA2B21-3FCD-4721-B95C-427943F61125}" type="datetime1">
              <a:rPr lang="en-US" smtClean="0"/>
              <a:t>9/17/2020</a:t>
            </a:fld>
            <a:endParaRPr lang="en-US"/>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8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278131892"/>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52" r:id="rId5"/>
    <p:sldLayoutId id="2147483757" r:id="rId6"/>
    <p:sldLayoutId id="2147483753" r:id="rId7"/>
    <p:sldLayoutId id="2147483754" r:id="rId8"/>
    <p:sldLayoutId id="2147483755" r:id="rId9"/>
    <p:sldLayoutId id="2147483756" r:id="rId10"/>
    <p:sldLayoutId id="2147483758" r:id="rId11"/>
  </p:sldLayoutIdLst>
  <p:hf sldNum="0" hdr="0" ftr="0" dt="0"/>
  <p:txStyles>
    <p:titleStyle>
      <a:lvl1pPr algn="l" defTabSz="914400" rtl="0" eaLnBrk="1" latinLnBrk="0" hangingPunct="1">
        <a:lnSpc>
          <a:spcPct val="90000"/>
        </a:lnSpc>
        <a:spcBef>
          <a:spcPct val="0"/>
        </a:spcBef>
        <a:buNone/>
        <a:defRPr lang="en-US" sz="3800" i="1"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20000"/>
        </a:lnSpc>
        <a:spcBef>
          <a:spcPts val="900"/>
        </a:spcBef>
        <a:spcAft>
          <a:spcPts val="0"/>
        </a:spcAft>
        <a:buClr>
          <a:schemeClr val="tx1">
            <a:lumMod val="85000"/>
            <a:lumOff val="15000"/>
          </a:schemeClr>
        </a:buClr>
        <a:buFont typeface="Garamond" pitchFamily="18" charset="0"/>
        <a:buChar char="◦"/>
        <a:defRPr sz="1400" kern="1200">
          <a:solidFill>
            <a:schemeClr val="tx1"/>
          </a:solidFill>
          <a:latin typeface="+mn-lt"/>
          <a:ea typeface="+mn-ea"/>
          <a:cs typeface="+mn-cs"/>
        </a:defRPr>
      </a:lvl1pPr>
      <a:lvl2pPr marL="457200" indent="-182880" algn="l" defTabSz="914400" rtl="0" eaLnBrk="1" latinLnBrk="0" hangingPunct="1">
        <a:lnSpc>
          <a:spcPct val="12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2pPr>
      <a:lvl3pPr marL="731520" indent="-182880" algn="l" defTabSz="914400" rtl="0" eaLnBrk="1" latinLnBrk="0" hangingPunct="1">
        <a:lnSpc>
          <a:spcPct val="120000"/>
        </a:lnSpc>
        <a:spcBef>
          <a:spcPts val="500"/>
        </a:spcBef>
        <a:buClr>
          <a:schemeClr val="tx1">
            <a:lumMod val="85000"/>
            <a:lumOff val="15000"/>
          </a:schemeClr>
        </a:buClr>
        <a:buFont typeface="Garamond" pitchFamily="18" charset="0"/>
        <a:buChar char="◦"/>
        <a:defRPr sz="1100" kern="1200">
          <a:solidFill>
            <a:schemeClr val="tx1"/>
          </a:solidFill>
          <a:latin typeface="+mn-lt"/>
          <a:ea typeface="+mn-ea"/>
          <a:cs typeface="+mn-cs"/>
        </a:defRPr>
      </a:lvl3pPr>
      <a:lvl4pPr marL="1005840" indent="-182880" algn="l" defTabSz="914400" rtl="0" eaLnBrk="1" latinLnBrk="0" hangingPunct="1">
        <a:lnSpc>
          <a:spcPct val="120000"/>
        </a:lnSpc>
        <a:spcBef>
          <a:spcPts val="500"/>
        </a:spcBef>
        <a:buClr>
          <a:schemeClr val="tx1">
            <a:lumMod val="85000"/>
            <a:lumOff val="15000"/>
          </a:schemeClr>
        </a:buClr>
        <a:buFont typeface="Garamond" pitchFamily="18" charset="0"/>
        <a:buChar char="◦"/>
        <a:defRPr sz="1100" kern="1200">
          <a:solidFill>
            <a:schemeClr val="tx1"/>
          </a:solidFill>
          <a:latin typeface="+mn-lt"/>
          <a:ea typeface="+mn-ea"/>
          <a:cs typeface="+mn-cs"/>
        </a:defRPr>
      </a:lvl4pPr>
      <a:lvl5pPr marL="1280160" indent="-182880" algn="l" defTabSz="914400" rtl="0" eaLnBrk="1" latinLnBrk="0" hangingPunct="1">
        <a:lnSpc>
          <a:spcPct val="120000"/>
        </a:lnSpc>
        <a:spcBef>
          <a:spcPts val="500"/>
        </a:spcBef>
        <a:buClr>
          <a:schemeClr val="tx1">
            <a:lumMod val="85000"/>
            <a:lumOff val="15000"/>
          </a:schemeClr>
        </a:buClr>
        <a:buFont typeface="Garamond" pitchFamily="18" charset="0"/>
        <a:buChar char="◦"/>
        <a:defRPr sz="11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071C0CD-5EFD-45A1-AAFD-61C3D4A651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002">
            <a:schemeClr val="lt2"/>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A03302C-20A2-4C4F-9760-E85AE1041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337" y="643464"/>
            <a:ext cx="10912338" cy="5571072"/>
          </a:xfrm>
          <a:prstGeom prst="rect">
            <a:avLst/>
          </a:prstGeom>
          <a:solidFill>
            <a:srgbClr val="FFFFFF"/>
          </a:solidFill>
          <a:ln w="6350" cap="flat" cmpd="sng" algn="ctr">
            <a:noFill/>
            <a:prstDash val="solid"/>
          </a:ln>
          <a:effectLst>
            <a:outerShdw blurRad="50800" algn="ctr" rotWithShape="0">
              <a:prstClr val="black">
                <a:alpha val="66000"/>
              </a:prstClr>
            </a:outerShdw>
            <a:softEdge rad="0"/>
          </a:effectLst>
        </p:spPr>
      </p:sp>
      <p:sp useBgFill="1">
        <p:nvSpPr>
          <p:cNvPr id="12" name="Rectangle 11">
            <a:extLst>
              <a:ext uri="{FF2B5EF4-FFF2-40B4-BE49-F238E27FC236}">
                <a16:creationId xmlns:a16="http://schemas.microsoft.com/office/drawing/2014/main" id="{D00F093B-0739-4429-B30D-D72924D088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9702" y="809244"/>
            <a:ext cx="10579608" cy="5239512"/>
          </a:xfrm>
          <a:prstGeom prst="rect">
            <a:avLst/>
          </a:prstGeom>
          <a:ln w="6350" cap="sq" cmpd="sng" algn="ctr">
            <a:solidFill>
              <a:schemeClr val="tx1">
                <a:lumMod val="75000"/>
                <a:lumOff val="25000"/>
              </a:schemeClr>
            </a:solidFill>
            <a:prstDash val="solid"/>
            <a:miter lim="800000"/>
          </a:ln>
          <a:effectLst/>
        </p:spPr>
      </p:sp>
      <p:sp>
        <p:nvSpPr>
          <p:cNvPr id="2" name="Title 1"/>
          <p:cNvSpPr>
            <a:spLocks noGrp="1"/>
          </p:cNvSpPr>
          <p:nvPr>
            <p:ph type="ctrTitle"/>
          </p:nvPr>
        </p:nvSpPr>
        <p:spPr>
          <a:xfrm>
            <a:off x="1243632" y="1559768"/>
            <a:ext cx="9678368" cy="3135379"/>
          </a:xfrm>
        </p:spPr>
        <p:txBody>
          <a:bodyPr>
            <a:normAutofit/>
          </a:bodyPr>
          <a:lstStyle/>
          <a:p>
            <a:r>
              <a:rPr lang="en-US"/>
              <a:t> </a:t>
            </a:r>
            <a:r>
              <a:rPr lang="en-GB"/>
              <a:t>E-Governance Infrastructure and Strategies</a:t>
            </a:r>
            <a:r>
              <a:rPr lang="en-US"/>
              <a:t> </a:t>
            </a:r>
          </a:p>
        </p:txBody>
      </p:sp>
      <p:sp>
        <p:nvSpPr>
          <p:cNvPr id="3" name="Subtitle 2"/>
          <p:cNvSpPr>
            <a:spLocks noGrp="1"/>
          </p:cNvSpPr>
          <p:nvPr>
            <p:ph type="subTitle" idx="1"/>
          </p:nvPr>
        </p:nvSpPr>
        <p:spPr>
          <a:xfrm>
            <a:off x="1243633" y="4817251"/>
            <a:ext cx="9678367" cy="688024"/>
          </a:xfrm>
        </p:spPr>
        <p:txBody>
          <a:bodyPr>
            <a:normAutofit/>
          </a:bodyPr>
          <a:lstStyle/>
          <a:p>
            <a:endParaRPr lang="en-US"/>
          </a:p>
        </p:txBody>
      </p:sp>
      <p:sp>
        <p:nvSpPr>
          <p:cNvPr id="14" name="Rectangle 13">
            <a:extLst>
              <a:ext uri="{FF2B5EF4-FFF2-40B4-BE49-F238E27FC236}">
                <a16:creationId xmlns:a16="http://schemas.microsoft.com/office/drawing/2014/main" id="{1BB92999-6A40-480A-8965-2F20DFB032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5880" y="640856"/>
            <a:ext cx="1920240" cy="731520"/>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6" name="Straight Connector 15">
            <a:extLst>
              <a:ext uri="{FF2B5EF4-FFF2-40B4-BE49-F238E27FC236}">
                <a16:creationId xmlns:a16="http://schemas.microsoft.com/office/drawing/2014/main" id="{15573B87-7D61-460C-9ADA-EF63674E3A9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50180" y="640855"/>
            <a:ext cx="0" cy="640080"/>
          </a:xfrm>
          <a:prstGeom prst="line">
            <a:avLst/>
          </a:prstGeom>
          <a:solidFill>
            <a:schemeClr val="tx1">
              <a:lumMod val="85000"/>
              <a:lumOff val="15000"/>
            </a:schemeClr>
          </a:solidFill>
          <a:ln>
            <a:solidFill>
              <a:srgbClr val="000000"/>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AAF6B7C-985D-4351-9564-8DBDF5BB03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941820" y="640855"/>
            <a:ext cx="0" cy="640080"/>
          </a:xfrm>
          <a:prstGeom prst="line">
            <a:avLst/>
          </a:prstGeom>
          <a:solidFill>
            <a:schemeClr val="tx1">
              <a:lumMod val="85000"/>
              <a:lumOff val="15000"/>
            </a:schemeClr>
          </a:solidFill>
          <a:ln>
            <a:solidFill>
              <a:srgbClr val="000000"/>
            </a:solidFill>
            <a:miter lim="800000"/>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88433F4-33AB-4CE1-9DE3-72A8403654F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50180" y="1286150"/>
            <a:ext cx="1691640" cy="0"/>
          </a:xfrm>
          <a:prstGeom prst="line">
            <a:avLst/>
          </a:prstGeom>
          <a:solidFill>
            <a:schemeClr val="tx1">
              <a:lumMod val="85000"/>
              <a:lumOff val="15000"/>
            </a:schemeClr>
          </a:solidFill>
          <a:ln>
            <a:solidFill>
              <a:srgbClr val="000000"/>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82E2A95-1A08-4118-83C6-B1CA5648E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FFEFC7E-85EE-4AC9-A351-FBEB13A1D6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5534" y="237744"/>
            <a:ext cx="2926080" cy="6382512"/>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a:extLst>
              <a:ext uri="{FF2B5EF4-FFF2-40B4-BE49-F238E27FC236}">
                <a16:creationId xmlns:a16="http://schemas.microsoft.com/office/drawing/2014/main" id="{CB2511BB-FC4C-45F3-94EB-661D6806C9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9100" y="413053"/>
            <a:ext cx="2616201" cy="6064596"/>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883041-5A2E-46D5-9D08-E65776DC913C}"/>
              </a:ext>
            </a:extLst>
          </p:cNvPr>
          <p:cNvSpPr>
            <a:spLocks noGrp="1"/>
          </p:cNvSpPr>
          <p:nvPr>
            <p:ph type="title"/>
          </p:nvPr>
        </p:nvSpPr>
        <p:spPr>
          <a:xfrm>
            <a:off x="557720" y="612843"/>
            <a:ext cx="2312480" cy="1499738"/>
          </a:xfrm>
        </p:spPr>
        <p:txBody>
          <a:bodyPr anchor="b">
            <a:normAutofit/>
          </a:bodyPr>
          <a:lstStyle/>
          <a:p>
            <a:r>
              <a:rPr lang="en-US" sz="2800"/>
              <a:t>TOPIC</a:t>
            </a:r>
          </a:p>
        </p:txBody>
      </p:sp>
      <p:sp>
        <p:nvSpPr>
          <p:cNvPr id="8" name="Content Placeholder 7">
            <a:extLst>
              <a:ext uri="{FF2B5EF4-FFF2-40B4-BE49-F238E27FC236}">
                <a16:creationId xmlns:a16="http://schemas.microsoft.com/office/drawing/2014/main" id="{639BDB4D-6595-4823-ADE7-4FE21EA9C534}"/>
              </a:ext>
            </a:extLst>
          </p:cNvPr>
          <p:cNvSpPr>
            <a:spLocks noGrp="1"/>
          </p:cNvSpPr>
          <p:nvPr>
            <p:ph idx="1"/>
          </p:nvPr>
        </p:nvSpPr>
        <p:spPr>
          <a:xfrm>
            <a:off x="557720" y="2149813"/>
            <a:ext cx="2312479" cy="3854197"/>
          </a:xfrm>
        </p:spPr>
        <p:txBody>
          <a:bodyPr>
            <a:normAutofit/>
          </a:bodyPr>
          <a:lstStyle/>
          <a:p>
            <a:endParaRPr lang="en-US">
              <a:solidFill>
                <a:schemeClr val="tx1">
                  <a:lumMod val="85000"/>
                  <a:lumOff val="15000"/>
                </a:schemeClr>
              </a:solidFill>
            </a:endParaRPr>
          </a:p>
        </p:txBody>
      </p:sp>
      <p:sp>
        <p:nvSpPr>
          <p:cNvPr id="17" name="Rectangle 16">
            <a:extLst>
              <a:ext uri="{FF2B5EF4-FFF2-40B4-BE49-F238E27FC236}">
                <a16:creationId xmlns:a16="http://schemas.microsoft.com/office/drawing/2014/main" id="{68DC0EC7-60EA-4BD3-BC04-D547DE1B28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69764" y="413053"/>
            <a:ext cx="8212114" cy="6064596"/>
          </a:xfrm>
          <a:prstGeom prst="rect">
            <a:avLst/>
          </a:prstGeom>
          <a:noFill/>
          <a:ln w="6350" cap="sq" cmpd="sng" algn="ctr">
            <a:solidFill>
              <a:srgbClr val="404040"/>
            </a:solidFill>
            <a:prstDash val="solid"/>
            <a:miter lim="800000"/>
          </a:ln>
          <a:effectLst/>
        </p:spPr>
      </p:sp>
      <p:pic>
        <p:nvPicPr>
          <p:cNvPr id="4" name="Picture 4" descr="A screenshot of a cell phone&#10;&#10;Description automatically generated">
            <a:extLst>
              <a:ext uri="{FF2B5EF4-FFF2-40B4-BE49-F238E27FC236}">
                <a16:creationId xmlns:a16="http://schemas.microsoft.com/office/drawing/2014/main" id="{A627D9F9-CF8A-4A51-91D3-B4FE87DE184B}"/>
              </a:ext>
            </a:extLst>
          </p:cNvPr>
          <p:cNvPicPr>
            <a:picLocks noChangeAspect="1"/>
          </p:cNvPicPr>
          <p:nvPr/>
        </p:nvPicPr>
        <p:blipFill>
          <a:blip r:embed="rId2"/>
          <a:stretch>
            <a:fillRect/>
          </a:stretch>
        </p:blipFill>
        <p:spPr>
          <a:xfrm>
            <a:off x="4049422" y="1950392"/>
            <a:ext cx="7237877" cy="2985623"/>
          </a:xfrm>
          <a:prstGeom prst="rect">
            <a:avLst/>
          </a:prstGeom>
        </p:spPr>
      </p:pic>
    </p:spTree>
    <p:extLst>
      <p:ext uri="{BB962C8B-B14F-4D97-AF65-F5344CB8AC3E}">
        <p14:creationId xmlns:p14="http://schemas.microsoft.com/office/powerpoint/2010/main" val="1746491997"/>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479E0-1930-40DE-B333-179CD6309524}"/>
              </a:ext>
            </a:extLst>
          </p:cNvPr>
          <p:cNvSpPr>
            <a:spLocks noGrp="1"/>
          </p:cNvSpPr>
          <p:nvPr>
            <p:ph type="title"/>
          </p:nvPr>
        </p:nvSpPr>
        <p:spPr/>
        <p:txBody>
          <a:bodyPr/>
          <a:lstStyle/>
          <a:p>
            <a:r>
              <a:rPr lang="en-US" b="1" i="0" cap="small">
                <a:ea typeface="+mj-lt"/>
                <a:cs typeface="+mj-lt"/>
              </a:rPr>
              <a:t>Network Infrastructure </a:t>
            </a:r>
          </a:p>
        </p:txBody>
      </p:sp>
      <p:sp>
        <p:nvSpPr>
          <p:cNvPr id="3" name="Content Placeholder 2">
            <a:extLst>
              <a:ext uri="{FF2B5EF4-FFF2-40B4-BE49-F238E27FC236}">
                <a16:creationId xmlns:a16="http://schemas.microsoft.com/office/drawing/2014/main" id="{A3A1EC83-D2C0-49B3-89EC-2940BC342974}"/>
              </a:ext>
            </a:extLst>
          </p:cNvPr>
          <p:cNvSpPr>
            <a:spLocks noGrp="1"/>
          </p:cNvSpPr>
          <p:nvPr>
            <p:ph idx="1"/>
          </p:nvPr>
        </p:nvSpPr>
        <p:spPr/>
        <p:txBody>
          <a:bodyPr vert="horz" lIns="91440" tIns="45720" rIns="91440" bIns="45720" rtlCol="0" anchor="t">
            <a:normAutofit/>
          </a:bodyPr>
          <a:lstStyle/>
          <a:p>
            <a:r>
              <a:rPr lang="en-US" sz="2400" dirty="0">
                <a:ea typeface="+mn-lt"/>
                <a:cs typeface="+mn-lt"/>
              </a:rPr>
              <a:t>Network infrastructure is typically part of the IT infrastructure found in most enterprise IT environments. </a:t>
            </a:r>
            <a:endParaRPr lang="en-US"/>
          </a:p>
          <a:p>
            <a:r>
              <a:rPr lang="en-US" sz="2400" dirty="0">
                <a:ea typeface="+mn-lt"/>
                <a:cs typeface="+mn-lt"/>
              </a:rPr>
              <a:t>The entire network infrastructure is interconnected, and can be used for internal communications, external communications or both</a:t>
            </a:r>
            <a:endParaRPr lang="en-US" dirty="0">
              <a:ea typeface="+mn-lt"/>
              <a:cs typeface="+mn-lt"/>
            </a:endParaRPr>
          </a:p>
          <a:p>
            <a:r>
              <a:rPr lang="en-US" sz="2400" dirty="0">
                <a:ea typeface="+mn-lt"/>
                <a:cs typeface="+mn-lt"/>
              </a:rPr>
              <a:t>A typical network infrastructure includes:</a:t>
            </a:r>
            <a:endParaRPr lang="en-US" dirty="0"/>
          </a:p>
        </p:txBody>
      </p:sp>
    </p:spTree>
    <p:extLst>
      <p:ext uri="{BB962C8B-B14F-4D97-AF65-F5344CB8AC3E}">
        <p14:creationId xmlns:p14="http://schemas.microsoft.com/office/powerpoint/2010/main" val="35029060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44A563-226B-4EDA-8282-72D9C0436AF4}"/>
              </a:ext>
            </a:extLst>
          </p:cNvPr>
          <p:cNvSpPr>
            <a:spLocks noGrp="1"/>
          </p:cNvSpPr>
          <p:nvPr>
            <p:ph idx="1"/>
          </p:nvPr>
        </p:nvSpPr>
        <p:spPr>
          <a:xfrm>
            <a:off x="1066800" y="579120"/>
            <a:ext cx="10058400" cy="5373624"/>
          </a:xfrm>
        </p:spPr>
        <p:txBody>
          <a:bodyPr vert="horz" lIns="91440" tIns="45720" rIns="91440" bIns="45720" rtlCol="0" anchor="t">
            <a:normAutofit fontScale="85000" lnSpcReduction="20000"/>
          </a:bodyPr>
          <a:lstStyle/>
          <a:p>
            <a:pPr marL="0" indent="0" algn="just">
              <a:buNone/>
            </a:pPr>
            <a:r>
              <a:rPr lang="en-US" sz="2400" b="1" dirty="0">
                <a:ea typeface="+mn-lt"/>
                <a:cs typeface="+mn-lt"/>
              </a:rPr>
              <a:t>Networking Hardware</a:t>
            </a:r>
            <a:endParaRPr lang="en-US" sz="2400"/>
          </a:p>
          <a:p>
            <a:pPr algn="just"/>
            <a:r>
              <a:rPr lang="en-US" sz="2400" dirty="0">
                <a:ea typeface="+mn-lt"/>
                <a:cs typeface="+mn-lt"/>
              </a:rPr>
              <a:t>Networking hardware, also known as network equipment or computer networking devices, are electronic devices which are required for communication and interaction between devices on a computer network. </a:t>
            </a:r>
          </a:p>
          <a:p>
            <a:pPr algn="just"/>
            <a:r>
              <a:rPr lang="en-US" sz="2400" b="1" dirty="0">
                <a:ea typeface="+mn-lt"/>
                <a:cs typeface="+mn-lt"/>
              </a:rPr>
              <a:t>1.Routers</a:t>
            </a:r>
            <a:endParaRPr lang="en-US" sz="2400" dirty="0">
              <a:ea typeface="+mn-lt"/>
              <a:cs typeface="+mn-lt"/>
            </a:endParaRPr>
          </a:p>
          <a:p>
            <a:pPr algn="just"/>
            <a:r>
              <a:rPr lang="en-US" sz="2400" dirty="0">
                <a:ea typeface="+mn-lt"/>
                <a:cs typeface="+mn-lt"/>
              </a:rPr>
              <a:t>The router is a physical or virtual internetworking device that is designed to receive, analyze, and forward data packets between computer networks. </a:t>
            </a:r>
          </a:p>
          <a:p>
            <a:pPr algn="just"/>
            <a:r>
              <a:rPr lang="en-US" sz="2400" b="1" dirty="0">
                <a:ea typeface="+mn-lt"/>
                <a:cs typeface="+mn-lt"/>
              </a:rPr>
              <a:t>2.Switches</a:t>
            </a:r>
            <a:endParaRPr lang="en-US" sz="2400" dirty="0">
              <a:ea typeface="+mn-lt"/>
              <a:cs typeface="+mn-lt"/>
            </a:endParaRPr>
          </a:p>
          <a:p>
            <a:pPr algn="just"/>
            <a:r>
              <a:rPr lang="en-US" sz="2400" dirty="0">
                <a:ea typeface="+mn-lt"/>
                <a:cs typeface="+mn-lt"/>
              </a:rPr>
              <a:t>A switch is a hardware device that connects multiple devices on a computer network. </a:t>
            </a:r>
            <a:endParaRPr lang="en-US" sz="2400">
              <a:ea typeface="+mn-lt"/>
              <a:cs typeface="+mn-lt"/>
            </a:endParaRPr>
          </a:p>
          <a:p>
            <a:pPr algn="just"/>
            <a:r>
              <a:rPr lang="en-US" sz="2400" dirty="0">
                <a:ea typeface="+mn-lt"/>
                <a:cs typeface="+mn-lt"/>
              </a:rPr>
              <a:t>A Switch contains more advanced features than Hub. </a:t>
            </a:r>
          </a:p>
          <a:p>
            <a:pPr algn="just"/>
            <a:r>
              <a:rPr lang="en-US" sz="2400" dirty="0">
                <a:ea typeface="+mn-lt"/>
                <a:cs typeface="+mn-lt"/>
              </a:rPr>
              <a:t>The Switch contains the updated table that decides where the data is transmitted or not. </a:t>
            </a:r>
            <a:endParaRPr lang="en-US" sz="2400">
              <a:ea typeface="+mn-lt"/>
              <a:cs typeface="+mn-lt"/>
            </a:endParaRPr>
          </a:p>
          <a:p>
            <a:pPr algn="just"/>
            <a:r>
              <a:rPr lang="en-US" sz="2400" dirty="0">
                <a:ea typeface="+mn-lt"/>
                <a:cs typeface="+mn-lt"/>
              </a:rPr>
              <a:t>Switch delivers the message to the correct destination based on the physical address present in the incoming message. </a:t>
            </a:r>
            <a:endParaRPr lang="en-US" sz="2400"/>
          </a:p>
        </p:txBody>
      </p:sp>
    </p:spTree>
    <p:extLst>
      <p:ext uri="{BB962C8B-B14F-4D97-AF65-F5344CB8AC3E}">
        <p14:creationId xmlns:p14="http://schemas.microsoft.com/office/powerpoint/2010/main" val="21568344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83BDAE-ECF6-4716-8667-880A5810351F}"/>
              </a:ext>
            </a:extLst>
          </p:cNvPr>
          <p:cNvSpPr>
            <a:spLocks noGrp="1"/>
          </p:cNvSpPr>
          <p:nvPr>
            <p:ph idx="1"/>
          </p:nvPr>
        </p:nvSpPr>
        <p:spPr>
          <a:xfrm>
            <a:off x="1066800" y="866668"/>
            <a:ext cx="10058400" cy="5086076"/>
          </a:xfrm>
        </p:spPr>
        <p:txBody>
          <a:bodyPr vert="horz" lIns="91440" tIns="45720" rIns="91440" bIns="45720" rtlCol="0" anchor="t">
            <a:normAutofit/>
          </a:bodyPr>
          <a:lstStyle/>
          <a:p>
            <a:pPr algn="just"/>
            <a:r>
              <a:rPr lang="en-US" sz="1800" b="1" dirty="0">
                <a:ea typeface="+mn-lt"/>
                <a:cs typeface="+mn-lt"/>
              </a:rPr>
              <a:t>3.LAN cards</a:t>
            </a:r>
            <a:endParaRPr lang="en-US" sz="1800" dirty="0">
              <a:ea typeface="+mn-lt"/>
              <a:cs typeface="+mn-lt"/>
            </a:endParaRPr>
          </a:p>
          <a:p>
            <a:pPr algn="just"/>
            <a:r>
              <a:rPr lang="en-US" sz="1800" dirty="0">
                <a:ea typeface="+mn-lt"/>
                <a:cs typeface="+mn-lt"/>
              </a:rPr>
              <a:t>A LAN card connects a computer to a network.  LAN cards are typically built into your computer.  You can connect to the network via an Ethernet cable, </a:t>
            </a:r>
            <a:r>
              <a:rPr lang="en-US" sz="1800" dirty="0" err="1">
                <a:ea typeface="+mn-lt"/>
                <a:cs typeface="+mn-lt"/>
              </a:rPr>
              <a:t>usb</a:t>
            </a:r>
            <a:r>
              <a:rPr lang="en-US" sz="1800" dirty="0">
                <a:ea typeface="+mn-lt"/>
                <a:cs typeface="+mn-lt"/>
              </a:rPr>
              <a:t>, or wirelessly. </a:t>
            </a:r>
          </a:p>
          <a:p>
            <a:pPr algn="just"/>
            <a:r>
              <a:rPr lang="en-US" sz="1800" b="1" dirty="0">
                <a:ea typeface="+mn-lt"/>
                <a:cs typeface="+mn-lt"/>
              </a:rPr>
              <a:t>4.Hub</a:t>
            </a:r>
            <a:endParaRPr lang="en-US" sz="1800" dirty="0">
              <a:ea typeface="+mn-lt"/>
              <a:cs typeface="+mn-lt"/>
            </a:endParaRPr>
          </a:p>
          <a:p>
            <a:pPr algn="just"/>
            <a:r>
              <a:rPr lang="en-US" sz="1800" dirty="0">
                <a:ea typeface="+mn-lt"/>
                <a:cs typeface="+mn-lt"/>
              </a:rPr>
              <a:t>A Hub is a hardware device that divides the network connection among multiple devices. </a:t>
            </a:r>
          </a:p>
          <a:p>
            <a:pPr algn="just"/>
            <a:r>
              <a:rPr lang="en-US" sz="1800" dirty="0">
                <a:ea typeface="+mn-lt"/>
                <a:cs typeface="+mn-lt"/>
              </a:rPr>
              <a:t>When computer requests for some information from a network, it first sends the request to the Hub through cable. Hub will broadcast this request to the entire network. </a:t>
            </a:r>
            <a:endParaRPr lang="en-US"/>
          </a:p>
          <a:p>
            <a:pPr algn="just"/>
            <a:r>
              <a:rPr lang="en-US" sz="1800" b="1" dirty="0">
                <a:ea typeface="+mn-lt"/>
                <a:cs typeface="+mn-lt"/>
              </a:rPr>
              <a:t>5.Cables</a:t>
            </a:r>
            <a:endParaRPr lang="en-US" sz="1800" dirty="0">
              <a:ea typeface="+mn-lt"/>
              <a:cs typeface="+mn-lt"/>
            </a:endParaRPr>
          </a:p>
          <a:p>
            <a:pPr algn="just"/>
            <a:r>
              <a:rPr lang="en-US" sz="1800" dirty="0">
                <a:ea typeface="+mn-lt"/>
                <a:cs typeface="+mn-lt"/>
              </a:rPr>
              <a:t>Network cables are used to connect and transfer data and information between computers, routers, switches and storage area networks. </a:t>
            </a:r>
            <a:endParaRPr lang="en-US" sz="1800">
              <a:ea typeface="+mn-lt"/>
              <a:cs typeface="+mn-lt"/>
            </a:endParaRPr>
          </a:p>
          <a:p>
            <a:pPr algn="just"/>
            <a:r>
              <a:rPr lang="en-US" sz="1800" dirty="0">
                <a:ea typeface="+mn-lt"/>
                <a:cs typeface="+mn-lt"/>
              </a:rPr>
              <a:t>These cables are essentially the carrier or media through which data flows. </a:t>
            </a:r>
            <a:endParaRPr lang="en-US" sz="1800"/>
          </a:p>
        </p:txBody>
      </p:sp>
    </p:spTree>
    <p:extLst>
      <p:ext uri="{BB962C8B-B14F-4D97-AF65-F5344CB8AC3E}">
        <p14:creationId xmlns:p14="http://schemas.microsoft.com/office/powerpoint/2010/main" val="23066090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A325C5-4194-4F49-9A0E-411A8876C7DB}"/>
              </a:ext>
            </a:extLst>
          </p:cNvPr>
          <p:cNvSpPr>
            <a:spLocks noGrp="1"/>
          </p:cNvSpPr>
          <p:nvPr>
            <p:ph idx="1"/>
          </p:nvPr>
        </p:nvSpPr>
        <p:spPr>
          <a:xfrm>
            <a:off x="1066800" y="909800"/>
            <a:ext cx="10058400" cy="5042944"/>
          </a:xfrm>
        </p:spPr>
        <p:txBody>
          <a:bodyPr vert="horz" lIns="91440" tIns="45720" rIns="91440" bIns="45720" rtlCol="0" anchor="t">
            <a:normAutofit/>
          </a:bodyPr>
          <a:lstStyle/>
          <a:p>
            <a:pPr marL="0" indent="0" algn="just">
              <a:buNone/>
            </a:pPr>
            <a:r>
              <a:rPr lang="en-US" sz="2000" b="1" dirty="0">
                <a:ea typeface="+mn-lt"/>
                <a:cs typeface="+mn-lt"/>
              </a:rPr>
              <a:t>Networking Software</a:t>
            </a:r>
            <a:endParaRPr lang="en-US" sz="2000" dirty="0"/>
          </a:p>
          <a:p>
            <a:pPr algn="just"/>
            <a:r>
              <a:rPr lang="en-US" sz="2000" dirty="0">
                <a:ea typeface="+mn-lt"/>
                <a:cs typeface="+mn-lt"/>
              </a:rPr>
              <a:t>Networking software is a foundational element for any network. </a:t>
            </a:r>
          </a:p>
          <a:p>
            <a:pPr algn="just"/>
            <a:r>
              <a:rPr lang="en-US" sz="2000" dirty="0">
                <a:ea typeface="+mn-lt"/>
                <a:cs typeface="+mn-lt"/>
              </a:rPr>
              <a:t>It helps administrators deploy, manage and monitor a network. </a:t>
            </a:r>
            <a:endParaRPr lang="en-US">
              <a:ea typeface="+mn-lt"/>
              <a:cs typeface="+mn-lt"/>
            </a:endParaRPr>
          </a:p>
          <a:p>
            <a:pPr algn="just"/>
            <a:r>
              <a:rPr lang="en-US" sz="2000" dirty="0">
                <a:ea typeface="+mn-lt"/>
                <a:cs typeface="+mn-lt"/>
              </a:rPr>
              <a:t>Traditional networks are made up of specialized hardware, such as routers and switches that bundle the networking software into the solution.</a:t>
            </a:r>
            <a:endParaRPr lang="en-US"/>
          </a:p>
          <a:p>
            <a:pPr algn="just"/>
            <a:r>
              <a:rPr lang="en-US" sz="2000" b="1" dirty="0">
                <a:ea typeface="+mn-lt"/>
                <a:cs typeface="+mn-lt"/>
              </a:rPr>
              <a:t>1.Network operations and management</a:t>
            </a:r>
            <a:endParaRPr lang="en-US" sz="2000" dirty="0">
              <a:ea typeface="+mn-lt"/>
              <a:cs typeface="+mn-lt"/>
            </a:endParaRPr>
          </a:p>
          <a:p>
            <a:pPr marL="0" indent="0" algn="just">
              <a:buNone/>
            </a:pPr>
            <a:r>
              <a:rPr lang="en-US" sz="2000" dirty="0">
                <a:ea typeface="+mn-lt"/>
                <a:cs typeface="+mn-lt"/>
              </a:rPr>
              <a:t> Manage, Automate, and Ensure agreement for Physical, Virtual, and  Software-Defined Networks. </a:t>
            </a:r>
          </a:p>
          <a:p>
            <a:pPr marL="0" indent="0" algn="just">
              <a:buNone/>
            </a:pPr>
            <a:r>
              <a:rPr lang="en-US" sz="2000" dirty="0">
                <a:ea typeface="+mn-lt"/>
                <a:cs typeface="+mn-lt"/>
              </a:rPr>
              <a:t>It is the first heterogeneous network management solution to provide unified management for modern networks.</a:t>
            </a:r>
            <a:endParaRPr lang="en-US"/>
          </a:p>
          <a:p>
            <a:endParaRPr lang="en-US" sz="2000" dirty="0"/>
          </a:p>
        </p:txBody>
      </p:sp>
    </p:spTree>
    <p:extLst>
      <p:ext uri="{BB962C8B-B14F-4D97-AF65-F5344CB8AC3E}">
        <p14:creationId xmlns:p14="http://schemas.microsoft.com/office/powerpoint/2010/main" val="17897090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EAC96F-7FCE-4DDB-BEDA-DA0C1C9725C3}"/>
              </a:ext>
            </a:extLst>
          </p:cNvPr>
          <p:cNvSpPr>
            <a:spLocks noGrp="1"/>
          </p:cNvSpPr>
          <p:nvPr>
            <p:ph idx="1"/>
          </p:nvPr>
        </p:nvSpPr>
        <p:spPr>
          <a:xfrm>
            <a:off x="1066800" y="809158"/>
            <a:ext cx="10058400" cy="5143586"/>
          </a:xfrm>
        </p:spPr>
        <p:txBody>
          <a:bodyPr vert="horz" lIns="91440" tIns="45720" rIns="91440" bIns="45720" rtlCol="0" anchor="t">
            <a:normAutofit fontScale="92500" lnSpcReduction="10000"/>
          </a:bodyPr>
          <a:lstStyle/>
          <a:p>
            <a:pPr algn="just"/>
            <a:r>
              <a:rPr lang="en-US" sz="2000" b="1" dirty="0">
                <a:ea typeface="+mn-lt"/>
                <a:cs typeface="+mn-lt"/>
              </a:rPr>
              <a:t>2.Operating systems</a:t>
            </a:r>
            <a:endParaRPr lang="en-US" sz="2000" dirty="0">
              <a:ea typeface="+mn-lt"/>
              <a:cs typeface="+mn-lt"/>
            </a:endParaRPr>
          </a:p>
          <a:p>
            <a:pPr algn="just"/>
            <a:r>
              <a:rPr lang="en-US" sz="2000" dirty="0">
                <a:ea typeface="+mn-lt"/>
                <a:cs typeface="+mn-lt"/>
              </a:rPr>
              <a:t>An operating system is the most important software that runs on a computer. </a:t>
            </a:r>
            <a:endParaRPr lang="en-US">
              <a:ea typeface="+mn-lt"/>
              <a:cs typeface="+mn-lt"/>
            </a:endParaRPr>
          </a:p>
          <a:p>
            <a:pPr algn="just"/>
            <a:r>
              <a:rPr lang="en-US" sz="2000" dirty="0">
                <a:ea typeface="+mn-lt"/>
                <a:cs typeface="+mn-lt"/>
              </a:rPr>
              <a:t>It manages the computer's memory and processes, as well as all of its software and hardware. </a:t>
            </a:r>
            <a:endParaRPr lang="en-US">
              <a:ea typeface="+mn-lt"/>
              <a:cs typeface="+mn-lt"/>
            </a:endParaRPr>
          </a:p>
          <a:p>
            <a:pPr algn="just"/>
            <a:r>
              <a:rPr lang="en-US" sz="2000" dirty="0">
                <a:ea typeface="+mn-lt"/>
                <a:cs typeface="+mn-lt"/>
              </a:rPr>
              <a:t>It also allows you to communicate with the computer without knowing how to speak the computer's language. Without an operating system, a computer is useless.</a:t>
            </a:r>
            <a:endParaRPr lang="en-US"/>
          </a:p>
          <a:p>
            <a:pPr algn="just"/>
            <a:r>
              <a:rPr lang="en-US" sz="2000" b="1" dirty="0">
                <a:ea typeface="+mn-lt"/>
                <a:cs typeface="+mn-lt"/>
              </a:rPr>
              <a:t>3.Firewall</a:t>
            </a:r>
            <a:endParaRPr lang="en-US" sz="2000" dirty="0">
              <a:ea typeface="+mn-lt"/>
              <a:cs typeface="+mn-lt"/>
            </a:endParaRPr>
          </a:p>
          <a:p>
            <a:pPr algn="just"/>
            <a:r>
              <a:rPr lang="en-US" sz="2000" dirty="0">
                <a:ea typeface="+mn-lt"/>
                <a:cs typeface="+mn-lt"/>
              </a:rPr>
              <a:t>A firewall is a system designed to prevent unauthorized access to or from a private network. </a:t>
            </a:r>
          </a:p>
          <a:p>
            <a:pPr algn="just"/>
            <a:r>
              <a:rPr lang="en-US" sz="2000" dirty="0">
                <a:ea typeface="+mn-lt"/>
                <a:cs typeface="+mn-lt"/>
              </a:rPr>
              <a:t>You can implement a firewall in either hardware or software form, or a combination of both. </a:t>
            </a:r>
            <a:endParaRPr lang="en-US">
              <a:ea typeface="+mn-lt"/>
              <a:cs typeface="+mn-lt"/>
            </a:endParaRPr>
          </a:p>
          <a:p>
            <a:pPr algn="just"/>
            <a:r>
              <a:rPr lang="en-US" sz="2000" dirty="0">
                <a:ea typeface="+mn-lt"/>
                <a:cs typeface="+mn-lt"/>
              </a:rPr>
              <a:t>Firewalls prevent unauthorized internet users from accessing private networks connected to the internet, especially intranets.</a:t>
            </a:r>
            <a:endParaRPr lang="en-US"/>
          </a:p>
          <a:p>
            <a:endParaRPr lang="en-US" sz="2000" dirty="0"/>
          </a:p>
        </p:txBody>
      </p:sp>
    </p:spTree>
    <p:extLst>
      <p:ext uri="{BB962C8B-B14F-4D97-AF65-F5344CB8AC3E}">
        <p14:creationId xmlns:p14="http://schemas.microsoft.com/office/powerpoint/2010/main" val="23700603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D23CBE-3615-4E88-860F-79ABFCB13C26}"/>
              </a:ext>
            </a:extLst>
          </p:cNvPr>
          <p:cNvSpPr>
            <a:spLocks noGrp="1"/>
          </p:cNvSpPr>
          <p:nvPr>
            <p:ph idx="1"/>
          </p:nvPr>
        </p:nvSpPr>
        <p:spPr>
          <a:xfrm>
            <a:off x="1066800" y="564743"/>
            <a:ext cx="10058400" cy="5388001"/>
          </a:xfrm>
        </p:spPr>
        <p:txBody>
          <a:bodyPr vert="horz" lIns="91440" tIns="45720" rIns="91440" bIns="45720" rtlCol="0" anchor="t">
            <a:noAutofit/>
          </a:bodyPr>
          <a:lstStyle/>
          <a:p>
            <a:pPr marL="0" indent="0" algn="just">
              <a:buNone/>
            </a:pPr>
            <a:r>
              <a:rPr lang="en-US" sz="1800" b="1" dirty="0">
                <a:ea typeface="+mn-lt"/>
                <a:cs typeface="+mn-lt"/>
              </a:rPr>
              <a:t>Network Services</a:t>
            </a:r>
            <a:endParaRPr lang="en-US" sz="1800" dirty="0"/>
          </a:p>
          <a:p>
            <a:pPr algn="just"/>
            <a:r>
              <a:rPr lang="en-US" sz="1800" dirty="0">
                <a:ea typeface="+mn-lt"/>
                <a:cs typeface="+mn-lt"/>
              </a:rPr>
              <a:t>A networking service is a low-level application that enables the network to perform more than basic functions.</a:t>
            </a:r>
          </a:p>
          <a:p>
            <a:pPr algn="just"/>
            <a:r>
              <a:rPr lang="en-US" sz="1800" b="1" dirty="0">
                <a:ea typeface="+mn-lt"/>
                <a:cs typeface="+mn-lt"/>
              </a:rPr>
              <a:t>1.T-1 Line</a:t>
            </a:r>
            <a:endParaRPr lang="en-US" sz="1800" dirty="0">
              <a:ea typeface="+mn-lt"/>
              <a:cs typeface="+mn-lt"/>
            </a:endParaRPr>
          </a:p>
          <a:p>
            <a:pPr algn="just"/>
            <a:r>
              <a:rPr lang="en-US" sz="1800" dirty="0">
                <a:ea typeface="+mn-lt"/>
                <a:cs typeface="+mn-lt"/>
              </a:rPr>
              <a:t>A T1 line is a communications transmission service that uses 2 twisted pair copper wires to transmit and receive data or voice traffic. A T1 line can transmit data at a speed of 1.544 Mbps. </a:t>
            </a:r>
          </a:p>
          <a:p>
            <a:pPr algn="just"/>
            <a:r>
              <a:rPr lang="en-US" sz="1800" b="1" dirty="0">
                <a:ea typeface="+mn-lt"/>
                <a:cs typeface="+mn-lt"/>
              </a:rPr>
              <a:t>2.DSL</a:t>
            </a:r>
            <a:endParaRPr lang="en-US" sz="1800" dirty="0">
              <a:ea typeface="+mn-lt"/>
              <a:cs typeface="+mn-lt"/>
            </a:endParaRPr>
          </a:p>
          <a:p>
            <a:pPr algn="just"/>
            <a:r>
              <a:rPr lang="en-US" sz="1800" dirty="0">
                <a:ea typeface="+mn-lt"/>
                <a:cs typeface="+mn-lt"/>
              </a:rPr>
              <a:t>Stands for "Digital Subscriber Line." DSL is a communications medium used to transfer digital signals over standard telephone lines. Along with cable Internet, DSL is one of the most popular ways ISPs provide broadband Internet access.</a:t>
            </a:r>
          </a:p>
          <a:p>
            <a:pPr algn="just"/>
            <a:r>
              <a:rPr lang="en-US" sz="1800" b="1" dirty="0">
                <a:ea typeface="+mn-lt"/>
                <a:cs typeface="+mn-lt"/>
              </a:rPr>
              <a:t>3.Satellite</a:t>
            </a:r>
            <a:endParaRPr lang="en-US" sz="1800" dirty="0">
              <a:ea typeface="+mn-lt"/>
              <a:cs typeface="+mn-lt"/>
            </a:endParaRPr>
          </a:p>
          <a:p>
            <a:pPr algn="just"/>
            <a:r>
              <a:rPr lang="en-US" sz="1800" dirty="0">
                <a:ea typeface="+mn-lt"/>
                <a:cs typeface="+mn-lt"/>
              </a:rPr>
              <a:t>A satellite is an object in space that orbits or circles around a bigger object. There are two kinds of satellites: natural (such as the moon orbiting the Earth) or artificial (such as the International Space Station orbiting the Earth).</a:t>
            </a:r>
          </a:p>
          <a:p>
            <a:endParaRPr lang="en-US" sz="1800" dirty="0"/>
          </a:p>
        </p:txBody>
      </p:sp>
    </p:spTree>
    <p:extLst>
      <p:ext uri="{BB962C8B-B14F-4D97-AF65-F5344CB8AC3E}">
        <p14:creationId xmlns:p14="http://schemas.microsoft.com/office/powerpoint/2010/main" val="40374958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A7F5E5-7D46-40EF-BCDF-186EFEBD587B}"/>
              </a:ext>
            </a:extLst>
          </p:cNvPr>
          <p:cNvSpPr>
            <a:spLocks noGrp="1"/>
          </p:cNvSpPr>
          <p:nvPr>
            <p:ph idx="1"/>
          </p:nvPr>
        </p:nvSpPr>
        <p:spPr>
          <a:xfrm>
            <a:off x="1066800" y="708517"/>
            <a:ext cx="10058400" cy="5244227"/>
          </a:xfrm>
        </p:spPr>
        <p:txBody>
          <a:bodyPr vert="horz" lIns="91440" tIns="45720" rIns="91440" bIns="45720" rtlCol="0" anchor="t">
            <a:normAutofit/>
          </a:bodyPr>
          <a:lstStyle/>
          <a:p>
            <a:pPr algn="just"/>
            <a:r>
              <a:rPr lang="en-US" sz="2000" b="1" dirty="0">
                <a:ea typeface="+mn-lt"/>
                <a:cs typeface="+mn-lt"/>
              </a:rPr>
              <a:t>4.Wireless protocols</a:t>
            </a:r>
            <a:endParaRPr lang="en-US" sz="2000" dirty="0">
              <a:ea typeface="+mn-lt"/>
              <a:cs typeface="+mn-lt"/>
            </a:endParaRPr>
          </a:p>
          <a:p>
            <a:pPr algn="just"/>
            <a:r>
              <a:rPr lang="en-US" sz="2000" dirty="0">
                <a:ea typeface="+mn-lt"/>
                <a:cs typeface="+mn-lt"/>
              </a:rPr>
              <a:t>Wireless communication protocols are used to connect computers, laptops and smartphones. </a:t>
            </a:r>
            <a:endParaRPr lang="en-US" sz="2000">
              <a:ea typeface="+mn-lt"/>
              <a:cs typeface="+mn-lt"/>
            </a:endParaRPr>
          </a:p>
          <a:p>
            <a:pPr algn="just"/>
            <a:r>
              <a:rPr lang="en-US" sz="2000" dirty="0">
                <a:ea typeface="+mn-lt"/>
                <a:cs typeface="+mn-lt"/>
              </a:rPr>
              <a:t>The more widespread and standardized protocols are wireless LAN (IEEE 802.11) or Bluetooth (IEEE 802.15. 1). </a:t>
            </a:r>
          </a:p>
          <a:p>
            <a:pPr algn="just"/>
            <a:r>
              <a:rPr lang="en-US" sz="2000" dirty="0">
                <a:ea typeface="+mn-lt"/>
                <a:cs typeface="+mn-lt"/>
              </a:rPr>
              <a:t>The implementation of these protocols in a device requires high processing capacity and big energy consumption.</a:t>
            </a:r>
          </a:p>
          <a:p>
            <a:pPr algn="just"/>
            <a:r>
              <a:rPr lang="en-US" sz="2000" b="1" dirty="0">
                <a:ea typeface="+mn-lt"/>
                <a:cs typeface="+mn-lt"/>
              </a:rPr>
              <a:t>5.IP addressing</a:t>
            </a:r>
            <a:endParaRPr lang="en-US" sz="2000" dirty="0">
              <a:ea typeface="+mn-lt"/>
              <a:cs typeface="+mn-lt"/>
            </a:endParaRPr>
          </a:p>
          <a:p>
            <a:pPr algn="just"/>
            <a:r>
              <a:rPr lang="en-US" sz="2000" dirty="0">
                <a:ea typeface="+mn-lt"/>
                <a:cs typeface="+mn-lt"/>
              </a:rPr>
              <a:t>An Internet Protocol address (IP address) is a numerical label assigned to each device connected to a computer network that uses the Internet Protocol for communication.</a:t>
            </a:r>
          </a:p>
          <a:p>
            <a:pPr algn="just"/>
            <a:r>
              <a:rPr lang="en-US" sz="2000" dirty="0">
                <a:ea typeface="+mn-lt"/>
                <a:cs typeface="+mn-lt"/>
              </a:rPr>
              <a:t> An IP address serves two main functions: host or network interface identification and location addressing.</a:t>
            </a:r>
            <a:endParaRPr lang="en-US"/>
          </a:p>
          <a:p>
            <a:endParaRPr lang="en-US" sz="2000" dirty="0"/>
          </a:p>
        </p:txBody>
      </p:sp>
    </p:spTree>
    <p:extLst>
      <p:ext uri="{BB962C8B-B14F-4D97-AF65-F5344CB8AC3E}">
        <p14:creationId xmlns:p14="http://schemas.microsoft.com/office/powerpoint/2010/main" val="36686690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FCDAA-B3EB-4C1B-B0B4-894CC90704D1}"/>
              </a:ext>
            </a:extLst>
          </p:cNvPr>
          <p:cNvSpPr>
            <a:spLocks noGrp="1"/>
          </p:cNvSpPr>
          <p:nvPr>
            <p:ph type="title"/>
          </p:nvPr>
        </p:nvSpPr>
        <p:spPr/>
        <p:txBody>
          <a:bodyPr/>
          <a:lstStyle/>
          <a:p>
            <a:r>
              <a:rPr lang="en-US" b="1" i="0" cap="small">
                <a:ea typeface="+mj-lt"/>
                <a:cs typeface="+mj-lt"/>
              </a:rPr>
              <a:t>Computing Infrastructure </a:t>
            </a:r>
          </a:p>
        </p:txBody>
      </p:sp>
      <p:sp>
        <p:nvSpPr>
          <p:cNvPr id="3" name="Content Placeholder 2">
            <a:extLst>
              <a:ext uri="{FF2B5EF4-FFF2-40B4-BE49-F238E27FC236}">
                <a16:creationId xmlns:a16="http://schemas.microsoft.com/office/drawing/2014/main" id="{77090D55-A941-436F-93EF-54B66759EDD2}"/>
              </a:ext>
            </a:extLst>
          </p:cNvPr>
          <p:cNvSpPr>
            <a:spLocks noGrp="1"/>
          </p:cNvSpPr>
          <p:nvPr>
            <p:ph idx="1"/>
          </p:nvPr>
        </p:nvSpPr>
        <p:spPr/>
        <p:txBody>
          <a:bodyPr vert="horz" lIns="91440" tIns="45720" rIns="91440" bIns="45720" rtlCol="0" anchor="t">
            <a:normAutofit/>
          </a:bodyPr>
          <a:lstStyle/>
          <a:p>
            <a:r>
              <a:rPr lang="en-US" sz="2400" dirty="0">
                <a:ea typeface="+mn-lt"/>
                <a:cs typeface="+mn-lt"/>
              </a:rPr>
              <a:t>Computing Infrastructure provides the hardware and services that other systems and services are built on. </a:t>
            </a:r>
            <a:endParaRPr lang="en-US" dirty="0"/>
          </a:p>
          <a:p>
            <a:r>
              <a:rPr lang="en-US" sz="2400" dirty="0">
                <a:ea typeface="+mn-lt"/>
                <a:cs typeface="+mn-lt"/>
              </a:rPr>
              <a:t>Computing Infrastructure provides management and support for end-user computers, servers, storage systems, operating systems, databases, middleware and ERP systems. </a:t>
            </a:r>
            <a:endParaRPr lang="en-US" dirty="0">
              <a:ea typeface="+mn-lt"/>
              <a:cs typeface="+mn-lt"/>
            </a:endParaRPr>
          </a:p>
          <a:p>
            <a:r>
              <a:rPr lang="en-US" sz="2400" dirty="0">
                <a:ea typeface="+mn-lt"/>
                <a:cs typeface="+mn-lt"/>
              </a:rPr>
              <a:t>There are three groups that make up the Computing Infrastructure team:</a:t>
            </a:r>
            <a:endParaRPr lang="en-US" dirty="0"/>
          </a:p>
        </p:txBody>
      </p:sp>
    </p:spTree>
    <p:extLst>
      <p:ext uri="{BB962C8B-B14F-4D97-AF65-F5344CB8AC3E}">
        <p14:creationId xmlns:p14="http://schemas.microsoft.com/office/powerpoint/2010/main" val="24753992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AB0F1F-5F7A-4523-91EB-5A050F4347A4}"/>
              </a:ext>
            </a:extLst>
          </p:cNvPr>
          <p:cNvSpPr>
            <a:spLocks noGrp="1"/>
          </p:cNvSpPr>
          <p:nvPr>
            <p:ph idx="1"/>
          </p:nvPr>
        </p:nvSpPr>
        <p:spPr>
          <a:xfrm>
            <a:off x="1066800" y="722894"/>
            <a:ext cx="10058400" cy="5229850"/>
          </a:xfrm>
        </p:spPr>
        <p:txBody>
          <a:bodyPr vert="horz" lIns="91440" tIns="45720" rIns="91440" bIns="45720" rtlCol="0" anchor="t">
            <a:normAutofit/>
          </a:bodyPr>
          <a:lstStyle/>
          <a:p>
            <a:pPr algn="just"/>
            <a:r>
              <a:rPr lang="en-US" sz="2000" b="1" dirty="0">
                <a:ea typeface="+mn-lt"/>
                <a:cs typeface="+mn-lt"/>
              </a:rPr>
              <a:t>Database and ERP Administration</a:t>
            </a:r>
          </a:p>
          <a:p>
            <a:pPr algn="just"/>
            <a:r>
              <a:rPr lang="en-US" sz="2000" dirty="0">
                <a:ea typeface="+mn-lt"/>
                <a:cs typeface="+mn-lt"/>
              </a:rPr>
              <a:t>The Database and ERP Administration group manages and supports the main database infrastructure for core applications used by staff, faculty and students, based on Oracle Database software. </a:t>
            </a:r>
          </a:p>
          <a:p>
            <a:pPr algn="just"/>
            <a:r>
              <a:rPr lang="en-US" sz="2000" dirty="0">
                <a:ea typeface="+mn-lt"/>
                <a:cs typeface="+mn-lt"/>
              </a:rPr>
              <a:t>It also manages and supports Oracle and MySQL databases for a variety of administrative and academic needs.  </a:t>
            </a:r>
          </a:p>
          <a:p>
            <a:pPr algn="just"/>
            <a:r>
              <a:rPr lang="en-US" sz="2000" dirty="0">
                <a:ea typeface="+mn-lt"/>
                <a:cs typeface="+mn-lt"/>
              </a:rPr>
              <a:t>In addition, it  provides Microsoft SQL Server database support and assists with the integration of the SQL Server database with other third-party applications. </a:t>
            </a:r>
          </a:p>
          <a:p>
            <a:pPr algn="just"/>
            <a:r>
              <a:rPr lang="en-US" sz="2000" dirty="0">
                <a:ea typeface="+mn-lt"/>
                <a:cs typeface="+mn-lt"/>
              </a:rPr>
              <a:t>The group is also responsible for installing, configuring, building and recovering processes, securing and monitoring the health of the database infrastructure.</a:t>
            </a:r>
            <a:endParaRPr lang="en-US" sz="2000" dirty="0"/>
          </a:p>
          <a:p>
            <a:endParaRPr lang="en-US" sz="2000" dirty="0"/>
          </a:p>
        </p:txBody>
      </p:sp>
    </p:spTree>
    <p:extLst>
      <p:ext uri="{BB962C8B-B14F-4D97-AF65-F5344CB8AC3E}">
        <p14:creationId xmlns:p14="http://schemas.microsoft.com/office/powerpoint/2010/main" val="21621539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325DBF-B37E-4A3D-8F9E-E5AAF8BB17D5}"/>
              </a:ext>
            </a:extLst>
          </p:cNvPr>
          <p:cNvSpPr>
            <a:spLocks noGrp="1"/>
          </p:cNvSpPr>
          <p:nvPr>
            <p:ph idx="1"/>
          </p:nvPr>
        </p:nvSpPr>
        <p:spPr>
          <a:xfrm>
            <a:off x="1066800" y="967309"/>
            <a:ext cx="10058400" cy="4985435"/>
          </a:xfrm>
        </p:spPr>
        <p:txBody>
          <a:bodyPr vert="horz" lIns="91440" tIns="45720" rIns="91440" bIns="45720" rtlCol="0" anchor="t">
            <a:normAutofit/>
          </a:bodyPr>
          <a:lstStyle/>
          <a:p>
            <a:pPr algn="just"/>
            <a:r>
              <a:rPr lang="en-US" sz="1800" b="1" dirty="0">
                <a:ea typeface="+mn-lt"/>
                <a:cs typeface="+mn-lt"/>
              </a:rPr>
              <a:t>End-User Computing</a:t>
            </a:r>
          </a:p>
          <a:p>
            <a:pPr algn="just"/>
            <a:endParaRPr lang="en-US" sz="1800" dirty="0">
              <a:ea typeface="+mn-lt"/>
              <a:cs typeface="+mn-lt"/>
            </a:endParaRPr>
          </a:p>
          <a:p>
            <a:pPr algn="just"/>
            <a:r>
              <a:rPr lang="en-US" sz="1800" dirty="0">
                <a:ea typeface="+mn-lt"/>
                <a:cs typeface="+mn-lt"/>
              </a:rPr>
              <a:t>The End-User Computing group consists of two teams that provide personal computer management, support and </a:t>
            </a:r>
            <a:r>
              <a:rPr lang="en-US" sz="1800">
                <a:ea typeface="+mn-lt"/>
                <a:cs typeface="+mn-lt"/>
              </a:rPr>
              <a:t>assistance to faculty and staff, in addition to academic computer labs and classrooms management. </a:t>
            </a:r>
            <a:endParaRPr lang="en-US" sz="1800" dirty="0">
              <a:ea typeface="+mn-lt"/>
              <a:cs typeface="+mn-lt"/>
            </a:endParaRPr>
          </a:p>
          <a:p>
            <a:pPr algn="just"/>
            <a:r>
              <a:rPr lang="en-US" sz="1800" dirty="0">
                <a:ea typeface="+mn-lt"/>
                <a:cs typeface="+mn-lt"/>
              </a:rPr>
              <a:t>The End-User Computing hardware team is the "hands and feet" for CCS. This team provides guidance, recommendations </a:t>
            </a:r>
            <a:r>
              <a:rPr lang="en-US" sz="1800">
                <a:ea typeface="+mn-lt"/>
                <a:cs typeface="+mn-lt"/>
              </a:rPr>
              <a:t>and assists faculty and staff with personal computer, printer, and other device acquisition needs.</a:t>
            </a:r>
            <a:endParaRPr lang="en-US" sz="1800" dirty="0">
              <a:ea typeface="+mn-lt"/>
              <a:cs typeface="+mn-lt"/>
            </a:endParaRPr>
          </a:p>
          <a:p>
            <a:pPr algn="just"/>
            <a:r>
              <a:rPr lang="en-US" sz="1800" dirty="0">
                <a:ea typeface="+mn-lt"/>
                <a:cs typeface="+mn-lt"/>
              </a:rPr>
              <a:t> The team also provides personal computer operating system imaging and application setup and support, including hardware installation and connectivity to the network.  </a:t>
            </a:r>
          </a:p>
          <a:p>
            <a:pPr algn="just"/>
            <a:r>
              <a:rPr lang="en-US" sz="1800">
                <a:ea typeface="+mn-lt"/>
                <a:cs typeface="+mn-lt"/>
              </a:rPr>
              <a:t>In addition, the hardware team provides hardware troubleshooting </a:t>
            </a:r>
            <a:r>
              <a:rPr lang="en-US" sz="1800" dirty="0">
                <a:ea typeface="+mn-lt"/>
                <a:cs typeface="+mn-lt"/>
              </a:rPr>
              <a:t>and repairs of supported desktop, laptop and printer equipment used by faculty and staff, as well as support for equipment </a:t>
            </a:r>
            <a:r>
              <a:rPr lang="en-US" sz="1800">
                <a:ea typeface="+mn-lt"/>
                <a:cs typeface="+mn-lt"/>
              </a:rPr>
              <a:t>installed in labs or podiums managed by CCS and used by students and faculty. </a:t>
            </a:r>
            <a:endParaRPr lang="en-US" sz="1800"/>
          </a:p>
        </p:txBody>
      </p:sp>
    </p:spTree>
    <p:extLst>
      <p:ext uri="{BB962C8B-B14F-4D97-AF65-F5344CB8AC3E}">
        <p14:creationId xmlns:p14="http://schemas.microsoft.com/office/powerpoint/2010/main" val="32296272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FBF4A-1620-4762-8306-E3BB4482113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1E5094E-F2AF-4672-943E-F720674E2A39}"/>
              </a:ext>
            </a:extLst>
          </p:cNvPr>
          <p:cNvSpPr>
            <a:spLocks noGrp="1"/>
          </p:cNvSpPr>
          <p:nvPr>
            <p:ph idx="1"/>
          </p:nvPr>
        </p:nvSpPr>
        <p:spPr/>
        <p:txBody>
          <a:bodyPr vert="horz" lIns="91440" tIns="45720" rIns="91440" bIns="45720" rtlCol="0" anchor="t">
            <a:normAutofit/>
          </a:bodyPr>
          <a:lstStyle/>
          <a:p>
            <a:pPr algn="just"/>
            <a:r>
              <a:rPr lang="en-US" sz="1800">
                <a:ea typeface="+mn-lt"/>
                <a:cs typeface="+mn-lt"/>
              </a:rPr>
              <a:t>The End-User Computing infrastructure team provides back-end management and support for a number of key applications, including Microsoft Active Directory, used to provide authentication and rights access to services such as network shares and other services. </a:t>
            </a:r>
            <a:endParaRPr lang="en-US" sz="1800" dirty="0">
              <a:ea typeface="+mn-lt"/>
              <a:cs typeface="+mn-lt"/>
            </a:endParaRPr>
          </a:p>
          <a:p>
            <a:pPr algn="just"/>
            <a:r>
              <a:rPr lang="en-US" sz="1800">
                <a:ea typeface="+mn-lt"/>
                <a:cs typeface="+mn-lt"/>
              </a:rPr>
              <a:t>This team is responsible for managing the printing infrastructure for administrative networked printers and academic/lab printers. In addition, the infrastructure team builds, tests, installs and manages desktop images deployed in CCS academic managed labs, as well as labs owned by other departments.</a:t>
            </a:r>
            <a:endParaRPr lang="en-US" sz="1800" dirty="0">
              <a:ea typeface="+mn-lt"/>
              <a:cs typeface="+mn-lt"/>
            </a:endParaRPr>
          </a:p>
          <a:p>
            <a:pPr algn="just"/>
            <a:r>
              <a:rPr lang="en-US" sz="1800">
                <a:ea typeface="+mn-lt"/>
                <a:cs typeface="+mn-lt"/>
              </a:rPr>
              <a:t> The End-User Computing group, as a unit, works very closely with other groups within CCS and other departments, to ensure that the best solutions and services are delivered in a secure and manageable way.</a:t>
            </a:r>
            <a:endParaRPr lang="en-US" sz="1800" dirty="0"/>
          </a:p>
          <a:p>
            <a:endParaRPr lang="en-US" sz="1800" dirty="0">
              <a:ea typeface="+mn-lt"/>
              <a:cs typeface="+mn-lt"/>
            </a:endParaRPr>
          </a:p>
          <a:p>
            <a:endParaRPr lang="en-US" sz="1800" dirty="0"/>
          </a:p>
        </p:txBody>
      </p:sp>
    </p:spTree>
    <p:extLst>
      <p:ext uri="{BB962C8B-B14F-4D97-AF65-F5344CB8AC3E}">
        <p14:creationId xmlns:p14="http://schemas.microsoft.com/office/powerpoint/2010/main" val="12281975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85F8C-4666-47A6-B60D-557477EC4D7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4989FD3-6B65-43E5-A241-7FA919339A83}"/>
              </a:ext>
            </a:extLst>
          </p:cNvPr>
          <p:cNvSpPr>
            <a:spLocks noGrp="1"/>
          </p:cNvSpPr>
          <p:nvPr>
            <p:ph idx="1"/>
          </p:nvPr>
        </p:nvSpPr>
        <p:spPr/>
        <p:txBody>
          <a:bodyPr vert="horz" lIns="91440" tIns="45720" rIns="91440" bIns="45720" rtlCol="0" anchor="t">
            <a:normAutofit/>
          </a:bodyPr>
          <a:lstStyle/>
          <a:p>
            <a:pPr algn="just"/>
            <a:r>
              <a:rPr lang="en-US" b="1" dirty="0">
                <a:ea typeface="+mn-lt"/>
                <a:cs typeface="+mn-lt"/>
              </a:rPr>
              <a:t>Server &amp; Storage Services</a:t>
            </a:r>
          </a:p>
          <a:p>
            <a:pPr algn="just"/>
            <a:r>
              <a:rPr lang="en-US" dirty="0">
                <a:ea typeface="+mn-lt"/>
                <a:cs typeface="+mn-lt"/>
              </a:rPr>
              <a:t>The Server and Storage Services group is responsible for the CCS managed data centers, servers and storage systems that </a:t>
            </a:r>
            <a:r>
              <a:rPr lang="en-US">
                <a:ea typeface="+mn-lt"/>
                <a:cs typeface="+mn-lt"/>
              </a:rPr>
              <a:t>provide infrastructure resources to applications and services used by staff, faculty and students. </a:t>
            </a:r>
          </a:p>
          <a:p>
            <a:pPr algn="just"/>
            <a:r>
              <a:rPr lang="en-US">
                <a:ea typeface="+mn-lt"/>
                <a:cs typeface="+mn-lt"/>
              </a:rPr>
              <a:t>This group ensures that the </a:t>
            </a:r>
            <a:r>
              <a:rPr lang="en-US" dirty="0">
                <a:ea typeface="+mn-lt"/>
                <a:cs typeface="+mn-lt"/>
              </a:rPr>
              <a:t>UPS and HVAC solutions within the data centers are operating efficiently and coordinates any maintenance, repairs and changes with other groups within CCS or outside of CCS, including Facilities Management and Development. </a:t>
            </a:r>
            <a:endParaRPr lang="en-US">
              <a:ea typeface="+mn-lt"/>
              <a:cs typeface="+mn-lt"/>
            </a:endParaRPr>
          </a:p>
          <a:p>
            <a:pPr algn="just"/>
            <a:r>
              <a:rPr lang="en-US">
                <a:ea typeface="+mn-lt"/>
                <a:cs typeface="+mn-lt"/>
              </a:rPr>
              <a:t>The Server and Storage Services group is responsible for optimizing the operations within the data center, </a:t>
            </a:r>
            <a:r>
              <a:rPr lang="en-US" dirty="0">
                <a:ea typeface="+mn-lt"/>
                <a:cs typeface="+mn-lt"/>
              </a:rPr>
              <a:t>including the power distribution from UPS systems to allow power redundancy sources to data center equipment, as well as efficient cooling </a:t>
            </a:r>
            <a:r>
              <a:rPr lang="en-US">
                <a:ea typeface="+mn-lt"/>
                <a:cs typeface="+mn-lt"/>
              </a:rPr>
              <a:t>within the data center. </a:t>
            </a:r>
            <a:endParaRPr lang="en-US"/>
          </a:p>
        </p:txBody>
      </p:sp>
    </p:spTree>
    <p:extLst>
      <p:ext uri="{BB962C8B-B14F-4D97-AF65-F5344CB8AC3E}">
        <p14:creationId xmlns:p14="http://schemas.microsoft.com/office/powerpoint/2010/main" val="27828788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017DE-30B3-4BDB-904F-BAE6D340A9D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A779879-E653-41A4-AC0A-4BCDBFC22148}"/>
              </a:ext>
            </a:extLst>
          </p:cNvPr>
          <p:cNvSpPr>
            <a:spLocks noGrp="1"/>
          </p:cNvSpPr>
          <p:nvPr>
            <p:ph idx="1"/>
          </p:nvPr>
        </p:nvSpPr>
        <p:spPr/>
        <p:txBody>
          <a:bodyPr vert="horz" lIns="91440" tIns="45720" rIns="91440" bIns="45720" rtlCol="0" anchor="t">
            <a:normAutofit/>
          </a:bodyPr>
          <a:lstStyle/>
          <a:p>
            <a:pPr algn="just"/>
            <a:r>
              <a:rPr lang="en-US" sz="2000">
                <a:ea typeface="+mn-lt"/>
                <a:cs typeface="+mn-lt"/>
              </a:rPr>
              <a:t>The Server and Storage Services group is also responsible for establishing standard server and storage platforms and for the management of the hardware and software required to integrate these platforms to deliver an efficient, scalable and cost-effective infrastructure capable of supporting layered services that consume server and storage resources, including core applications such as RAMSS, Human Resources, Finance,  Bright space by D2L, and various other services.   </a:t>
            </a:r>
            <a:endParaRPr lang="en-US" sz="2000" dirty="0">
              <a:ea typeface="+mn-lt"/>
              <a:cs typeface="+mn-lt"/>
            </a:endParaRPr>
          </a:p>
          <a:p>
            <a:endParaRPr lang="en-US" sz="2000" dirty="0">
              <a:ea typeface="+mn-lt"/>
              <a:cs typeface="+mn-lt"/>
            </a:endParaRPr>
          </a:p>
          <a:p>
            <a:endParaRPr lang="en-US" sz="2000" dirty="0"/>
          </a:p>
        </p:txBody>
      </p:sp>
    </p:spTree>
    <p:extLst>
      <p:ext uri="{BB962C8B-B14F-4D97-AF65-F5344CB8AC3E}">
        <p14:creationId xmlns:p14="http://schemas.microsoft.com/office/powerpoint/2010/main" val="38272546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A2851-4C3E-42DC-88DE-1B9A8498040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0B12ABD-1B19-4E3B-8B4E-E3481AE3BC1A}"/>
              </a:ext>
            </a:extLst>
          </p:cNvPr>
          <p:cNvSpPr>
            <a:spLocks noGrp="1"/>
          </p:cNvSpPr>
          <p:nvPr>
            <p:ph idx="1"/>
          </p:nvPr>
        </p:nvSpPr>
        <p:spPr/>
        <p:txBody>
          <a:bodyPr vert="horz" lIns="91440" tIns="45720" rIns="91440" bIns="45720" rtlCol="0" anchor="t">
            <a:normAutofit/>
          </a:bodyPr>
          <a:lstStyle/>
          <a:p>
            <a:r>
              <a:rPr lang="en-US" sz="2000" dirty="0">
                <a:ea typeface="+mn-lt"/>
                <a:cs typeface="+mn-lt"/>
              </a:rPr>
              <a:t>The Computing Infrastructure team has a vast collective set of skills and expertise in areas such as data center management, Storage Area Networks, desktop and server imaging, database administration and general troubleshooting skills, that can be leveraged by other groups at the University for advice and consultation.</a:t>
            </a:r>
          </a:p>
        </p:txBody>
      </p:sp>
    </p:spTree>
    <p:extLst>
      <p:ext uri="{BB962C8B-B14F-4D97-AF65-F5344CB8AC3E}">
        <p14:creationId xmlns:p14="http://schemas.microsoft.com/office/powerpoint/2010/main" val="9522070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AAC481-AA5B-41FB-8BDA-1F60B7AE194C}"/>
              </a:ext>
            </a:extLst>
          </p:cNvPr>
          <p:cNvSpPr>
            <a:spLocks noGrp="1"/>
          </p:cNvSpPr>
          <p:nvPr>
            <p:ph idx="1"/>
          </p:nvPr>
        </p:nvSpPr>
        <p:spPr>
          <a:xfrm>
            <a:off x="1124309" y="996063"/>
            <a:ext cx="10058400" cy="3849624"/>
          </a:xfrm>
        </p:spPr>
        <p:txBody>
          <a:bodyPr vert="horz" lIns="91440" tIns="45720" rIns="91440" bIns="45720" rtlCol="0" anchor="t">
            <a:noAutofit/>
          </a:bodyPr>
          <a:lstStyle/>
          <a:p>
            <a:r>
              <a:rPr lang="en-US" sz="1800" dirty="0">
                <a:ea typeface="+mn-lt"/>
                <a:cs typeface="+mn-lt"/>
              </a:rPr>
              <a:t>Computing Infrastructure provides the hardware and services that other systems and services are built on[13].</a:t>
            </a:r>
          </a:p>
          <a:p>
            <a:pPr algn="just"/>
            <a:r>
              <a:rPr lang="en-US" sz="1800" b="1" dirty="0">
                <a:ea typeface="+mn-lt"/>
                <a:cs typeface="+mn-lt"/>
              </a:rPr>
              <a:t>File and disk storage services: </a:t>
            </a:r>
            <a:r>
              <a:rPr lang="en-US" sz="1800" dirty="0">
                <a:ea typeface="+mn-lt"/>
                <a:cs typeface="+mn-lt"/>
              </a:rPr>
              <a:t>Information Services provides a number of file and disk storage services. These include file servers, file backup, long-term archive and ftp services. Some of these services are provided by Storage Area Networks (SANs).</a:t>
            </a:r>
          </a:p>
          <a:p>
            <a:pPr algn="just"/>
            <a:r>
              <a:rPr lang="en-US" sz="1800" b="1" dirty="0">
                <a:ea typeface="+mn-lt"/>
                <a:cs typeface="+mn-lt"/>
              </a:rPr>
              <a:t>Authentication and authorization: </a:t>
            </a:r>
            <a:r>
              <a:rPr lang="en-US" sz="1800" dirty="0">
                <a:ea typeface="+mn-lt"/>
                <a:cs typeface="+mn-lt"/>
              </a:rPr>
              <a:t>Authentication is the means by which you log in and identify yourself. Authorization is the means by which a service determines whether an authenticated person should have access to a service.</a:t>
            </a:r>
          </a:p>
          <a:p>
            <a:pPr algn="just"/>
            <a:r>
              <a:rPr lang="en-US" sz="1800" b="1" dirty="0">
                <a:ea typeface="+mn-lt"/>
                <a:cs typeface="+mn-lt"/>
              </a:rPr>
              <a:t>Virtual hosting: </a:t>
            </a:r>
            <a:r>
              <a:rPr lang="en-US" sz="1800" dirty="0">
                <a:ea typeface="+mn-lt"/>
                <a:cs typeface="+mn-lt"/>
              </a:rPr>
              <a:t>The virtual hosting service provides a managed platform for hosting Windows, Linux and Unix services on a highly resilient virtualization platform based on VMware.</a:t>
            </a:r>
          </a:p>
          <a:p>
            <a:pPr algn="just"/>
            <a:r>
              <a:rPr lang="en-US" sz="1800" b="1" dirty="0">
                <a:ea typeface="+mn-lt"/>
                <a:cs typeface="+mn-lt"/>
              </a:rPr>
              <a:t>Cloud computing services: </a:t>
            </a:r>
            <a:r>
              <a:rPr lang="en-US" sz="1800" dirty="0">
                <a:ea typeface="+mn-lt"/>
                <a:cs typeface="+mn-lt"/>
              </a:rPr>
              <a:t>An Open Stack service to provide a platform to self-provision server infrastructure to support both researchers and development teams.</a:t>
            </a:r>
          </a:p>
          <a:p>
            <a:pPr algn="just"/>
            <a:endParaRPr lang="en-US" sz="1800" dirty="0"/>
          </a:p>
          <a:p>
            <a:endParaRPr lang="en-US" sz="1800" dirty="0"/>
          </a:p>
        </p:txBody>
      </p:sp>
    </p:spTree>
    <p:extLst>
      <p:ext uri="{BB962C8B-B14F-4D97-AF65-F5344CB8AC3E}">
        <p14:creationId xmlns:p14="http://schemas.microsoft.com/office/powerpoint/2010/main" val="13002044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C8AB5-4C79-453F-B2AC-F0AF1EF58394}"/>
              </a:ext>
            </a:extLst>
          </p:cNvPr>
          <p:cNvSpPr>
            <a:spLocks noGrp="1"/>
          </p:cNvSpPr>
          <p:nvPr>
            <p:ph type="title"/>
          </p:nvPr>
        </p:nvSpPr>
        <p:spPr/>
        <p:txBody>
          <a:bodyPr/>
          <a:lstStyle/>
          <a:p>
            <a:r>
              <a:rPr lang="en-US" b="1" i="0" cap="small">
                <a:ea typeface="+mj-lt"/>
                <a:cs typeface="+mj-lt"/>
              </a:rPr>
              <a:t>Data Centers </a:t>
            </a:r>
          </a:p>
        </p:txBody>
      </p:sp>
      <p:sp>
        <p:nvSpPr>
          <p:cNvPr id="3" name="Content Placeholder 2">
            <a:extLst>
              <a:ext uri="{FF2B5EF4-FFF2-40B4-BE49-F238E27FC236}">
                <a16:creationId xmlns:a16="http://schemas.microsoft.com/office/drawing/2014/main" id="{7DB44ABC-837F-4719-AD2E-C775B483C966}"/>
              </a:ext>
            </a:extLst>
          </p:cNvPr>
          <p:cNvSpPr>
            <a:spLocks noGrp="1"/>
          </p:cNvSpPr>
          <p:nvPr>
            <p:ph idx="1"/>
          </p:nvPr>
        </p:nvSpPr>
        <p:spPr/>
        <p:txBody>
          <a:bodyPr vert="horz" lIns="91440" tIns="45720" rIns="91440" bIns="45720" rtlCol="0" anchor="t">
            <a:normAutofit/>
          </a:bodyPr>
          <a:lstStyle/>
          <a:p>
            <a:pPr algn="just"/>
            <a:r>
              <a:rPr lang="en-US" dirty="0">
                <a:ea typeface="+mn-lt"/>
                <a:cs typeface="+mn-lt"/>
              </a:rPr>
              <a:t>Data centers are simply centralized locations where computing and networking equipment is concentrated for the purpose of collecting, storing, processing, distributing or allowing access to large amounts of data. </a:t>
            </a:r>
            <a:endParaRPr lang="en-US"/>
          </a:p>
          <a:p>
            <a:pPr algn="just"/>
            <a:r>
              <a:rPr lang="en-US">
                <a:ea typeface="+mn-lt"/>
                <a:cs typeface="+mn-lt"/>
              </a:rPr>
              <a:t>They have existed in one form or </a:t>
            </a:r>
            <a:r>
              <a:rPr lang="en-US" dirty="0">
                <a:ea typeface="+mn-lt"/>
                <a:cs typeface="+mn-lt"/>
              </a:rPr>
              <a:t>another since the advent of computers.</a:t>
            </a:r>
            <a:endParaRPr lang="en-US"/>
          </a:p>
          <a:p>
            <a:pPr algn="just"/>
            <a:r>
              <a:rPr lang="en-US" dirty="0">
                <a:ea typeface="+mn-lt"/>
                <a:cs typeface="+mn-lt"/>
              </a:rPr>
              <a:t>In the days of the room-sized behemoths that were our early computers, a data center might have had one supercomputer. As equipment got smaller and cheaper, and data processing needs began to increase -- and they have increased exponentially -- we started networking multiple servers (the industrial counterparts to our home computers) together to increase processing power. </a:t>
            </a:r>
          </a:p>
          <a:p>
            <a:pPr algn="just"/>
            <a:r>
              <a:rPr lang="en-US">
                <a:ea typeface="+mn-lt"/>
                <a:cs typeface="+mn-lt"/>
              </a:rPr>
              <a:t>We connect them to communication networks so that people can access them, or the </a:t>
            </a:r>
            <a:r>
              <a:rPr lang="en-US" dirty="0">
                <a:ea typeface="+mn-lt"/>
                <a:cs typeface="+mn-lt"/>
              </a:rPr>
              <a:t>information on them, remotely[14]. Large numbers of these clustered servers and related equipment can be housed in a room, an entire building or groups of buildings. </a:t>
            </a:r>
            <a:endParaRPr lang="en-US">
              <a:ea typeface="+mn-lt"/>
              <a:cs typeface="+mn-lt"/>
            </a:endParaRPr>
          </a:p>
          <a:p>
            <a:pPr algn="just"/>
            <a:r>
              <a:rPr lang="en-US">
                <a:ea typeface="+mn-lt"/>
                <a:cs typeface="+mn-lt"/>
              </a:rPr>
              <a:t>Today's data center is likely to have thousands of very powerful and very small servers running 24/7.</a:t>
            </a:r>
            <a:endParaRPr lang="en-US"/>
          </a:p>
          <a:p>
            <a:endParaRPr lang="en-US" dirty="0"/>
          </a:p>
        </p:txBody>
      </p:sp>
    </p:spTree>
    <p:extLst>
      <p:ext uri="{BB962C8B-B14F-4D97-AF65-F5344CB8AC3E}">
        <p14:creationId xmlns:p14="http://schemas.microsoft.com/office/powerpoint/2010/main" val="20794782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AB8A-67BF-4D06-8A18-39C9706EFCC9}"/>
              </a:ext>
            </a:extLst>
          </p:cNvPr>
          <p:cNvSpPr>
            <a:spLocks noGrp="1"/>
          </p:cNvSpPr>
          <p:nvPr>
            <p:ph type="title"/>
          </p:nvPr>
        </p:nvSpPr>
        <p:spPr/>
        <p:txBody>
          <a:bodyPr/>
          <a:lstStyle/>
          <a:p>
            <a:pPr algn="just"/>
            <a:r>
              <a:rPr lang="en-US" b="1" i="0">
                <a:ea typeface="+mj-lt"/>
                <a:cs typeface="+mj-lt"/>
              </a:rPr>
              <a:t>Need of Data Center</a:t>
            </a:r>
            <a:endParaRPr lang="en-US" i="0">
              <a:ea typeface="+mj-lt"/>
              <a:cs typeface="+mj-lt"/>
            </a:endParaRPr>
          </a:p>
          <a:p>
            <a:endParaRPr lang="en-US" dirty="0"/>
          </a:p>
        </p:txBody>
      </p:sp>
      <p:sp>
        <p:nvSpPr>
          <p:cNvPr id="3" name="Content Placeholder 2">
            <a:extLst>
              <a:ext uri="{FF2B5EF4-FFF2-40B4-BE49-F238E27FC236}">
                <a16:creationId xmlns:a16="http://schemas.microsoft.com/office/drawing/2014/main" id="{09684C8D-8378-4D5E-AA19-FEFFB6D5B47C}"/>
              </a:ext>
            </a:extLst>
          </p:cNvPr>
          <p:cNvSpPr>
            <a:spLocks noGrp="1"/>
          </p:cNvSpPr>
          <p:nvPr>
            <p:ph idx="1"/>
          </p:nvPr>
        </p:nvSpPr>
        <p:spPr/>
        <p:txBody>
          <a:bodyPr vert="horz" lIns="91440" tIns="45720" rIns="91440" bIns="45720" rtlCol="0" anchor="t">
            <a:normAutofit/>
          </a:bodyPr>
          <a:lstStyle/>
          <a:p>
            <a:pPr algn="just"/>
            <a:r>
              <a:rPr lang="en-US" dirty="0">
                <a:ea typeface="+mn-lt"/>
                <a:cs typeface="+mn-lt"/>
              </a:rPr>
              <a:t>Despite the fact that hardware is constantly getting smaller, faster and more powerful, we are an increasingly data-hungry species, and the demand for processing power, storage space and information in general is growing and constantly threatening to outstrip companies' abilities to deliver.</a:t>
            </a:r>
            <a:endParaRPr lang="en-US"/>
          </a:p>
          <a:p>
            <a:pPr algn="just"/>
            <a:r>
              <a:rPr lang="en-US" dirty="0">
                <a:ea typeface="+mn-lt"/>
                <a:cs typeface="+mn-lt"/>
              </a:rPr>
              <a:t>Any entity that generates or uses data has the need for data centers on some level, including government agencies, educational bodies, </a:t>
            </a:r>
            <a:r>
              <a:rPr lang="en-US">
                <a:ea typeface="+mn-lt"/>
                <a:cs typeface="+mn-lt"/>
              </a:rPr>
              <a:t>telecommunications</a:t>
            </a:r>
            <a:r>
              <a:rPr lang="en-US" dirty="0">
                <a:ea typeface="+mn-lt"/>
                <a:cs typeface="+mn-lt"/>
              </a:rPr>
              <a:t> companies, financial institutions, retailers of all sizes, and the purveyors of online information and social networking services such as Google and Facebook. </a:t>
            </a:r>
          </a:p>
          <a:p>
            <a:pPr algn="just"/>
            <a:r>
              <a:rPr lang="en-US">
                <a:ea typeface="+mn-lt"/>
                <a:cs typeface="+mn-lt"/>
              </a:rPr>
              <a:t>Lack of fast and reliable access to data can mean </a:t>
            </a:r>
            <a:r>
              <a:rPr lang="en-US" dirty="0">
                <a:ea typeface="+mn-lt"/>
                <a:cs typeface="+mn-lt"/>
              </a:rPr>
              <a:t>an inability to provide vital services or loss of customer satisfaction and revenue.</a:t>
            </a:r>
            <a:endParaRPr lang="en-US"/>
          </a:p>
          <a:p>
            <a:endParaRPr lang="en-US" dirty="0"/>
          </a:p>
        </p:txBody>
      </p:sp>
    </p:spTree>
    <p:extLst>
      <p:ext uri="{BB962C8B-B14F-4D97-AF65-F5344CB8AC3E}">
        <p14:creationId xmlns:p14="http://schemas.microsoft.com/office/powerpoint/2010/main" val="4707662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7DA8A-E39F-452E-B28B-2C277723DB09}"/>
              </a:ext>
            </a:extLst>
          </p:cNvPr>
          <p:cNvSpPr>
            <a:spLocks noGrp="1"/>
          </p:cNvSpPr>
          <p:nvPr>
            <p:ph type="title"/>
          </p:nvPr>
        </p:nvSpPr>
        <p:spPr/>
        <p:txBody>
          <a:bodyPr/>
          <a:lstStyle/>
          <a:p>
            <a:pPr algn="just"/>
            <a:r>
              <a:rPr lang="en-US" b="1" i="0">
                <a:ea typeface="+mj-lt"/>
                <a:cs typeface="+mj-lt"/>
              </a:rPr>
              <a:t>What are the core components of a data center?</a:t>
            </a:r>
            <a:endParaRPr lang="en-US" i="0">
              <a:ea typeface="+mj-lt"/>
              <a:cs typeface="+mj-lt"/>
            </a:endParaRPr>
          </a:p>
          <a:p>
            <a:endParaRPr lang="en-US" dirty="0"/>
          </a:p>
        </p:txBody>
      </p:sp>
      <p:sp>
        <p:nvSpPr>
          <p:cNvPr id="3" name="Content Placeholder 2">
            <a:extLst>
              <a:ext uri="{FF2B5EF4-FFF2-40B4-BE49-F238E27FC236}">
                <a16:creationId xmlns:a16="http://schemas.microsoft.com/office/drawing/2014/main" id="{4D06A49A-D6F7-4BD6-98EC-E3CFC4051CE2}"/>
              </a:ext>
            </a:extLst>
          </p:cNvPr>
          <p:cNvSpPr>
            <a:spLocks noGrp="1"/>
          </p:cNvSpPr>
          <p:nvPr>
            <p:ph idx="1"/>
          </p:nvPr>
        </p:nvSpPr>
        <p:spPr/>
        <p:txBody>
          <a:bodyPr vert="horz" lIns="91440" tIns="45720" rIns="91440" bIns="45720" rtlCol="0" anchor="t">
            <a:normAutofit/>
          </a:bodyPr>
          <a:lstStyle/>
          <a:p>
            <a:pPr algn="just"/>
            <a:r>
              <a:rPr lang="en-US" dirty="0">
                <a:ea typeface="+mn-lt"/>
                <a:cs typeface="+mn-lt"/>
              </a:rPr>
              <a:t>Data center design includes routers, switches, firewalls, storage systems, servers, and application delivery controllers. Because these components store and manage business-critical data and applications, </a:t>
            </a:r>
            <a:r>
              <a:rPr lang="en-US">
                <a:ea typeface="+mn-lt"/>
                <a:cs typeface="+mn-lt"/>
              </a:rPr>
              <a:t>data center security </a:t>
            </a:r>
            <a:r>
              <a:rPr lang="en-US" dirty="0">
                <a:ea typeface="+mn-lt"/>
                <a:cs typeface="+mn-lt"/>
              </a:rPr>
              <a:t> is critical in data center design. Together, they provide:</a:t>
            </a:r>
            <a:endParaRPr lang="en-US"/>
          </a:p>
          <a:p>
            <a:pPr algn="just"/>
            <a:r>
              <a:rPr lang="en-US" dirty="0">
                <a:ea typeface="+mn-lt"/>
                <a:cs typeface="+mn-lt"/>
              </a:rPr>
              <a:t>Network infrastructure. This connects servers (physical and virtualized), data center services, storage, and external connectivity to end-user locations.</a:t>
            </a:r>
          </a:p>
          <a:p>
            <a:pPr algn="just"/>
            <a:r>
              <a:rPr lang="en-US" dirty="0">
                <a:ea typeface="+mn-lt"/>
                <a:cs typeface="+mn-lt"/>
              </a:rPr>
              <a:t>Storage infrastructure. Data is the fuel of the modern data center. Storage systems are used to hold this valuable commodity[15].</a:t>
            </a:r>
          </a:p>
          <a:p>
            <a:pPr algn="just"/>
            <a:r>
              <a:rPr lang="en-US" dirty="0">
                <a:ea typeface="+mn-lt"/>
                <a:cs typeface="+mn-lt"/>
              </a:rPr>
              <a:t>Computing resources. Applications are the engines of a data center. These servers provide the processing, memory, local storage, and network connectivity that drive applications.</a:t>
            </a:r>
          </a:p>
          <a:p>
            <a:endParaRPr lang="en-US" dirty="0"/>
          </a:p>
        </p:txBody>
      </p:sp>
    </p:spTree>
    <p:extLst>
      <p:ext uri="{BB962C8B-B14F-4D97-AF65-F5344CB8AC3E}">
        <p14:creationId xmlns:p14="http://schemas.microsoft.com/office/powerpoint/2010/main" val="2162754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65302-FEB1-4885-83EC-44AB77F0EED4}"/>
              </a:ext>
            </a:extLst>
          </p:cNvPr>
          <p:cNvSpPr>
            <a:spLocks noGrp="1"/>
          </p:cNvSpPr>
          <p:nvPr>
            <p:ph type="title"/>
          </p:nvPr>
        </p:nvSpPr>
        <p:spPr/>
        <p:txBody>
          <a:bodyPr/>
          <a:lstStyle/>
          <a:p>
            <a:pPr algn="just"/>
            <a:r>
              <a:rPr lang="en-US" b="1" i="0">
                <a:ea typeface="+mj-lt"/>
                <a:cs typeface="+mj-lt"/>
              </a:rPr>
              <a:t>How do data centers operate?</a:t>
            </a:r>
            <a:endParaRPr lang="en-US" i="0">
              <a:ea typeface="+mj-lt"/>
              <a:cs typeface="+mj-lt"/>
            </a:endParaRPr>
          </a:p>
          <a:p>
            <a:endParaRPr lang="en-US" dirty="0"/>
          </a:p>
        </p:txBody>
      </p:sp>
      <p:sp>
        <p:nvSpPr>
          <p:cNvPr id="3" name="Content Placeholder 2">
            <a:extLst>
              <a:ext uri="{FF2B5EF4-FFF2-40B4-BE49-F238E27FC236}">
                <a16:creationId xmlns:a16="http://schemas.microsoft.com/office/drawing/2014/main" id="{E7219863-0C7B-4A5E-ABEF-177990564FE6}"/>
              </a:ext>
            </a:extLst>
          </p:cNvPr>
          <p:cNvSpPr>
            <a:spLocks noGrp="1"/>
          </p:cNvSpPr>
          <p:nvPr>
            <p:ph idx="1"/>
          </p:nvPr>
        </p:nvSpPr>
        <p:spPr/>
        <p:txBody>
          <a:bodyPr vert="horz" lIns="91440" tIns="45720" rIns="91440" bIns="45720" rtlCol="0" anchor="t">
            <a:normAutofit/>
          </a:bodyPr>
          <a:lstStyle/>
          <a:p>
            <a:pPr algn="just"/>
            <a:r>
              <a:rPr lang="en-US" dirty="0">
                <a:ea typeface="+mn-lt"/>
                <a:cs typeface="+mn-lt"/>
              </a:rPr>
              <a:t>Data center services are typically deployed to protect the performance and integrity of the core data center components.</a:t>
            </a:r>
            <a:endParaRPr lang="en-US"/>
          </a:p>
          <a:p>
            <a:pPr algn="just"/>
            <a:r>
              <a:rPr lang="en-US" dirty="0">
                <a:ea typeface="+mn-lt"/>
                <a:cs typeface="+mn-lt"/>
              </a:rPr>
              <a:t>Network security appliances. These include firewall and intrusion protection to safeguard the data center.</a:t>
            </a:r>
          </a:p>
          <a:p>
            <a:pPr algn="just"/>
            <a:r>
              <a:rPr lang="en-US" dirty="0">
                <a:ea typeface="+mn-lt"/>
                <a:cs typeface="+mn-lt"/>
              </a:rPr>
              <a:t>Application delivery assurance. To maintain application performance, these mechanisms provide application resiliency and availability via automatic failover and load balancing.</a:t>
            </a:r>
          </a:p>
          <a:p>
            <a:endParaRPr lang="en-US" dirty="0"/>
          </a:p>
        </p:txBody>
      </p:sp>
    </p:spTree>
    <p:extLst>
      <p:ext uri="{BB962C8B-B14F-4D97-AF65-F5344CB8AC3E}">
        <p14:creationId xmlns:p14="http://schemas.microsoft.com/office/powerpoint/2010/main" val="12048943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42D6C-0EAB-4447-A431-D631870DAA99}"/>
              </a:ext>
            </a:extLst>
          </p:cNvPr>
          <p:cNvSpPr>
            <a:spLocks noGrp="1"/>
          </p:cNvSpPr>
          <p:nvPr>
            <p:ph type="title"/>
          </p:nvPr>
        </p:nvSpPr>
        <p:spPr/>
        <p:txBody>
          <a:bodyPr/>
          <a:lstStyle/>
          <a:p>
            <a:pPr algn="just"/>
            <a:r>
              <a:rPr lang="en-US" b="1" i="0">
                <a:ea typeface="+mj-lt"/>
                <a:cs typeface="+mj-lt"/>
              </a:rPr>
              <a:t>What are the standards for data center infrastructure?</a:t>
            </a:r>
            <a:endParaRPr lang="en-US" i="0">
              <a:ea typeface="+mj-lt"/>
              <a:cs typeface="+mj-lt"/>
            </a:endParaRPr>
          </a:p>
          <a:p>
            <a:endParaRPr lang="en-US" dirty="0"/>
          </a:p>
        </p:txBody>
      </p:sp>
      <p:sp>
        <p:nvSpPr>
          <p:cNvPr id="3" name="Content Placeholder 2">
            <a:extLst>
              <a:ext uri="{FF2B5EF4-FFF2-40B4-BE49-F238E27FC236}">
                <a16:creationId xmlns:a16="http://schemas.microsoft.com/office/drawing/2014/main" id="{FF3B3F0A-C0D3-4366-AE6F-9127C7520289}"/>
              </a:ext>
            </a:extLst>
          </p:cNvPr>
          <p:cNvSpPr>
            <a:spLocks noGrp="1"/>
          </p:cNvSpPr>
          <p:nvPr>
            <p:ph idx="1"/>
          </p:nvPr>
        </p:nvSpPr>
        <p:spPr/>
        <p:txBody>
          <a:bodyPr vert="horz" lIns="91440" tIns="45720" rIns="91440" bIns="45720" rtlCol="0" anchor="t">
            <a:normAutofit/>
          </a:bodyPr>
          <a:lstStyle/>
          <a:p>
            <a:pPr algn="just"/>
            <a:r>
              <a:rPr lang="en-US" dirty="0">
                <a:ea typeface="+mn-lt"/>
                <a:cs typeface="+mn-lt"/>
              </a:rPr>
              <a:t>The most widely adopted standard for data center design and data center infrastructure is ANSI/TIA-942. It includes standards for ANSI/TIA-942-ready certification, which ensures compliance with one of four categories of data center tiers rated for levels of redundancy and fault tolerance[16].</a:t>
            </a:r>
            <a:endParaRPr lang="en-US"/>
          </a:p>
          <a:p>
            <a:pPr algn="just"/>
            <a:r>
              <a:rPr lang="en-US" b="1" dirty="0">
                <a:ea typeface="+mn-lt"/>
                <a:cs typeface="+mn-lt"/>
              </a:rPr>
              <a:t>Tier 1:</a:t>
            </a:r>
            <a:r>
              <a:rPr lang="en-US" dirty="0">
                <a:ea typeface="+mn-lt"/>
                <a:cs typeface="+mn-lt"/>
              </a:rPr>
              <a:t> Basic site infrastructure. A Tier 1 data center offers limited protection against physical events. It has single-capacity components and a single, </a:t>
            </a:r>
            <a:r>
              <a:rPr lang="en-US" err="1">
                <a:ea typeface="+mn-lt"/>
                <a:cs typeface="+mn-lt"/>
              </a:rPr>
              <a:t>non redundant</a:t>
            </a:r>
            <a:r>
              <a:rPr lang="en-US" dirty="0">
                <a:ea typeface="+mn-lt"/>
                <a:cs typeface="+mn-lt"/>
              </a:rPr>
              <a:t> distribution path. </a:t>
            </a:r>
          </a:p>
          <a:p>
            <a:pPr algn="just"/>
            <a:r>
              <a:rPr lang="en-US" b="1" dirty="0">
                <a:ea typeface="+mn-lt"/>
                <a:cs typeface="+mn-lt"/>
              </a:rPr>
              <a:t>Tier 2:</a:t>
            </a:r>
            <a:r>
              <a:rPr lang="en-US" dirty="0">
                <a:ea typeface="+mn-lt"/>
                <a:cs typeface="+mn-lt"/>
              </a:rPr>
              <a:t> Redundant-capacity component site infrastructure. This data center offers improved protection against physical events. It has redundant-capacity components and a single, </a:t>
            </a:r>
            <a:r>
              <a:rPr lang="en-US" err="1">
                <a:ea typeface="+mn-lt"/>
                <a:cs typeface="+mn-lt"/>
              </a:rPr>
              <a:t>non redundant</a:t>
            </a:r>
            <a:r>
              <a:rPr lang="en-US" dirty="0">
                <a:ea typeface="+mn-lt"/>
                <a:cs typeface="+mn-lt"/>
              </a:rPr>
              <a:t> distribution path. </a:t>
            </a:r>
          </a:p>
          <a:p>
            <a:endParaRPr lang="en-US" dirty="0"/>
          </a:p>
        </p:txBody>
      </p:sp>
    </p:spTree>
    <p:extLst>
      <p:ext uri="{BB962C8B-B14F-4D97-AF65-F5344CB8AC3E}">
        <p14:creationId xmlns:p14="http://schemas.microsoft.com/office/powerpoint/2010/main" val="22735555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4E691-5CAF-4FF9-BE1A-8BFFA803D76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3671AF9-5ED1-40B3-A92F-9BA5C4A42333}"/>
              </a:ext>
            </a:extLst>
          </p:cNvPr>
          <p:cNvSpPr>
            <a:spLocks noGrp="1"/>
          </p:cNvSpPr>
          <p:nvPr>
            <p:ph idx="1"/>
          </p:nvPr>
        </p:nvSpPr>
        <p:spPr/>
        <p:txBody>
          <a:bodyPr vert="horz" lIns="91440" tIns="45720" rIns="91440" bIns="45720" rtlCol="0" anchor="t">
            <a:normAutofit/>
          </a:bodyPr>
          <a:lstStyle/>
          <a:p>
            <a:pPr algn="just"/>
            <a:r>
              <a:rPr lang="en-US" b="1">
                <a:ea typeface="+mn-lt"/>
                <a:cs typeface="+mn-lt"/>
              </a:rPr>
              <a:t>Tier 3:</a:t>
            </a:r>
            <a:r>
              <a:rPr lang="en-US">
                <a:ea typeface="+mn-lt"/>
                <a:cs typeface="+mn-lt"/>
              </a:rPr>
              <a:t> Concurrently maintainable site infrastructure. This data center protects against virtually all physical events, providing redundant-capacity components and multiple independent distribution paths. Each component can be removed or replaced without disrupting services to end users. </a:t>
            </a:r>
          </a:p>
          <a:p>
            <a:pPr algn="just"/>
            <a:r>
              <a:rPr lang="en-US" b="1">
                <a:ea typeface="+mn-lt"/>
                <a:cs typeface="+mn-lt"/>
              </a:rPr>
              <a:t>Tier 4:</a:t>
            </a:r>
            <a:r>
              <a:rPr lang="en-US">
                <a:ea typeface="+mn-lt"/>
                <a:cs typeface="+mn-lt"/>
              </a:rPr>
              <a:t> Fault-tolerant site infrastructure. This data center provides the highest levels of fault tolerance and redundancy. Redundant-capacity components and multiple independent distribution paths enable concurrent maintainability and one fault anywhere in the installation without causing downtime.</a:t>
            </a:r>
          </a:p>
          <a:p>
            <a:endParaRPr lang="en-US" dirty="0"/>
          </a:p>
        </p:txBody>
      </p:sp>
    </p:spTree>
    <p:extLst>
      <p:ext uri="{BB962C8B-B14F-4D97-AF65-F5344CB8AC3E}">
        <p14:creationId xmlns:p14="http://schemas.microsoft.com/office/powerpoint/2010/main" val="17168485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BD37D-96DC-45CF-A7AF-4C532E98F853}"/>
              </a:ext>
            </a:extLst>
          </p:cNvPr>
          <p:cNvSpPr>
            <a:spLocks noGrp="1"/>
          </p:cNvSpPr>
          <p:nvPr>
            <p:ph type="title"/>
          </p:nvPr>
        </p:nvSpPr>
        <p:spPr/>
        <p:txBody>
          <a:bodyPr/>
          <a:lstStyle/>
          <a:p>
            <a:r>
              <a:rPr lang="en-US" b="1" i="0" cap="small">
                <a:ea typeface="+mj-lt"/>
                <a:cs typeface="+mj-lt"/>
              </a:rPr>
              <a:t>E-Government Architecture </a:t>
            </a:r>
          </a:p>
        </p:txBody>
      </p:sp>
      <p:pic>
        <p:nvPicPr>
          <p:cNvPr id="4" name="Picture 4" descr="A close up of a logo&#10;&#10;Description automatically generated">
            <a:extLst>
              <a:ext uri="{FF2B5EF4-FFF2-40B4-BE49-F238E27FC236}">
                <a16:creationId xmlns:a16="http://schemas.microsoft.com/office/drawing/2014/main" id="{13F3E9AF-737A-41DE-9ED5-7FACBB1F2927}"/>
              </a:ext>
            </a:extLst>
          </p:cNvPr>
          <p:cNvPicPr>
            <a:picLocks noGrp="1" noChangeAspect="1"/>
          </p:cNvPicPr>
          <p:nvPr>
            <p:ph idx="1"/>
          </p:nvPr>
        </p:nvPicPr>
        <p:blipFill>
          <a:blip r:embed="rId2"/>
          <a:stretch>
            <a:fillRect/>
          </a:stretch>
        </p:blipFill>
        <p:spPr>
          <a:xfrm>
            <a:off x="1181549" y="2141443"/>
            <a:ext cx="10044561" cy="3844864"/>
          </a:xfrm>
        </p:spPr>
      </p:pic>
    </p:spTree>
    <p:extLst>
      <p:ext uri="{BB962C8B-B14F-4D97-AF65-F5344CB8AC3E}">
        <p14:creationId xmlns:p14="http://schemas.microsoft.com/office/powerpoint/2010/main" val="10632641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FA5FE-CE74-4BEE-A897-F1B2F8E73E7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5DFEA0D-DC40-4ACE-851F-16F1B8C69CEC}"/>
              </a:ext>
            </a:extLst>
          </p:cNvPr>
          <p:cNvSpPr>
            <a:spLocks noGrp="1"/>
          </p:cNvSpPr>
          <p:nvPr>
            <p:ph idx="1"/>
          </p:nvPr>
        </p:nvSpPr>
        <p:spPr/>
        <p:txBody>
          <a:bodyPr vert="horz" lIns="91440" tIns="45720" rIns="91440" bIns="45720" rtlCol="0" anchor="t">
            <a:normAutofit/>
          </a:bodyPr>
          <a:lstStyle/>
          <a:p>
            <a:pPr algn="just"/>
            <a:r>
              <a:rPr lang="en-US" b="1" dirty="0">
                <a:ea typeface="+mn-lt"/>
                <a:cs typeface="+mn-lt"/>
              </a:rPr>
              <a:t>Presentation Layer </a:t>
            </a:r>
          </a:p>
          <a:p>
            <a:pPr algn="just"/>
            <a:r>
              <a:rPr lang="en-US" dirty="0">
                <a:ea typeface="+mn-lt"/>
                <a:cs typeface="+mn-lt"/>
              </a:rPr>
              <a:t>The presentation layer identifies and describes the system users, who require access to government information at different capacities, and the channels through which information can be accessed. </a:t>
            </a:r>
          </a:p>
          <a:p>
            <a:pPr algn="just"/>
            <a:r>
              <a:rPr lang="en-US">
                <a:ea typeface="+mn-lt"/>
                <a:cs typeface="+mn-lt"/>
              </a:rPr>
              <a:t>During system development, one is required to </a:t>
            </a:r>
            <a:r>
              <a:rPr lang="en-US" dirty="0">
                <a:ea typeface="+mn-lt"/>
                <a:cs typeface="+mn-lt"/>
              </a:rPr>
              <a:t>explicitly identify the government user, the system is intended to serve and also the means through which this information is to be accessed, so that the system can be tailored to meet these requirements[17]. </a:t>
            </a:r>
            <a:endParaRPr lang="en-US"/>
          </a:p>
          <a:p>
            <a:pPr algn="just"/>
            <a:r>
              <a:rPr lang="en-US" dirty="0">
                <a:ea typeface="+mn-lt"/>
                <a:cs typeface="+mn-lt"/>
              </a:rPr>
              <a:t>It manages the user’s interface with the system. If a project is to be successful, different stakeholders need to be identified in the beginning, involved in the initial stages, and kept involved throughout development and implementation.</a:t>
            </a:r>
          </a:p>
          <a:p>
            <a:endParaRPr lang="en-US" dirty="0"/>
          </a:p>
        </p:txBody>
      </p:sp>
    </p:spTree>
    <p:extLst>
      <p:ext uri="{BB962C8B-B14F-4D97-AF65-F5344CB8AC3E}">
        <p14:creationId xmlns:p14="http://schemas.microsoft.com/office/powerpoint/2010/main" val="3581373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7F4C0-63B2-45E1-913C-A876A794A6B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D9F65C6-9B56-4107-BFDA-5851390C8CBB}"/>
              </a:ext>
            </a:extLst>
          </p:cNvPr>
          <p:cNvSpPr>
            <a:spLocks noGrp="1"/>
          </p:cNvSpPr>
          <p:nvPr>
            <p:ph idx="1"/>
          </p:nvPr>
        </p:nvSpPr>
        <p:spPr/>
        <p:txBody>
          <a:bodyPr vert="horz" lIns="91440" tIns="45720" rIns="91440" bIns="45720" rtlCol="0" anchor="t">
            <a:normAutofit/>
          </a:bodyPr>
          <a:lstStyle/>
          <a:p>
            <a:pPr algn="just"/>
            <a:r>
              <a:rPr lang="en-US" b="1" dirty="0">
                <a:ea typeface="+mn-lt"/>
                <a:cs typeface="+mn-lt"/>
              </a:rPr>
              <a:t>E-Government Layer </a:t>
            </a:r>
          </a:p>
          <a:p>
            <a:pPr algn="just"/>
            <a:r>
              <a:rPr lang="en-US" dirty="0">
                <a:ea typeface="+mn-lt"/>
                <a:cs typeface="+mn-lt"/>
              </a:rPr>
              <a:t>E-government public services utilize very specialized applications those are only available to certain agencies and not all agencies participating in the consortium. The main goal of e-government layer is to achieve a government that; </a:t>
            </a:r>
          </a:p>
          <a:p>
            <a:pPr algn="just"/>
            <a:r>
              <a:rPr lang="en-US" dirty="0">
                <a:ea typeface="+mn-lt"/>
                <a:cs typeface="+mn-lt"/>
              </a:rPr>
              <a:t>does not ask for information it already has </a:t>
            </a:r>
          </a:p>
          <a:p>
            <a:pPr algn="just"/>
            <a:r>
              <a:rPr lang="en-US" dirty="0">
                <a:ea typeface="+mn-lt"/>
                <a:cs typeface="+mn-lt"/>
              </a:rPr>
              <a:t>Is focused on better services towards</a:t>
            </a:r>
          </a:p>
          <a:p>
            <a:pPr algn="just"/>
            <a:r>
              <a:rPr lang="en-US" dirty="0">
                <a:ea typeface="+mn-lt"/>
                <a:cs typeface="+mn-lt"/>
              </a:rPr>
              <a:t>counties and national governments </a:t>
            </a:r>
          </a:p>
          <a:p>
            <a:pPr algn="just"/>
            <a:r>
              <a:rPr lang="en-US" dirty="0">
                <a:ea typeface="+mn-lt"/>
                <a:cs typeface="+mn-lt"/>
              </a:rPr>
              <a:t>Will not allow its facilities to be misused </a:t>
            </a:r>
          </a:p>
          <a:p>
            <a:pPr algn="just"/>
            <a:r>
              <a:rPr lang="en-US" dirty="0">
                <a:ea typeface="+mn-lt"/>
                <a:cs typeface="+mn-lt"/>
              </a:rPr>
              <a:t>Is well informed</a:t>
            </a:r>
          </a:p>
          <a:p>
            <a:pPr algn="just"/>
            <a:r>
              <a:rPr lang="en-US" dirty="0">
                <a:ea typeface="+mn-lt"/>
                <a:cs typeface="+mn-lt"/>
              </a:rPr>
              <a:t>Is efficiently organized and in control of its internal affairs. </a:t>
            </a:r>
          </a:p>
          <a:p>
            <a:endParaRPr lang="en-US" dirty="0"/>
          </a:p>
        </p:txBody>
      </p:sp>
    </p:spTree>
    <p:extLst>
      <p:ext uri="{BB962C8B-B14F-4D97-AF65-F5344CB8AC3E}">
        <p14:creationId xmlns:p14="http://schemas.microsoft.com/office/powerpoint/2010/main" val="22170089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81479-24CD-43A8-AB28-5D9F9037884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0C7B73D-A785-40BF-AABC-2526F6BD254F}"/>
              </a:ext>
            </a:extLst>
          </p:cNvPr>
          <p:cNvSpPr>
            <a:spLocks noGrp="1"/>
          </p:cNvSpPr>
          <p:nvPr>
            <p:ph idx="1"/>
          </p:nvPr>
        </p:nvSpPr>
        <p:spPr/>
        <p:txBody>
          <a:bodyPr vert="horz" lIns="91440" tIns="45720" rIns="91440" bIns="45720" rtlCol="0" anchor="t">
            <a:normAutofit/>
          </a:bodyPr>
          <a:lstStyle/>
          <a:p>
            <a:pPr algn="just"/>
            <a:r>
              <a:rPr lang="en-US" b="1" dirty="0">
                <a:ea typeface="+mn-lt"/>
                <a:cs typeface="+mn-lt"/>
              </a:rPr>
              <a:t>Business Architecture Layer </a:t>
            </a:r>
          </a:p>
          <a:p>
            <a:pPr algn="just"/>
            <a:r>
              <a:rPr lang="en-US" dirty="0">
                <a:ea typeface="+mn-lt"/>
                <a:cs typeface="+mn-lt"/>
              </a:rPr>
              <a:t>The first-step toward a successful e-governance initiative is process re-engineering. </a:t>
            </a:r>
            <a:endParaRPr lang="en-US">
              <a:ea typeface="+mn-lt"/>
              <a:cs typeface="+mn-lt"/>
            </a:endParaRPr>
          </a:p>
          <a:p>
            <a:pPr algn="just"/>
            <a:r>
              <a:rPr lang="en-US">
                <a:ea typeface="+mn-lt"/>
                <a:cs typeface="+mn-lt"/>
              </a:rPr>
              <a:t>This aims to simplify the existing </a:t>
            </a:r>
            <a:r>
              <a:rPr lang="en-US" dirty="0">
                <a:ea typeface="+mn-lt"/>
                <a:cs typeface="+mn-lt"/>
              </a:rPr>
              <a:t>processes and procedures, reduce the manual touch points and make the entire transaction cycle friendly. </a:t>
            </a:r>
            <a:endParaRPr lang="en-US">
              <a:ea typeface="+mn-lt"/>
              <a:cs typeface="+mn-lt"/>
            </a:endParaRPr>
          </a:p>
          <a:p>
            <a:pPr algn="just"/>
            <a:r>
              <a:rPr lang="en-US">
                <a:ea typeface="+mn-lt"/>
                <a:cs typeface="+mn-lt"/>
              </a:rPr>
              <a:t>For E-governance to succeed, it is imperative that processes are simplified and understood by all stakeholders.</a:t>
            </a:r>
            <a:endParaRPr lang="en-US" dirty="0">
              <a:ea typeface="+mn-lt"/>
              <a:cs typeface="+mn-lt"/>
            </a:endParaRPr>
          </a:p>
          <a:p>
            <a:pPr algn="just"/>
            <a:r>
              <a:rPr lang="en-US">
                <a:ea typeface="+mn-lt"/>
                <a:cs typeface="+mn-lt"/>
              </a:rPr>
              <a:t>The business layer provides a functional rather than organizational view of the government’s lines of business; including its </a:t>
            </a:r>
            <a:r>
              <a:rPr lang="en-US" dirty="0">
                <a:ea typeface="+mn-lt"/>
                <a:cs typeface="+mn-lt"/>
              </a:rPr>
              <a:t>internal operations and </a:t>
            </a:r>
            <a:r>
              <a:rPr lang="en-US">
                <a:ea typeface="+mn-lt"/>
                <a:cs typeface="+mn-lt"/>
              </a:rPr>
              <a:t>services for citizens, independent of the agencies, bureaus and offices performing them. </a:t>
            </a:r>
            <a:endParaRPr lang="en-US"/>
          </a:p>
        </p:txBody>
      </p:sp>
    </p:spTree>
    <p:extLst>
      <p:ext uri="{BB962C8B-B14F-4D97-AF65-F5344CB8AC3E}">
        <p14:creationId xmlns:p14="http://schemas.microsoft.com/office/powerpoint/2010/main" val="20448754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FF588-3EFC-4B5C-84F4-30BE2DD917C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F6D1FF4-09FE-4F86-8C38-256987AD236E}"/>
              </a:ext>
            </a:extLst>
          </p:cNvPr>
          <p:cNvSpPr>
            <a:spLocks noGrp="1"/>
          </p:cNvSpPr>
          <p:nvPr>
            <p:ph idx="1"/>
          </p:nvPr>
        </p:nvSpPr>
        <p:spPr/>
        <p:txBody>
          <a:bodyPr vert="horz" lIns="91440" tIns="45720" rIns="91440" bIns="45720" rtlCol="0" anchor="t">
            <a:normAutofit/>
          </a:bodyPr>
          <a:lstStyle/>
          <a:p>
            <a:pPr algn="just"/>
            <a:r>
              <a:rPr lang="en-US">
                <a:ea typeface="+mn-lt"/>
                <a:cs typeface="+mn-lt"/>
              </a:rPr>
              <a:t>The business layer describes the devolved government around common business, thus promotes agency collaboration and serves as the underlying foundation for government process redesign and e-government strategies. </a:t>
            </a:r>
            <a:endParaRPr lang="en-US" dirty="0">
              <a:ea typeface="+mn-lt"/>
              <a:cs typeface="+mn-lt"/>
            </a:endParaRPr>
          </a:p>
          <a:p>
            <a:pPr algn="just"/>
            <a:r>
              <a:rPr lang="en-US">
                <a:ea typeface="+mn-lt"/>
                <a:cs typeface="+mn-lt"/>
              </a:rPr>
              <a:t>Each business function is analyzed for potential for streamlining in order to facilitate optimization via collaboration and sharing. </a:t>
            </a:r>
          </a:p>
          <a:p>
            <a:pPr algn="just"/>
            <a:r>
              <a:rPr lang="en-US">
                <a:ea typeface="+mn-lt"/>
                <a:cs typeface="+mn-lt"/>
              </a:rPr>
              <a:t>The whole government agrees on which domains there are to uniquely identifiable and how they are going to identify them. </a:t>
            </a:r>
          </a:p>
          <a:p>
            <a:pPr algn="just"/>
            <a:r>
              <a:rPr lang="en-US">
                <a:ea typeface="+mn-lt"/>
                <a:cs typeface="+mn-lt"/>
              </a:rPr>
              <a:t>Both governments need to decide to which domain their process relates. </a:t>
            </a:r>
          </a:p>
          <a:p>
            <a:pPr algn="just"/>
            <a:r>
              <a:rPr lang="en-US">
                <a:ea typeface="+mn-lt"/>
                <a:cs typeface="+mn-lt"/>
              </a:rPr>
              <a:t>Also, analysis of processes that might be affected or need to be integrated with legacy systems for efficient delivery of services, thus in this layer it not only touches organizational interoperability but also semantic and more insight to technical. </a:t>
            </a:r>
            <a:endParaRPr lang="en-US"/>
          </a:p>
          <a:p>
            <a:endParaRPr lang="en-US" dirty="0">
              <a:ea typeface="+mn-lt"/>
              <a:cs typeface="+mn-lt"/>
            </a:endParaRPr>
          </a:p>
          <a:p>
            <a:endParaRPr lang="en-US" dirty="0"/>
          </a:p>
        </p:txBody>
      </p:sp>
    </p:spTree>
    <p:extLst>
      <p:ext uri="{BB962C8B-B14F-4D97-AF65-F5344CB8AC3E}">
        <p14:creationId xmlns:p14="http://schemas.microsoft.com/office/powerpoint/2010/main" val="37204362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1C1E6-951E-472E-8BA7-CDC1C5AA25F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D4274D2-4709-46A4-9C7A-D2C59F8661D7}"/>
              </a:ext>
            </a:extLst>
          </p:cNvPr>
          <p:cNvSpPr>
            <a:spLocks noGrp="1"/>
          </p:cNvSpPr>
          <p:nvPr>
            <p:ph idx="1"/>
          </p:nvPr>
        </p:nvSpPr>
        <p:spPr/>
        <p:txBody>
          <a:bodyPr vert="horz" lIns="91440" tIns="45720" rIns="91440" bIns="45720" rtlCol="0" anchor="t">
            <a:normAutofit/>
          </a:bodyPr>
          <a:lstStyle/>
          <a:p>
            <a:pPr algn="just"/>
            <a:r>
              <a:rPr lang="en-US" b="1" dirty="0">
                <a:ea typeface="+mn-lt"/>
                <a:cs typeface="+mn-lt"/>
              </a:rPr>
              <a:t>Information Architecture Layer </a:t>
            </a:r>
          </a:p>
          <a:p>
            <a:pPr algn="just"/>
            <a:r>
              <a:rPr lang="en-US" dirty="0">
                <a:ea typeface="+mn-lt"/>
                <a:cs typeface="+mn-lt"/>
              </a:rPr>
              <a:t>This layer can be divided into two; Service classification sub-layer; </a:t>
            </a:r>
          </a:p>
          <a:p>
            <a:pPr algn="just"/>
            <a:r>
              <a:rPr lang="en-US">
                <a:ea typeface="+mn-lt"/>
                <a:cs typeface="+mn-lt"/>
              </a:rPr>
              <a:t>The service classification sub-layer classifies service </a:t>
            </a:r>
            <a:r>
              <a:rPr lang="en-US" dirty="0">
                <a:ea typeface="+mn-lt"/>
                <a:cs typeface="+mn-lt"/>
              </a:rPr>
              <a:t>components according to how they support business and performance objectives e.g. ERPS, CRMs. </a:t>
            </a:r>
            <a:endParaRPr lang="en-US">
              <a:ea typeface="+mn-lt"/>
              <a:cs typeface="+mn-lt"/>
            </a:endParaRPr>
          </a:p>
          <a:p>
            <a:pPr algn="just"/>
            <a:r>
              <a:rPr lang="en-US">
                <a:ea typeface="+mn-lt"/>
                <a:cs typeface="+mn-lt"/>
              </a:rPr>
              <a:t>It serves to identify and classify horizontal and vertical service components supporting </a:t>
            </a:r>
            <a:r>
              <a:rPr lang="en-US" dirty="0">
                <a:ea typeface="+mn-lt"/>
                <a:cs typeface="+mn-lt"/>
              </a:rPr>
              <a:t>government and their IT investments and assets. </a:t>
            </a:r>
            <a:endParaRPr lang="en-US">
              <a:ea typeface="+mn-lt"/>
              <a:cs typeface="+mn-lt"/>
            </a:endParaRPr>
          </a:p>
          <a:p>
            <a:pPr algn="just"/>
            <a:r>
              <a:rPr lang="en-US">
                <a:ea typeface="+mn-lt"/>
                <a:cs typeface="+mn-lt"/>
              </a:rPr>
              <a:t>It is organized across horizontal service areas independent of the business functions, providing a </a:t>
            </a:r>
            <a:r>
              <a:rPr lang="en-US" dirty="0">
                <a:ea typeface="+mn-lt"/>
                <a:cs typeface="+mn-lt"/>
              </a:rPr>
              <a:t>leverage able foundation for reuse of applications, application capabilities and business services. </a:t>
            </a:r>
            <a:endParaRPr lang="en-US"/>
          </a:p>
          <a:p>
            <a:endParaRPr lang="en-US" dirty="0"/>
          </a:p>
        </p:txBody>
      </p:sp>
    </p:spTree>
    <p:extLst>
      <p:ext uri="{BB962C8B-B14F-4D97-AF65-F5344CB8AC3E}">
        <p14:creationId xmlns:p14="http://schemas.microsoft.com/office/powerpoint/2010/main" val="3824246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EC541-2079-488E-A4A9-A39365F0959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83CBE36-FCE4-431D-A7A0-396A214CB469}"/>
              </a:ext>
            </a:extLst>
          </p:cNvPr>
          <p:cNvSpPr>
            <a:spLocks noGrp="1"/>
          </p:cNvSpPr>
          <p:nvPr>
            <p:ph idx="1"/>
          </p:nvPr>
        </p:nvSpPr>
        <p:spPr/>
        <p:txBody>
          <a:bodyPr vert="horz" lIns="91440" tIns="45720" rIns="91440" bIns="45720" rtlCol="0" anchor="t">
            <a:normAutofit/>
          </a:bodyPr>
          <a:lstStyle/>
          <a:p>
            <a:pPr algn="just"/>
            <a:r>
              <a:rPr lang="en-US" b="1" dirty="0">
                <a:ea typeface="+mn-lt"/>
                <a:cs typeface="+mn-lt"/>
              </a:rPr>
              <a:t>Data Standardization Sub-layer </a:t>
            </a:r>
            <a:endParaRPr lang="en-US" b="1"/>
          </a:p>
          <a:p>
            <a:pPr algn="just"/>
            <a:r>
              <a:rPr lang="en-US" dirty="0">
                <a:ea typeface="+mn-lt"/>
                <a:cs typeface="+mn-lt"/>
              </a:rPr>
              <a:t>The data standardization sub-layer is flexible and standard based to enable information sharing and reuse across the government via the standard description and discovery of common data and the promotion of uniform data management </a:t>
            </a:r>
            <a:r>
              <a:rPr lang="en-US">
                <a:ea typeface="+mn-lt"/>
                <a:cs typeface="+mn-lt"/>
              </a:rPr>
              <a:t>practices.</a:t>
            </a:r>
            <a:endParaRPr lang="en-US" dirty="0">
              <a:ea typeface="+mn-lt"/>
              <a:cs typeface="+mn-lt"/>
            </a:endParaRPr>
          </a:p>
          <a:p>
            <a:pPr algn="just"/>
            <a:r>
              <a:rPr lang="en-US" dirty="0">
                <a:ea typeface="+mn-lt"/>
                <a:cs typeface="+mn-lt"/>
              </a:rPr>
              <a:t> It provides a standard means by which data may be described, categorized and shared. These are reflected within each of the three standardized areas; </a:t>
            </a:r>
            <a:endParaRPr lang="en-US"/>
          </a:p>
          <a:p>
            <a:endParaRPr lang="en-US" dirty="0"/>
          </a:p>
        </p:txBody>
      </p:sp>
    </p:spTree>
    <p:extLst>
      <p:ext uri="{BB962C8B-B14F-4D97-AF65-F5344CB8AC3E}">
        <p14:creationId xmlns:p14="http://schemas.microsoft.com/office/powerpoint/2010/main" val="21950078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C9183-D402-472F-98BB-F281FA6478F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FFED8F8-0C40-4EC5-987B-4D6035DA4642}"/>
              </a:ext>
            </a:extLst>
          </p:cNvPr>
          <p:cNvSpPr>
            <a:spLocks noGrp="1"/>
          </p:cNvSpPr>
          <p:nvPr>
            <p:ph idx="1"/>
          </p:nvPr>
        </p:nvSpPr>
        <p:spPr/>
        <p:txBody>
          <a:bodyPr vert="horz" lIns="91440" tIns="45720" rIns="91440" bIns="45720" rtlCol="0" anchor="t">
            <a:normAutofit/>
          </a:bodyPr>
          <a:lstStyle/>
          <a:p>
            <a:pPr algn="just"/>
            <a:r>
              <a:rPr lang="en-US" b="1" dirty="0">
                <a:ea typeface="+mn-lt"/>
                <a:cs typeface="+mn-lt"/>
              </a:rPr>
              <a:t>Data descriptions </a:t>
            </a:r>
          </a:p>
          <a:p>
            <a:pPr algn="just"/>
            <a:r>
              <a:rPr lang="en-US" dirty="0">
                <a:ea typeface="+mn-lt"/>
                <a:cs typeface="+mn-lt"/>
              </a:rPr>
              <a:t>Data descriptions, provides a means to uniformly describe data, thereby supporting its discovery and sharing. </a:t>
            </a:r>
          </a:p>
          <a:p>
            <a:pPr algn="just"/>
            <a:r>
              <a:rPr lang="en-US" b="1" dirty="0">
                <a:ea typeface="+mn-lt"/>
                <a:cs typeface="+mn-lt"/>
              </a:rPr>
              <a:t>Data context </a:t>
            </a:r>
          </a:p>
          <a:p>
            <a:pPr algn="just"/>
            <a:r>
              <a:rPr lang="en-US" dirty="0">
                <a:ea typeface="+mn-lt"/>
                <a:cs typeface="+mn-lt"/>
              </a:rPr>
              <a:t>Data facilitates discovery of data through an approach to the categorization of data according to taxonomies. </a:t>
            </a:r>
          </a:p>
          <a:p>
            <a:pPr algn="just"/>
            <a:r>
              <a:rPr lang="en-US" b="1" dirty="0">
                <a:ea typeface="+mn-lt"/>
                <a:cs typeface="+mn-lt"/>
              </a:rPr>
              <a:t>Data sharing;</a:t>
            </a:r>
            <a:r>
              <a:rPr lang="en-US" dirty="0">
                <a:ea typeface="+mn-lt"/>
                <a:cs typeface="+mn-lt"/>
              </a:rPr>
              <a:t> </a:t>
            </a:r>
          </a:p>
          <a:p>
            <a:pPr algn="just"/>
            <a:r>
              <a:rPr lang="en-US">
                <a:ea typeface="+mn-lt"/>
                <a:cs typeface="+mn-lt"/>
              </a:rPr>
              <a:t>Data sharing, supports the access and exchange of data; where access consists of ad hoc requests (such as a </a:t>
            </a:r>
            <a:r>
              <a:rPr lang="en-US" dirty="0">
                <a:ea typeface="+mn-lt"/>
                <a:cs typeface="+mn-lt"/>
              </a:rPr>
              <a:t>query of data access asset) and exchange consists of fixed, recurring transactions between parties, enabled by capabilities provided by both the data context and data description standardization areas.</a:t>
            </a:r>
          </a:p>
          <a:p>
            <a:pPr algn="just"/>
            <a:r>
              <a:rPr lang="en-US" dirty="0">
                <a:ea typeface="+mn-lt"/>
                <a:cs typeface="+mn-lt"/>
              </a:rPr>
              <a:t>It provides guidance for implementing repeatable processes to enable data sharing in accordance with government-wide agreements encompassing national, county as well as other public and private non-governmental institutions. </a:t>
            </a:r>
          </a:p>
          <a:p>
            <a:pPr algn="just"/>
            <a:r>
              <a:rPr lang="en-US">
                <a:ea typeface="+mn-lt"/>
                <a:cs typeface="+mn-lt"/>
              </a:rPr>
              <a:t>The intent is </a:t>
            </a:r>
            <a:r>
              <a:rPr lang="en-US" dirty="0">
                <a:ea typeface="+mn-lt"/>
                <a:cs typeface="+mn-lt"/>
              </a:rPr>
              <a:t>to mature, advance and sustains their data agreements in and iterative manner. </a:t>
            </a:r>
            <a:endParaRPr lang="en-US"/>
          </a:p>
          <a:p>
            <a:endParaRPr lang="en-US" dirty="0"/>
          </a:p>
        </p:txBody>
      </p:sp>
    </p:spTree>
    <p:extLst>
      <p:ext uri="{BB962C8B-B14F-4D97-AF65-F5344CB8AC3E}">
        <p14:creationId xmlns:p14="http://schemas.microsoft.com/office/powerpoint/2010/main" val="35577310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FB6BD-2DE2-4BB0-A71D-2B51D57894D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833E28B-F8F5-4040-9748-ACCDF0C671A1}"/>
              </a:ext>
            </a:extLst>
          </p:cNvPr>
          <p:cNvSpPr>
            <a:spLocks noGrp="1"/>
          </p:cNvSpPr>
          <p:nvPr>
            <p:ph idx="1"/>
          </p:nvPr>
        </p:nvSpPr>
        <p:spPr/>
        <p:txBody>
          <a:bodyPr vert="horz" lIns="91440" tIns="45720" rIns="91440" bIns="45720" rtlCol="0" anchor="t">
            <a:normAutofit/>
          </a:bodyPr>
          <a:lstStyle/>
          <a:p>
            <a:pPr algn="just"/>
            <a:r>
              <a:rPr lang="en-US" b="1" dirty="0">
                <a:ea typeface="+mn-lt"/>
                <a:cs typeface="+mn-lt"/>
              </a:rPr>
              <a:t>Technology Architecture Layer </a:t>
            </a:r>
          </a:p>
          <a:p>
            <a:pPr algn="just"/>
            <a:r>
              <a:rPr lang="en-US" dirty="0">
                <a:ea typeface="+mn-lt"/>
                <a:cs typeface="+mn-lt"/>
              </a:rPr>
              <a:t>The technology architecture layer categorizes the standards and technologies that support and enable the delivery of service components and capabilities. </a:t>
            </a:r>
          </a:p>
          <a:p>
            <a:pPr algn="just"/>
            <a:r>
              <a:rPr lang="en-US">
                <a:ea typeface="+mn-lt"/>
                <a:cs typeface="+mn-lt"/>
              </a:rPr>
              <a:t>It also unifies existing agency technologies and e-government guidance by providing a </a:t>
            </a:r>
            <a:r>
              <a:rPr lang="en-US" dirty="0">
                <a:ea typeface="+mn-lt"/>
                <a:cs typeface="+mn-lt"/>
              </a:rPr>
              <a:t>foundation to advance the reuse and standardization of technology and service components from a government wide perspective.</a:t>
            </a:r>
            <a:endParaRPr lang="en-US"/>
          </a:p>
          <a:p>
            <a:endParaRPr lang="en-US" dirty="0"/>
          </a:p>
        </p:txBody>
      </p:sp>
    </p:spTree>
    <p:extLst>
      <p:ext uri="{BB962C8B-B14F-4D97-AF65-F5344CB8AC3E}">
        <p14:creationId xmlns:p14="http://schemas.microsoft.com/office/powerpoint/2010/main" val="28111812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72B7A-787B-459E-AD6C-EE35A8B713C2}"/>
              </a:ext>
            </a:extLst>
          </p:cNvPr>
          <p:cNvSpPr>
            <a:spLocks noGrp="1"/>
          </p:cNvSpPr>
          <p:nvPr>
            <p:ph type="title"/>
          </p:nvPr>
        </p:nvSpPr>
        <p:spPr/>
        <p:txBody>
          <a:bodyPr/>
          <a:lstStyle/>
          <a:p>
            <a:r>
              <a:rPr lang="en-US" b="1" i="0" cap="small">
                <a:ea typeface="+mj-lt"/>
                <a:cs typeface="+mj-lt"/>
              </a:rPr>
              <a:t>Interoperability Framework </a:t>
            </a:r>
          </a:p>
        </p:txBody>
      </p:sp>
      <p:sp>
        <p:nvSpPr>
          <p:cNvPr id="3" name="Content Placeholder 2">
            <a:extLst>
              <a:ext uri="{FF2B5EF4-FFF2-40B4-BE49-F238E27FC236}">
                <a16:creationId xmlns:a16="http://schemas.microsoft.com/office/drawing/2014/main" id="{A658D8BD-85F1-4D8F-97B9-B7E3AC0059EC}"/>
              </a:ext>
            </a:extLst>
          </p:cNvPr>
          <p:cNvSpPr>
            <a:spLocks noGrp="1"/>
          </p:cNvSpPr>
          <p:nvPr>
            <p:ph idx="1"/>
          </p:nvPr>
        </p:nvSpPr>
        <p:spPr/>
        <p:txBody>
          <a:bodyPr vert="horz" lIns="91440" tIns="45720" rIns="91440" bIns="45720" rtlCol="0" anchor="t">
            <a:normAutofit/>
          </a:bodyPr>
          <a:lstStyle/>
          <a:p>
            <a:pPr algn="just"/>
            <a:r>
              <a:rPr lang="en-US" dirty="0">
                <a:ea typeface="+mn-lt"/>
                <a:cs typeface="+mn-lt"/>
              </a:rPr>
              <a:t>Interoperability Framework is Set of standards and guidelines which describe the way in which organizations have agreed, or should agree, to interact with each other.</a:t>
            </a:r>
            <a:endParaRPr lang="en-US">
              <a:ea typeface="+mn-lt"/>
              <a:cs typeface="+mn-lt"/>
            </a:endParaRPr>
          </a:p>
          <a:p>
            <a:pPr algn="just"/>
            <a:r>
              <a:rPr lang="en-US" b="1" dirty="0">
                <a:ea typeface="+mn-lt"/>
                <a:cs typeface="+mn-lt"/>
              </a:rPr>
              <a:t>First Definition </a:t>
            </a:r>
            <a:endParaRPr lang="en-US" b="1">
              <a:ea typeface="+mn-lt"/>
              <a:cs typeface="+mn-lt"/>
            </a:endParaRPr>
          </a:p>
          <a:p>
            <a:pPr algn="just"/>
            <a:r>
              <a:rPr lang="en-US" dirty="0">
                <a:ea typeface="+mn-lt"/>
                <a:cs typeface="+mn-lt"/>
              </a:rPr>
              <a:t>E Government Interoperability Framework (</a:t>
            </a:r>
            <a:r>
              <a:rPr lang="en-US" dirty="0" err="1">
                <a:ea typeface="+mn-lt"/>
                <a:cs typeface="+mn-lt"/>
              </a:rPr>
              <a:t>eGIF</a:t>
            </a:r>
            <a:r>
              <a:rPr lang="en-US" dirty="0">
                <a:ea typeface="+mn-lt"/>
                <a:cs typeface="+mn-lt"/>
              </a:rPr>
              <a:t>) is a set of guidelines and standards to be followed by public sector information systems and processes, in order to achieve technical, organizational and semantic interoperability during service provision. </a:t>
            </a:r>
            <a:endParaRPr lang="en-US">
              <a:ea typeface="+mn-lt"/>
              <a:cs typeface="+mn-lt"/>
            </a:endParaRPr>
          </a:p>
          <a:p>
            <a:pPr algn="just"/>
            <a:r>
              <a:rPr lang="en-US" b="1" dirty="0">
                <a:ea typeface="+mn-lt"/>
                <a:cs typeface="+mn-lt"/>
              </a:rPr>
              <a:t>Second Definition </a:t>
            </a:r>
            <a:endParaRPr lang="en-US" b="1">
              <a:ea typeface="+mn-lt"/>
              <a:cs typeface="+mn-lt"/>
            </a:endParaRPr>
          </a:p>
          <a:p>
            <a:pPr algn="just"/>
            <a:r>
              <a:rPr lang="en-US" dirty="0">
                <a:ea typeface="+mn-lt"/>
                <a:cs typeface="+mn-lt"/>
              </a:rPr>
              <a:t>An e-government Interoperability Framework (IF) is a document or group of documents that specify a set of common elements such as vocabularies, concepts, principles, policies, guidelines, recommendations, standards, and practices for agencies that wish to work together, towards the joint delivery of public services. </a:t>
            </a:r>
            <a:endParaRPr lang="en-US">
              <a:ea typeface="+mn-lt"/>
              <a:cs typeface="+mn-lt"/>
            </a:endParaRPr>
          </a:p>
          <a:p>
            <a:endParaRPr lang="en-US" dirty="0"/>
          </a:p>
        </p:txBody>
      </p:sp>
    </p:spTree>
    <p:extLst>
      <p:ext uri="{BB962C8B-B14F-4D97-AF65-F5344CB8AC3E}">
        <p14:creationId xmlns:p14="http://schemas.microsoft.com/office/powerpoint/2010/main" val="32260623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5F416-02EB-42EF-BEAC-479264D709C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16CCE56-4530-49E4-A8C4-169E4B2C862A}"/>
              </a:ext>
            </a:extLst>
          </p:cNvPr>
          <p:cNvSpPr>
            <a:spLocks noGrp="1"/>
          </p:cNvSpPr>
          <p:nvPr>
            <p:ph idx="1"/>
          </p:nvPr>
        </p:nvSpPr>
        <p:spPr/>
        <p:txBody>
          <a:bodyPr vert="horz" lIns="91440" tIns="45720" rIns="91440" bIns="45720" rtlCol="0" anchor="t">
            <a:normAutofit/>
          </a:bodyPr>
          <a:lstStyle/>
          <a:p>
            <a:pPr algn="just"/>
            <a:r>
              <a:rPr lang="en-US" dirty="0">
                <a:ea typeface="+mn-lt"/>
                <a:cs typeface="+mn-lt"/>
              </a:rPr>
              <a:t>IFs are seen by governments as promising instruments to boost the interoperability of their services and systems. Henceforth, many countries have created and published their Ifs.</a:t>
            </a:r>
          </a:p>
          <a:p>
            <a:pPr algn="just"/>
            <a:r>
              <a:rPr lang="en-US" dirty="0">
                <a:ea typeface="+mn-lt"/>
                <a:cs typeface="+mn-lt"/>
              </a:rPr>
              <a:t>The e-GIF, launched in September 2000 in the United Kingdom by Minister Ian McCartney, is usually considered the first IF published. Since then, many other countries have published their national IFs, not only because they perceive them as an important instrument to foster and facilitate interoperability of public systems but also due to financial and political pressures set by prominent and powerful organizations and institutions such as the European Commission, United Nations, and the World Bank.</a:t>
            </a:r>
          </a:p>
          <a:p>
            <a:endParaRPr lang="en-US" dirty="0"/>
          </a:p>
        </p:txBody>
      </p:sp>
    </p:spTree>
    <p:extLst>
      <p:ext uri="{BB962C8B-B14F-4D97-AF65-F5344CB8AC3E}">
        <p14:creationId xmlns:p14="http://schemas.microsoft.com/office/powerpoint/2010/main" val="38555258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234CF-B15F-4DEA-B1DD-0AC38340177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90A752E-F2D5-4AC4-BB5F-970A145D697C}"/>
              </a:ext>
            </a:extLst>
          </p:cNvPr>
          <p:cNvSpPr>
            <a:spLocks noGrp="1"/>
          </p:cNvSpPr>
          <p:nvPr>
            <p:ph idx="1"/>
          </p:nvPr>
        </p:nvSpPr>
        <p:spPr/>
        <p:txBody>
          <a:bodyPr vert="horz" lIns="91440" tIns="45720" rIns="91440" bIns="45720" rtlCol="0" anchor="t">
            <a:normAutofit/>
          </a:bodyPr>
          <a:lstStyle/>
          <a:p>
            <a:r>
              <a:rPr lang="en-US" dirty="0">
                <a:ea typeface="+mn-lt"/>
                <a:cs typeface="+mn-lt"/>
              </a:rPr>
              <a:t>An IF is “a strategic document containing specifications and standards to be followed in order to ensure interoperability </a:t>
            </a:r>
            <a:r>
              <a:rPr lang="en-US">
                <a:ea typeface="+mn-lt"/>
                <a:cs typeface="+mn-lt"/>
              </a:rPr>
              <a:t>among public administrations and their beneficiaries (citizens, businesses, other public administrations)”.</a:t>
            </a:r>
            <a:endParaRPr lang="en-US"/>
          </a:p>
          <a:p>
            <a:r>
              <a:rPr lang="en-US" dirty="0">
                <a:ea typeface="+mn-lt"/>
                <a:cs typeface="+mn-lt"/>
              </a:rPr>
              <a:t> It “specifies a set of common elements such as vocabulary, concepts, principles, policies, guidelines, recommendations, standards, specifications and practices”, which provide guidance to practitioners about what to consider and do in order to enable </a:t>
            </a:r>
            <a:r>
              <a:rPr lang="en-US">
                <a:ea typeface="+mn-lt"/>
                <a:cs typeface="+mn-lt"/>
              </a:rPr>
              <a:t>seamless interaction within their public administration as well as with other public authorities. </a:t>
            </a:r>
            <a:endParaRPr lang="en-US"/>
          </a:p>
        </p:txBody>
      </p:sp>
    </p:spTree>
    <p:extLst>
      <p:ext uri="{BB962C8B-B14F-4D97-AF65-F5344CB8AC3E}">
        <p14:creationId xmlns:p14="http://schemas.microsoft.com/office/powerpoint/2010/main" val="16895598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CC75A-2964-41C6-8794-4F608D8B3B4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517C297-4025-4A8B-9A17-53038FBBDEF7}"/>
              </a:ext>
            </a:extLst>
          </p:cNvPr>
          <p:cNvSpPr>
            <a:spLocks noGrp="1"/>
          </p:cNvSpPr>
          <p:nvPr>
            <p:ph idx="1"/>
          </p:nvPr>
        </p:nvSpPr>
        <p:spPr/>
        <p:txBody>
          <a:bodyPr vert="horz" lIns="91440" tIns="45720" rIns="91440" bIns="45720" rtlCol="0" anchor="t">
            <a:normAutofit/>
          </a:bodyPr>
          <a:lstStyle/>
          <a:p>
            <a:r>
              <a:rPr lang="en-US">
                <a:ea typeface="+mn-lt"/>
                <a:cs typeface="+mn-lt"/>
              </a:rPr>
              <a:t>The common elements set in an IF may cover multiple issues at a technical, semantic, organizational, or even at a legal or political level.</a:t>
            </a:r>
            <a:endParaRPr lang="en-US"/>
          </a:p>
          <a:p>
            <a:r>
              <a:rPr lang="en-US">
                <a:ea typeface="+mn-lt"/>
                <a:cs typeface="+mn-lt"/>
              </a:rPr>
              <a:t> IFs are seen as promising instruments to boost interoperability. Many practitioners and academics consider that the creation and publication of a national IF and its adoption by the multiple public agencies may, gradually, generate the appearing of a favorable environment to naturally achieve interoperability. </a:t>
            </a:r>
          </a:p>
          <a:p>
            <a:r>
              <a:rPr lang="en-US">
                <a:ea typeface="+mn-lt"/>
                <a:cs typeface="+mn-lt"/>
              </a:rPr>
              <a:t>The existence of IFs may thus ending up contributing to the improvement of the quality of services provided to citizens, to the reduction of agencies’ operating costs, to the improvement of the coordination of government agency programs, and to the increase of transparency and accountability of government.</a:t>
            </a:r>
            <a:endParaRPr lang="en-US"/>
          </a:p>
          <a:p>
            <a:endParaRPr lang="en-US" dirty="0"/>
          </a:p>
        </p:txBody>
      </p:sp>
    </p:spTree>
    <p:extLst>
      <p:ext uri="{BB962C8B-B14F-4D97-AF65-F5344CB8AC3E}">
        <p14:creationId xmlns:p14="http://schemas.microsoft.com/office/powerpoint/2010/main" val="5624305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4212B-DA92-461B-80F0-8E818E772EE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7E27514-2ACA-44A4-8715-BBC23BD95162}"/>
              </a:ext>
            </a:extLst>
          </p:cNvPr>
          <p:cNvSpPr>
            <a:spLocks noGrp="1"/>
          </p:cNvSpPr>
          <p:nvPr>
            <p:ph idx="1"/>
          </p:nvPr>
        </p:nvSpPr>
        <p:spPr/>
        <p:txBody>
          <a:bodyPr vert="horz" lIns="91440" tIns="45720" rIns="91440" bIns="45720" rtlCol="0" anchor="t">
            <a:normAutofit/>
          </a:bodyPr>
          <a:lstStyle/>
          <a:p>
            <a:pPr algn="just"/>
            <a:r>
              <a:rPr lang="en-US" b="1" dirty="0">
                <a:ea typeface="+mn-lt"/>
                <a:cs typeface="+mn-lt"/>
              </a:rPr>
              <a:t>Interoperability Framework for E-Governance </a:t>
            </a:r>
          </a:p>
          <a:p>
            <a:pPr algn="just"/>
            <a:r>
              <a:rPr lang="en-US" dirty="0">
                <a:ea typeface="+mn-lt"/>
                <a:cs typeface="+mn-lt"/>
              </a:rPr>
              <a:t>IFEG in Indian context would encompass agreed approach to be adopted by the public agencies that wish to work together towards the joint delivery of public services using ICT, to achieve above mentioned goals, namely exchange of data, </a:t>
            </a:r>
            <a:r>
              <a:rPr lang="en-US">
                <a:ea typeface="+mn-lt"/>
                <a:cs typeface="+mn-lt"/>
              </a:rPr>
              <a:t>meaning of exchanged data and agreed process. </a:t>
            </a:r>
          </a:p>
          <a:p>
            <a:pPr algn="just"/>
            <a:r>
              <a:rPr lang="en-US">
                <a:ea typeface="+mn-lt"/>
                <a:cs typeface="+mn-lt"/>
              </a:rPr>
              <a:t>An IFEG involves a common structure which comprises a set of standards </a:t>
            </a:r>
            <a:r>
              <a:rPr lang="en-US" dirty="0">
                <a:ea typeface="+mn-lt"/>
                <a:cs typeface="+mn-lt"/>
              </a:rPr>
              <a:t>and guidelines; the structure can be used by the </a:t>
            </a:r>
            <a:r>
              <a:rPr lang="en-US">
                <a:ea typeface="+mn-lt"/>
                <a:cs typeface="+mn-lt"/>
              </a:rPr>
              <a:t>public agencies to specify the preferred way that all stake-holders interact with each other to share the information.</a:t>
            </a:r>
          </a:p>
          <a:p>
            <a:pPr algn="just"/>
            <a:r>
              <a:rPr lang="en-US" dirty="0">
                <a:ea typeface="+mn-lt"/>
                <a:cs typeface="+mn-lt"/>
              </a:rPr>
              <a:t> It is synonymous to speaking a common language.</a:t>
            </a:r>
            <a:endParaRPr lang="en-US"/>
          </a:p>
          <a:p>
            <a:endParaRPr lang="en-US" dirty="0"/>
          </a:p>
        </p:txBody>
      </p:sp>
    </p:spTree>
    <p:extLst>
      <p:ext uri="{BB962C8B-B14F-4D97-AF65-F5344CB8AC3E}">
        <p14:creationId xmlns:p14="http://schemas.microsoft.com/office/powerpoint/2010/main" val="41436719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2D592-149C-46FB-93D4-C49535A3C3E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CA435C3-CD87-443F-9E2A-C7E51D06617C}"/>
              </a:ext>
            </a:extLst>
          </p:cNvPr>
          <p:cNvSpPr>
            <a:spLocks noGrp="1"/>
          </p:cNvSpPr>
          <p:nvPr>
            <p:ph idx="1"/>
          </p:nvPr>
        </p:nvSpPr>
        <p:spPr/>
        <p:txBody>
          <a:bodyPr vert="horz" lIns="91440" tIns="45720" rIns="91440" bIns="45720" rtlCol="0" anchor="t">
            <a:normAutofit/>
          </a:bodyPr>
          <a:lstStyle/>
          <a:p>
            <a:pPr algn="just"/>
            <a:r>
              <a:rPr lang="en-US" b="1" dirty="0">
                <a:ea typeface="+mn-lt"/>
                <a:cs typeface="+mn-lt"/>
              </a:rPr>
              <a:t>Levels of Interoperability </a:t>
            </a:r>
          </a:p>
          <a:p>
            <a:pPr algn="just"/>
            <a:r>
              <a:rPr lang="en-US" dirty="0">
                <a:ea typeface="+mn-lt"/>
                <a:cs typeface="+mn-lt"/>
              </a:rPr>
              <a:t>The interoperability levels related to the sharing of information in IFEG are mainly classified into:</a:t>
            </a:r>
          </a:p>
          <a:p>
            <a:pPr algn="just"/>
            <a:r>
              <a:rPr lang="en-US" b="1" dirty="0">
                <a:ea typeface="+mn-lt"/>
                <a:cs typeface="+mn-lt"/>
              </a:rPr>
              <a:t>Organizational Interoperability </a:t>
            </a:r>
            <a:r>
              <a:rPr lang="en-US" dirty="0">
                <a:ea typeface="+mn-lt"/>
                <a:cs typeface="+mn-lt"/>
              </a:rPr>
              <a:t>(like process-re-engineering including Government-Orders, Process Changes, Organizational Structures), Semantic Interoperability (Enabling data to be interpreted &amp; processed with the same meaning, etc.) and </a:t>
            </a:r>
          </a:p>
          <a:p>
            <a:pPr algn="just"/>
            <a:r>
              <a:rPr lang="en-US" b="1" dirty="0">
                <a:ea typeface="+mn-lt"/>
                <a:cs typeface="+mn-lt"/>
              </a:rPr>
              <a:t>Technical Interoperability</a:t>
            </a:r>
            <a:r>
              <a:rPr lang="en-US" dirty="0">
                <a:ea typeface="+mn-lt"/>
                <a:cs typeface="+mn-lt"/>
              </a:rPr>
              <a:t> (like technical issues in interconnecting ICT systems and services, information storage and archival, protocols for information exchange and networking, security, etc.); in general, technical interoperability was considered for classifying the standards into various layers or domains (</a:t>
            </a:r>
            <a:r>
              <a:rPr lang="en-US" err="1">
                <a:ea typeface="+mn-lt"/>
                <a:cs typeface="+mn-lt"/>
              </a:rPr>
              <a:t>eg.</a:t>
            </a:r>
            <a:r>
              <a:rPr lang="en-US" dirty="0">
                <a:ea typeface="+mn-lt"/>
                <a:cs typeface="+mn-lt"/>
              </a:rPr>
              <a:t> Presentation domain, Network domain, Data Interchange domain, etc.) in earlier versions of IFEG/GIF documents from various countries. </a:t>
            </a:r>
          </a:p>
          <a:p>
            <a:endParaRPr lang="en-US" dirty="0"/>
          </a:p>
        </p:txBody>
      </p:sp>
    </p:spTree>
    <p:extLst>
      <p:ext uri="{BB962C8B-B14F-4D97-AF65-F5344CB8AC3E}">
        <p14:creationId xmlns:p14="http://schemas.microsoft.com/office/powerpoint/2010/main" val="13393504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BD122-8093-4496-9165-E353B25B230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E2C1A33-5A5E-4B25-B5A3-FEE29C5379DE}"/>
              </a:ext>
            </a:extLst>
          </p:cNvPr>
          <p:cNvSpPr>
            <a:spLocks noGrp="1"/>
          </p:cNvSpPr>
          <p:nvPr>
            <p:ph idx="1"/>
          </p:nvPr>
        </p:nvSpPr>
        <p:spPr/>
        <p:txBody>
          <a:bodyPr vert="horz" lIns="91440" tIns="45720" rIns="91440" bIns="45720" rtlCol="0" anchor="t">
            <a:normAutofit/>
          </a:bodyPr>
          <a:lstStyle/>
          <a:p>
            <a:pPr algn="just"/>
            <a:r>
              <a:rPr lang="en-US" dirty="0">
                <a:ea typeface="+mn-lt"/>
                <a:cs typeface="+mn-lt"/>
              </a:rPr>
              <a:t>Figure[18] provides an overall view of the levels of the interoperability system. This helps to define the way in which applications and re-usable services will be developed and their interaction with other ICT systems. </a:t>
            </a:r>
          </a:p>
          <a:p>
            <a:pPr algn="just"/>
            <a:r>
              <a:rPr lang="en-US" dirty="0">
                <a:ea typeface="+mn-lt"/>
                <a:cs typeface="+mn-lt"/>
              </a:rPr>
              <a:t>As indicated in the Figure, Organizational Interoperability is supported by Semantic Interoperability, which in turn is supported by Technical Interoperability. </a:t>
            </a:r>
          </a:p>
          <a:p>
            <a:pPr algn="just"/>
            <a:r>
              <a:rPr lang="en-US">
                <a:ea typeface="+mn-lt"/>
                <a:cs typeface="+mn-lt"/>
              </a:rPr>
              <a:t>Hence Technical Interoperability forms the basis for the IFEG. Governance </a:t>
            </a:r>
            <a:r>
              <a:rPr lang="en-US" dirty="0">
                <a:ea typeface="+mn-lt"/>
                <a:cs typeface="+mn-lt"/>
              </a:rPr>
              <a:t>facilitates and enforces the implementation of IFEG.</a:t>
            </a:r>
            <a:endParaRPr lang="en-US"/>
          </a:p>
          <a:p>
            <a:endParaRPr lang="en-US" dirty="0"/>
          </a:p>
        </p:txBody>
      </p:sp>
    </p:spTree>
    <p:extLst>
      <p:ext uri="{BB962C8B-B14F-4D97-AF65-F5344CB8AC3E}">
        <p14:creationId xmlns:p14="http://schemas.microsoft.com/office/powerpoint/2010/main" val="30369954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A close up of a piano&#10;&#10;Description automatically generated">
            <a:extLst>
              <a:ext uri="{FF2B5EF4-FFF2-40B4-BE49-F238E27FC236}">
                <a16:creationId xmlns:a16="http://schemas.microsoft.com/office/drawing/2014/main" id="{6AFB4C76-7696-495B-BF1E-D93D99EC0278}"/>
              </a:ext>
            </a:extLst>
          </p:cNvPr>
          <p:cNvPicPr>
            <a:picLocks noGrp="1" noChangeAspect="1"/>
          </p:cNvPicPr>
          <p:nvPr>
            <p:ph idx="1"/>
          </p:nvPr>
        </p:nvPicPr>
        <p:blipFill>
          <a:blip r:embed="rId2"/>
          <a:stretch>
            <a:fillRect/>
          </a:stretch>
        </p:blipFill>
        <p:spPr>
          <a:xfrm>
            <a:off x="2015436" y="989008"/>
            <a:ext cx="8736222" cy="4668867"/>
          </a:xfrm>
        </p:spPr>
      </p:pic>
    </p:spTree>
    <p:extLst>
      <p:ext uri="{BB962C8B-B14F-4D97-AF65-F5344CB8AC3E}">
        <p14:creationId xmlns:p14="http://schemas.microsoft.com/office/powerpoint/2010/main" val="15621429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C168C-E44B-4F6C-9B24-86D255C1BC3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F0D0C50-F558-4851-ACE3-51F8A829AACA}"/>
              </a:ext>
            </a:extLst>
          </p:cNvPr>
          <p:cNvSpPr>
            <a:spLocks noGrp="1"/>
          </p:cNvSpPr>
          <p:nvPr>
            <p:ph idx="1"/>
          </p:nvPr>
        </p:nvSpPr>
        <p:spPr/>
        <p:txBody>
          <a:bodyPr vert="horz" lIns="91440" tIns="45720" rIns="91440" bIns="45720" rtlCol="0" anchor="t">
            <a:normAutofit lnSpcReduction="10000"/>
          </a:bodyPr>
          <a:lstStyle/>
          <a:p>
            <a:r>
              <a:rPr lang="en-US" dirty="0">
                <a:ea typeface="+mn-lt"/>
                <a:cs typeface="+mn-lt"/>
              </a:rPr>
              <a:t>The Multilateral mechanism for IFEG is influenced by the following key sub-areas: </a:t>
            </a:r>
          </a:p>
          <a:p>
            <a:pPr algn="just"/>
            <a:r>
              <a:rPr lang="en-US" b="1" dirty="0">
                <a:ea typeface="+mn-lt"/>
                <a:cs typeface="+mn-lt"/>
              </a:rPr>
              <a:t>Political</a:t>
            </a:r>
            <a:r>
              <a:rPr lang="en-US" dirty="0">
                <a:ea typeface="+mn-lt"/>
                <a:cs typeface="+mn-lt"/>
              </a:rPr>
              <a:t>: For strategy related issues. In Political context, support and commitment from authority, provisioning of policies / guidelines, strategies over different levels of interoperability are expected. </a:t>
            </a:r>
          </a:p>
          <a:p>
            <a:pPr algn="just"/>
            <a:r>
              <a:rPr lang="en-US" b="1" dirty="0">
                <a:ea typeface="+mn-lt"/>
                <a:cs typeface="+mn-lt"/>
              </a:rPr>
              <a:t>Legal:</a:t>
            </a:r>
            <a:r>
              <a:rPr lang="en-US" dirty="0">
                <a:ea typeface="+mn-lt"/>
                <a:cs typeface="+mn-lt"/>
              </a:rPr>
              <a:t> For issues like IPR / Copy Right, content regulation, privacy, freedom of information, electronic identities, </a:t>
            </a:r>
            <a:r>
              <a:rPr lang="en-US" dirty="0" err="1">
                <a:ea typeface="+mn-lt"/>
                <a:cs typeface="+mn-lt"/>
              </a:rPr>
              <a:t>etc</a:t>
            </a:r>
            <a:r>
              <a:rPr lang="en-US" dirty="0">
                <a:ea typeface="+mn-lt"/>
                <a:cs typeface="+mn-lt"/>
              </a:rPr>
              <a:t>; these are context-sensitive. Legal factors include legal-power assigned to system for data protection and privacy information of the citizen, governance issues related to information management, executive orders and laws related to e-Governance services, citizen services driven by administrative procedures, enforcement, etc. </a:t>
            </a:r>
          </a:p>
          <a:p>
            <a:pPr algn="just"/>
            <a:r>
              <a:rPr lang="en-US" b="1" dirty="0">
                <a:ea typeface="+mn-lt"/>
                <a:cs typeface="+mn-lt"/>
              </a:rPr>
              <a:t>Managerial:</a:t>
            </a:r>
            <a:r>
              <a:rPr lang="en-US" dirty="0">
                <a:ea typeface="+mn-lt"/>
                <a:cs typeface="+mn-lt"/>
              </a:rPr>
              <a:t> For issues like training, motivation, reorientation of concerned staff from public agencies. </a:t>
            </a:r>
          </a:p>
          <a:p>
            <a:pPr algn="just"/>
            <a:r>
              <a:rPr lang="en-US" b="1" dirty="0">
                <a:ea typeface="+mn-lt"/>
                <a:cs typeface="+mn-lt"/>
              </a:rPr>
              <a:t>Economic</a:t>
            </a:r>
            <a:r>
              <a:rPr lang="en-US" dirty="0">
                <a:ea typeface="+mn-lt"/>
                <a:cs typeface="+mn-lt"/>
              </a:rPr>
              <a:t>: For funding related issues. </a:t>
            </a:r>
          </a:p>
          <a:p>
            <a:pPr algn="just"/>
            <a:r>
              <a:rPr lang="en-US" b="1" dirty="0">
                <a:ea typeface="+mn-lt"/>
                <a:cs typeface="+mn-lt"/>
              </a:rPr>
              <a:t>Social/Cultural:</a:t>
            </a:r>
            <a:r>
              <a:rPr lang="en-US" dirty="0">
                <a:ea typeface="+mn-lt"/>
                <a:cs typeface="+mn-lt"/>
              </a:rPr>
              <a:t> For social/cultural characteristics of system stakeholders. Social / Cultural factors like differences in culture, working practices, issues of trust, timings, social exclusion issues have more influence. Cultural and linguistic diversity in India introduces additional administrative constraints like naming conventions, multiple local official languages, language dependent format, etc.</a:t>
            </a:r>
          </a:p>
          <a:p>
            <a:endParaRPr lang="en-US" dirty="0">
              <a:ea typeface="+mn-lt"/>
              <a:cs typeface="+mn-lt"/>
            </a:endParaRPr>
          </a:p>
        </p:txBody>
      </p:sp>
    </p:spTree>
    <p:extLst>
      <p:ext uri="{BB962C8B-B14F-4D97-AF65-F5344CB8AC3E}">
        <p14:creationId xmlns:p14="http://schemas.microsoft.com/office/powerpoint/2010/main" val="40893389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EC7E010-C712-408D-9787-0842AFC9F4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13" name="Rectangle 12">
            <a:extLst>
              <a:ext uri="{FF2B5EF4-FFF2-40B4-BE49-F238E27FC236}">
                <a16:creationId xmlns:a16="http://schemas.microsoft.com/office/drawing/2014/main" id="{0503FCEF-A9BA-4991-9220-E36615FB8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15" name="Rectangle 14">
            <a:extLst>
              <a:ext uri="{FF2B5EF4-FFF2-40B4-BE49-F238E27FC236}">
                <a16:creationId xmlns:a16="http://schemas.microsoft.com/office/drawing/2014/main" id="{9664D085-C814-4D74-BCE0-2059F0DC04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DA5539E-D8B4-4F5A-B46F-C304F5D7A8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4" descr="A close up of a logo&#10;&#10;Description automatically generated">
            <a:extLst>
              <a:ext uri="{FF2B5EF4-FFF2-40B4-BE49-F238E27FC236}">
                <a16:creationId xmlns:a16="http://schemas.microsoft.com/office/drawing/2014/main" id="{01484144-97EC-4AD9-8DAD-735895DAD842}"/>
              </a:ext>
            </a:extLst>
          </p:cNvPr>
          <p:cNvPicPr>
            <a:picLocks noGrp="1" noChangeAspect="1"/>
          </p:cNvPicPr>
          <p:nvPr>
            <p:ph idx="1"/>
          </p:nvPr>
        </p:nvPicPr>
        <p:blipFill>
          <a:blip r:embed="rId2"/>
          <a:stretch>
            <a:fillRect/>
          </a:stretch>
        </p:blipFill>
        <p:spPr>
          <a:xfrm>
            <a:off x="4354493" y="803063"/>
            <a:ext cx="3483013" cy="5251874"/>
          </a:xfrm>
          <a:prstGeom prst="rect">
            <a:avLst/>
          </a:prstGeom>
        </p:spPr>
      </p:pic>
    </p:spTree>
    <p:extLst>
      <p:ext uri="{BB962C8B-B14F-4D97-AF65-F5344CB8AC3E}">
        <p14:creationId xmlns:p14="http://schemas.microsoft.com/office/powerpoint/2010/main" val="35798927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8EC5B-2419-48A3-960D-80BBA45827B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182656D-B6B3-496A-A1AC-8B3DA1C9C0CE}"/>
              </a:ext>
            </a:extLst>
          </p:cNvPr>
          <p:cNvSpPr>
            <a:spLocks noGrp="1"/>
          </p:cNvSpPr>
          <p:nvPr>
            <p:ph idx="1"/>
          </p:nvPr>
        </p:nvSpPr>
        <p:spPr/>
        <p:txBody>
          <a:bodyPr vert="horz" lIns="91440" tIns="45720" rIns="91440" bIns="45720" rtlCol="0" anchor="t">
            <a:normAutofit/>
          </a:bodyPr>
          <a:lstStyle/>
          <a:p>
            <a:pPr algn="just"/>
            <a:r>
              <a:rPr lang="en-US" dirty="0">
                <a:ea typeface="+mn-lt"/>
                <a:cs typeface="+mn-lt"/>
              </a:rPr>
              <a:t>Designing and implementing a best-in-class cloud governance framework takes time and effort. It’s not something that can be pulled together in an afternoon, and you’ll need to collaborate across teams to ensure that the final product is complete and actionable. But it’s worth it. When developed properly, your cloud governance framework will return immediate and long-term benefits.</a:t>
            </a:r>
          </a:p>
          <a:p>
            <a:pPr algn="just"/>
            <a:r>
              <a:rPr lang="en-US" b="1" dirty="0">
                <a:ea typeface="+mn-lt"/>
                <a:cs typeface="+mn-lt"/>
              </a:rPr>
              <a:t>Controlled Access</a:t>
            </a:r>
          </a:p>
          <a:p>
            <a:pPr algn="just"/>
            <a:r>
              <a:rPr lang="en-US" dirty="0">
                <a:ea typeface="+mn-lt"/>
                <a:cs typeface="+mn-lt"/>
              </a:rPr>
              <a:t>By designating who owns each area of asset and software management, your cloud governance plan will build necessary limits on who can access and impact your cloud ecosystem. As mentioned earlier, this is especially important considering how easy it is to implement new assets to the cloud. The last thing you want is rogue IT applications and initiatives tampering with your sensitive architecture. Controlling access to critical assets is vital and will enhance the reliability of your cloud processes. </a:t>
            </a:r>
          </a:p>
          <a:p>
            <a:endParaRPr lang="en-US" dirty="0"/>
          </a:p>
        </p:txBody>
      </p:sp>
    </p:spTree>
    <p:extLst>
      <p:ext uri="{BB962C8B-B14F-4D97-AF65-F5344CB8AC3E}">
        <p14:creationId xmlns:p14="http://schemas.microsoft.com/office/powerpoint/2010/main" val="20326199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E0B43-0992-43AF-B497-7BD1E4BF970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2B0AEAA-5712-487F-9621-DA702BEF9410}"/>
              </a:ext>
            </a:extLst>
          </p:cNvPr>
          <p:cNvSpPr>
            <a:spLocks noGrp="1"/>
          </p:cNvSpPr>
          <p:nvPr>
            <p:ph idx="1"/>
          </p:nvPr>
        </p:nvSpPr>
        <p:spPr/>
        <p:txBody>
          <a:bodyPr vert="horz" lIns="91440" tIns="45720" rIns="91440" bIns="45720" rtlCol="0" anchor="t">
            <a:normAutofit lnSpcReduction="10000"/>
          </a:bodyPr>
          <a:lstStyle/>
          <a:p>
            <a:pPr algn="just"/>
            <a:r>
              <a:rPr lang="en-US" b="1" dirty="0">
                <a:ea typeface="+mn-lt"/>
                <a:cs typeface="+mn-lt"/>
              </a:rPr>
              <a:t>Reduced Security Risks</a:t>
            </a:r>
          </a:p>
          <a:p>
            <a:pPr algn="just"/>
            <a:r>
              <a:rPr lang="en-US" dirty="0">
                <a:ea typeface="+mn-lt"/>
                <a:cs typeface="+mn-lt"/>
              </a:rPr>
              <a:t>Once an organization has committed to moving their data to the cloud, it’s imperative that they develop the security measures to protect that data. While housing data on the cloud is certainly more convenient than hosting that data on-premise, it also brings increased risk for data breaches and unauthorized attempts to access data. Your cloud governance plan will help you identify vulnerabilities in your system, enact plans to mitigate risk, and establish metrics to gauge the impact of security measures.  </a:t>
            </a:r>
          </a:p>
          <a:p>
            <a:pPr algn="just"/>
            <a:r>
              <a:rPr lang="en-US" b="1" dirty="0">
                <a:ea typeface="+mn-lt"/>
                <a:cs typeface="+mn-lt"/>
              </a:rPr>
              <a:t>Enhanced Compliance Readiness</a:t>
            </a:r>
          </a:p>
          <a:p>
            <a:pPr algn="just"/>
            <a:r>
              <a:rPr lang="en-US" dirty="0">
                <a:ea typeface="+mn-lt"/>
                <a:cs typeface="+mn-lt"/>
              </a:rPr>
              <a:t>No matter your specific industry, it’s likely that you need to pass regular audits and compliance assessments. Whether you’re working with HIPAA, PCI, or SOC 2 requirements, your cloud governance program will streamline your compliance preparation and make it easier to demonstrate that compliance. </a:t>
            </a:r>
          </a:p>
          <a:p>
            <a:pPr algn="just"/>
            <a:r>
              <a:rPr lang="en-US" dirty="0">
                <a:ea typeface="+mn-lt"/>
                <a:cs typeface="+mn-lt"/>
              </a:rPr>
              <a:t>The benefits are two-fold. First, developing a cloud governance program with your particular compliance requirements in mind allows you to build compliance review and standards into your processes and architecture. Second, when it comes time to document your compliance, you’ll have a thorough archive of your system’s history, its current status, and your plans to enhance compliance. </a:t>
            </a:r>
          </a:p>
          <a:p>
            <a:endParaRPr lang="en-US" dirty="0"/>
          </a:p>
        </p:txBody>
      </p:sp>
    </p:spTree>
    <p:extLst>
      <p:ext uri="{BB962C8B-B14F-4D97-AF65-F5344CB8AC3E}">
        <p14:creationId xmlns:p14="http://schemas.microsoft.com/office/powerpoint/2010/main" val="9722545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77CEE-E926-407B-B8D9-C5A676DDAB86}"/>
              </a:ext>
            </a:extLst>
          </p:cNvPr>
          <p:cNvSpPr>
            <a:spLocks noGrp="1"/>
          </p:cNvSpPr>
          <p:nvPr>
            <p:ph type="title"/>
          </p:nvPr>
        </p:nvSpPr>
        <p:spPr/>
        <p:txBody>
          <a:bodyPr/>
          <a:lstStyle/>
          <a:p>
            <a:r>
              <a:rPr lang="en-US" b="1" i="0" cap="small">
                <a:ea typeface="+mj-lt"/>
                <a:cs typeface="+mj-lt"/>
              </a:rPr>
              <a:t>Cloud Governance</a:t>
            </a:r>
          </a:p>
        </p:txBody>
      </p:sp>
      <p:sp>
        <p:nvSpPr>
          <p:cNvPr id="3" name="Content Placeholder 2">
            <a:extLst>
              <a:ext uri="{FF2B5EF4-FFF2-40B4-BE49-F238E27FC236}">
                <a16:creationId xmlns:a16="http://schemas.microsoft.com/office/drawing/2014/main" id="{1ABFE0B4-D789-4E20-9779-C3EC1D949C76}"/>
              </a:ext>
            </a:extLst>
          </p:cNvPr>
          <p:cNvSpPr>
            <a:spLocks noGrp="1"/>
          </p:cNvSpPr>
          <p:nvPr>
            <p:ph idx="1"/>
          </p:nvPr>
        </p:nvSpPr>
        <p:spPr/>
        <p:txBody>
          <a:bodyPr vert="horz" lIns="91440" tIns="45720" rIns="91440" bIns="45720" rtlCol="0" anchor="t">
            <a:normAutofit/>
          </a:bodyPr>
          <a:lstStyle/>
          <a:p>
            <a:pPr algn="just"/>
            <a:r>
              <a:rPr lang="en-US" b="1" dirty="0">
                <a:ea typeface="+mn-lt"/>
                <a:cs typeface="+mn-lt"/>
              </a:rPr>
              <a:t>Introduction</a:t>
            </a:r>
          </a:p>
          <a:p>
            <a:pPr algn="just"/>
            <a:r>
              <a:rPr lang="en-US" dirty="0">
                <a:ea typeface="+mn-lt"/>
                <a:cs typeface="+mn-lt"/>
              </a:rPr>
              <a:t>Cloud governance is a framework to govern the use of cloud services, not block them from using these services. A cloud governance framework encompasses people, processes, and technology while ensuring security, cost management, and deployment acceleration. It helps in regulating and controlling the use of cloud services by defining process, standards, and policies to be followed in planning, on-boarding, operating and managing cloud services. </a:t>
            </a:r>
          </a:p>
          <a:p>
            <a:pPr algn="just"/>
            <a:r>
              <a:rPr lang="en-US" dirty="0">
                <a:ea typeface="+mn-lt"/>
                <a:cs typeface="+mn-lt"/>
              </a:rPr>
              <a:t>Cloud governance is a carefully designed set of rules and protocols put in place by businesses that operate in a cloud environment to enhance data security, manage risks, and keep things running smoothly. Cloud governance ensures that everything from asset deployment to systems interactions to data security is properly considered, examined, and managed. The shift from on-premise IT infrastructures to a cloud environment adds layers of complexity to your system architecture[19]. It also means that more people across your organization have the potential to impact that architecture. This is why it’s critical to develop and maintain a comprehensive cloud governance model. </a:t>
            </a:r>
          </a:p>
          <a:p>
            <a:endParaRPr lang="en-US" dirty="0"/>
          </a:p>
        </p:txBody>
      </p:sp>
    </p:spTree>
    <p:extLst>
      <p:ext uri="{BB962C8B-B14F-4D97-AF65-F5344CB8AC3E}">
        <p14:creationId xmlns:p14="http://schemas.microsoft.com/office/powerpoint/2010/main" val="34875545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67B9F-8D0D-4DDC-B71F-B75D63E2372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DA0A4BF-AB82-4647-BB59-4E690A48CB8B}"/>
              </a:ext>
            </a:extLst>
          </p:cNvPr>
          <p:cNvSpPr>
            <a:spLocks noGrp="1"/>
          </p:cNvSpPr>
          <p:nvPr>
            <p:ph idx="1"/>
          </p:nvPr>
        </p:nvSpPr>
        <p:spPr/>
        <p:txBody>
          <a:bodyPr vert="horz" lIns="91440" tIns="45720" rIns="91440" bIns="45720" rtlCol="0" anchor="t">
            <a:normAutofit/>
          </a:bodyPr>
          <a:lstStyle/>
          <a:p>
            <a:pPr algn="just"/>
            <a:r>
              <a:rPr lang="en-US" b="1" dirty="0">
                <a:ea typeface="+mn-lt"/>
                <a:cs typeface="+mn-lt"/>
              </a:rPr>
              <a:t>Lowered Costs</a:t>
            </a:r>
          </a:p>
          <a:p>
            <a:pPr algn="just"/>
            <a:r>
              <a:rPr lang="en-US" dirty="0">
                <a:ea typeface="+mn-lt"/>
                <a:cs typeface="+mn-lt"/>
              </a:rPr>
              <a:t>Cloud governance shifts workflows from analog to automated. Instead of relying on time-consuming manual processes (like crafting complicated spreadsheets to track various accounts and system activity), cloud governance programs allow you to build in guardrails that automate the management of everything from budgets to policies. These guardrails can also trigger automated responses to cloud activity, which reduces the manpower needed to enforce your cloud governance. And reduced manpower means reduced costs. </a:t>
            </a:r>
          </a:p>
          <a:p>
            <a:endParaRPr lang="en-US" dirty="0"/>
          </a:p>
        </p:txBody>
      </p:sp>
    </p:spTree>
    <p:extLst>
      <p:ext uri="{BB962C8B-B14F-4D97-AF65-F5344CB8AC3E}">
        <p14:creationId xmlns:p14="http://schemas.microsoft.com/office/powerpoint/2010/main" val="32099871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A3846-40F1-4945-875C-74394BB72646}"/>
              </a:ext>
            </a:extLst>
          </p:cNvPr>
          <p:cNvSpPr>
            <a:spLocks noGrp="1"/>
          </p:cNvSpPr>
          <p:nvPr>
            <p:ph type="title"/>
          </p:nvPr>
        </p:nvSpPr>
        <p:spPr/>
        <p:txBody>
          <a:bodyPr/>
          <a:lstStyle/>
          <a:p>
            <a:r>
              <a:rPr lang="en-US" b="1" i="0">
                <a:ea typeface="+mj-lt"/>
                <a:cs typeface="+mj-lt"/>
              </a:rPr>
              <a:t>Establishing Cloud Governance</a:t>
            </a:r>
          </a:p>
        </p:txBody>
      </p:sp>
      <p:graphicFrame>
        <p:nvGraphicFramePr>
          <p:cNvPr id="5" name="Content Placeholder 4">
            <a:extLst>
              <a:ext uri="{FF2B5EF4-FFF2-40B4-BE49-F238E27FC236}">
                <a16:creationId xmlns:a16="http://schemas.microsoft.com/office/drawing/2014/main" id="{D47065C7-5E97-457E-9383-F0ADEDC1B9EB}"/>
              </a:ext>
            </a:extLst>
          </p:cNvPr>
          <p:cNvGraphicFramePr>
            <a:graphicFrameLocks noGrp="1"/>
          </p:cNvGraphicFramePr>
          <p:nvPr>
            <p:ph idx="1"/>
          </p:nvPr>
        </p:nvGraphicFramePr>
        <p:xfrm>
          <a:off x="1066800" y="2103438"/>
          <a:ext cx="10058398" cy="1333500"/>
        </p:xfrm>
        <a:graphic>
          <a:graphicData uri="http://schemas.openxmlformats.org/drawingml/2006/table">
            <a:tbl>
              <a:tblPr firstRow="1" bandRow="1">
                <a:tableStyleId>{5C22544A-7EE6-4342-B048-85BDC9FD1C3A}</a:tableStyleId>
              </a:tblPr>
              <a:tblGrid>
                <a:gridCol w="3560495">
                  <a:extLst>
                    <a:ext uri="{9D8B030D-6E8A-4147-A177-3AD203B41FA5}">
                      <a16:colId xmlns:a16="http://schemas.microsoft.com/office/drawing/2014/main" val="3789847495"/>
                    </a:ext>
                  </a:extLst>
                </a:gridCol>
                <a:gridCol w="3720717">
                  <a:extLst>
                    <a:ext uri="{9D8B030D-6E8A-4147-A177-3AD203B41FA5}">
                      <a16:colId xmlns:a16="http://schemas.microsoft.com/office/drawing/2014/main" val="3431796233"/>
                    </a:ext>
                  </a:extLst>
                </a:gridCol>
                <a:gridCol w="2777186">
                  <a:extLst>
                    <a:ext uri="{9D8B030D-6E8A-4147-A177-3AD203B41FA5}">
                      <a16:colId xmlns:a16="http://schemas.microsoft.com/office/drawing/2014/main" val="3252830426"/>
                    </a:ext>
                  </a:extLst>
                </a:gridCol>
              </a:tblGrid>
              <a:tr h="0">
                <a:tc>
                  <a:txBody>
                    <a:bodyPr/>
                    <a:lstStyle/>
                    <a:p>
                      <a:pPr algn="ctr" rtl="0" fontAlgn="base"/>
                      <a:r>
                        <a:rPr lang="en-US" sz="1000" u="none" strike="noStrike">
                          <a:effectLst/>
                        </a:rPr>
                        <a:t>..................Column Break..................</a:t>
                      </a:r>
                      <a:r>
                        <a:rPr lang="en-US" sz="950">
                          <a:effectLst/>
                        </a:rPr>
                        <a:t>Plan </a:t>
                      </a:r>
                      <a:endParaRPr lang="en-US" sz="1100" b="0" i="0">
                        <a:effectLst/>
                        <a:latin typeface="Book Antiqua" panose="02040602050305030304" pitchFamily="18" charset="0"/>
                      </a:endParaRPr>
                    </a:p>
                  </a:txBody>
                  <a:tcPr/>
                </a:tc>
                <a:tc>
                  <a:txBody>
                    <a:bodyPr/>
                    <a:lstStyle/>
                    <a:p>
                      <a:pPr algn="ctr" rtl="0" fontAlgn="base"/>
                      <a:r>
                        <a:rPr lang="en-US" sz="950">
                          <a:effectLst/>
                        </a:rPr>
                        <a:t>Build </a:t>
                      </a:r>
                      <a:endParaRPr lang="en-US" b="0" i="0">
                        <a:effectLst/>
                      </a:endParaRPr>
                    </a:p>
                  </a:txBody>
                  <a:tcPr/>
                </a:tc>
                <a:tc>
                  <a:txBody>
                    <a:bodyPr/>
                    <a:lstStyle/>
                    <a:p>
                      <a:pPr algn="ctr" rtl="0" fontAlgn="base"/>
                      <a:r>
                        <a:rPr lang="en-US" sz="950">
                          <a:effectLst/>
                        </a:rPr>
                        <a:t>Operate and Manage </a:t>
                      </a:r>
                      <a:endParaRPr lang="en-US" b="0" i="0">
                        <a:effectLst/>
                      </a:endParaRPr>
                    </a:p>
                  </a:txBody>
                  <a:tcPr/>
                </a:tc>
                <a:extLst>
                  <a:ext uri="{0D108BD9-81ED-4DB2-BD59-A6C34878D82A}">
                    <a16:rowId xmlns:a16="http://schemas.microsoft.com/office/drawing/2014/main" val="3438957140"/>
                  </a:ext>
                </a:extLst>
              </a:tr>
              <a:tr h="0">
                <a:tc>
                  <a:txBody>
                    <a:bodyPr/>
                    <a:lstStyle/>
                    <a:p>
                      <a:pPr algn="just" rtl="0" fontAlgn="base"/>
                      <a:r>
                        <a:rPr lang="en-US" sz="950">
                          <a:effectLst/>
                        </a:rPr>
                        <a:t>Define vision and scope </a:t>
                      </a:r>
                      <a:endParaRPr lang="en-US" b="0" i="0">
                        <a:effectLst/>
                      </a:endParaRPr>
                    </a:p>
                  </a:txBody>
                  <a:tcPr/>
                </a:tc>
                <a:tc>
                  <a:txBody>
                    <a:bodyPr/>
                    <a:lstStyle/>
                    <a:p>
                      <a:pPr algn="just" rtl="0" fontAlgn="base"/>
                      <a:r>
                        <a:rPr lang="en-US" sz="950">
                          <a:effectLst/>
                        </a:rPr>
                        <a:t>Define reference architecture </a:t>
                      </a:r>
                      <a:endParaRPr lang="en-US" b="0" i="0">
                        <a:effectLst/>
                      </a:endParaRPr>
                    </a:p>
                  </a:txBody>
                  <a:tcPr/>
                </a:tc>
                <a:tc>
                  <a:txBody>
                    <a:bodyPr/>
                    <a:lstStyle/>
                    <a:p>
                      <a:pPr algn="just" rtl="0" fontAlgn="base"/>
                      <a:r>
                        <a:rPr lang="en-US" sz="950">
                          <a:effectLst/>
                        </a:rPr>
                        <a:t>Monitor </a:t>
                      </a:r>
                      <a:endParaRPr lang="en-US" b="0" i="0">
                        <a:effectLst/>
                      </a:endParaRPr>
                    </a:p>
                  </a:txBody>
                  <a:tcPr/>
                </a:tc>
                <a:extLst>
                  <a:ext uri="{0D108BD9-81ED-4DB2-BD59-A6C34878D82A}">
                    <a16:rowId xmlns:a16="http://schemas.microsoft.com/office/drawing/2014/main" val="3655377301"/>
                  </a:ext>
                </a:extLst>
              </a:tr>
              <a:tr h="0">
                <a:tc>
                  <a:txBody>
                    <a:bodyPr/>
                    <a:lstStyle/>
                    <a:p>
                      <a:pPr algn="just" rtl="0" fontAlgn="base"/>
                      <a:r>
                        <a:rPr lang="en-US" sz="950">
                          <a:effectLst/>
                        </a:rPr>
                        <a:t>Define service catlog </a:t>
                      </a:r>
                      <a:endParaRPr lang="en-US" b="0" i="0">
                        <a:effectLst/>
                      </a:endParaRPr>
                    </a:p>
                  </a:txBody>
                  <a:tcPr/>
                </a:tc>
                <a:tc>
                  <a:txBody>
                    <a:bodyPr/>
                    <a:lstStyle/>
                    <a:p>
                      <a:pPr algn="just" rtl="0" fontAlgn="base"/>
                      <a:r>
                        <a:rPr lang="en-US" sz="950">
                          <a:effectLst/>
                        </a:rPr>
                        <a:t>Setup/configure tool </a:t>
                      </a:r>
                      <a:endParaRPr lang="en-US" b="0" i="0">
                        <a:effectLst/>
                      </a:endParaRPr>
                    </a:p>
                  </a:txBody>
                  <a:tcPr/>
                </a:tc>
                <a:tc>
                  <a:txBody>
                    <a:bodyPr/>
                    <a:lstStyle/>
                    <a:p>
                      <a:pPr algn="just" rtl="0" fontAlgn="base"/>
                      <a:r>
                        <a:rPr lang="en-US" sz="950">
                          <a:effectLst/>
                        </a:rPr>
                        <a:t>Measure KPI </a:t>
                      </a:r>
                      <a:endParaRPr lang="en-US" b="0" i="0">
                        <a:effectLst/>
                      </a:endParaRPr>
                    </a:p>
                  </a:txBody>
                  <a:tcPr/>
                </a:tc>
                <a:extLst>
                  <a:ext uri="{0D108BD9-81ED-4DB2-BD59-A6C34878D82A}">
                    <a16:rowId xmlns:a16="http://schemas.microsoft.com/office/drawing/2014/main" val="2905990168"/>
                  </a:ext>
                </a:extLst>
              </a:tr>
              <a:tr h="0">
                <a:tc>
                  <a:txBody>
                    <a:bodyPr/>
                    <a:lstStyle/>
                    <a:p>
                      <a:pPr algn="just" rtl="0" fontAlgn="base"/>
                      <a:r>
                        <a:rPr lang="en-US" sz="950">
                          <a:effectLst/>
                        </a:rPr>
                        <a:t>Define government framework &amp; tool </a:t>
                      </a:r>
                      <a:endParaRPr lang="en-US" b="0" i="0">
                        <a:effectLst/>
                      </a:endParaRPr>
                    </a:p>
                  </a:txBody>
                  <a:tcPr/>
                </a:tc>
                <a:tc>
                  <a:txBody>
                    <a:bodyPr/>
                    <a:lstStyle/>
                    <a:p>
                      <a:pPr algn="just" rtl="0" fontAlgn="base"/>
                      <a:r>
                        <a:rPr lang="en-US" sz="950">
                          <a:effectLst/>
                        </a:rPr>
                        <a:t>Build governance organization  </a:t>
                      </a:r>
                      <a:endParaRPr lang="en-US" b="0" i="0">
                        <a:effectLst/>
                      </a:endParaRPr>
                    </a:p>
                  </a:txBody>
                  <a:tcPr/>
                </a:tc>
                <a:tc>
                  <a:txBody>
                    <a:bodyPr/>
                    <a:lstStyle/>
                    <a:p>
                      <a:pPr algn="just" rtl="0" fontAlgn="base"/>
                      <a:r>
                        <a:rPr lang="en-US" sz="950">
                          <a:effectLst/>
                        </a:rPr>
                        <a:t>Optimize </a:t>
                      </a:r>
                      <a:endParaRPr lang="en-US" b="0" i="0">
                        <a:effectLst/>
                      </a:endParaRPr>
                    </a:p>
                  </a:txBody>
                  <a:tcPr/>
                </a:tc>
                <a:extLst>
                  <a:ext uri="{0D108BD9-81ED-4DB2-BD59-A6C34878D82A}">
                    <a16:rowId xmlns:a16="http://schemas.microsoft.com/office/drawing/2014/main" val="2423394595"/>
                  </a:ext>
                </a:extLst>
              </a:tr>
              <a:tr h="0">
                <a:tc>
                  <a:txBody>
                    <a:bodyPr/>
                    <a:lstStyle/>
                    <a:p>
                      <a:pPr algn="just" rtl="0" fontAlgn="base"/>
                      <a:r>
                        <a:rPr lang="en-US" sz="950">
                          <a:effectLst/>
                        </a:rPr>
                        <a:t>Define KPIs to measure the effectiveness of cloud governance </a:t>
                      </a:r>
                      <a:endParaRPr lang="en-US" b="0" i="0">
                        <a:effectLst/>
                      </a:endParaRPr>
                    </a:p>
                  </a:txBody>
                  <a:tcPr/>
                </a:tc>
                <a:tc>
                  <a:txBody>
                    <a:bodyPr/>
                    <a:lstStyle/>
                    <a:p>
                      <a:pPr algn="just" rtl="0" fontAlgn="base"/>
                      <a:r>
                        <a:rPr lang="en-US" sz="950">
                          <a:effectLst/>
                        </a:rPr>
                        <a:t>Define standards, templates, policies and procedures </a:t>
                      </a:r>
                      <a:endParaRPr lang="en-US" b="0" i="0">
                        <a:effectLst/>
                      </a:endParaRPr>
                    </a:p>
                  </a:txBody>
                  <a:tcPr/>
                </a:tc>
                <a:tc>
                  <a:txBody>
                    <a:bodyPr/>
                    <a:lstStyle/>
                    <a:p>
                      <a:pPr algn="just" rtl="0" fontAlgn="base"/>
                      <a:r>
                        <a:rPr lang="en-US" sz="950">
                          <a:effectLst/>
                        </a:rPr>
                        <a:t> </a:t>
                      </a:r>
                      <a:endParaRPr lang="en-US" sz="950" b="0" i="0">
                        <a:effectLst/>
                        <a:latin typeface="Symbol" panose="05050102010706020507" pitchFamily="18" charset="2"/>
                      </a:endParaRPr>
                    </a:p>
                  </a:txBody>
                  <a:tcPr/>
                </a:tc>
                <a:extLst>
                  <a:ext uri="{0D108BD9-81ED-4DB2-BD59-A6C34878D82A}">
                    <a16:rowId xmlns:a16="http://schemas.microsoft.com/office/drawing/2014/main" val="1444898420"/>
                  </a:ext>
                </a:extLst>
              </a:tr>
            </a:tbl>
          </a:graphicData>
        </a:graphic>
      </p:graphicFrame>
    </p:spTree>
    <p:extLst>
      <p:ext uri="{BB962C8B-B14F-4D97-AF65-F5344CB8AC3E}">
        <p14:creationId xmlns:p14="http://schemas.microsoft.com/office/powerpoint/2010/main" val="389307398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FB1F1-22BB-469B-BB40-B3D77BE6EE26}"/>
              </a:ext>
            </a:extLst>
          </p:cNvPr>
          <p:cNvSpPr>
            <a:spLocks noGrp="1"/>
          </p:cNvSpPr>
          <p:nvPr>
            <p:ph type="title"/>
          </p:nvPr>
        </p:nvSpPr>
        <p:spPr/>
        <p:txBody>
          <a:bodyPr/>
          <a:lstStyle/>
          <a:p>
            <a:r>
              <a:rPr lang="en-US" b="1" i="0">
                <a:ea typeface="+mj-lt"/>
                <a:cs typeface="+mj-lt"/>
              </a:rPr>
              <a:t>Elements of Cloud Governance</a:t>
            </a:r>
          </a:p>
        </p:txBody>
      </p:sp>
      <p:sp>
        <p:nvSpPr>
          <p:cNvPr id="3" name="Content Placeholder 2">
            <a:extLst>
              <a:ext uri="{FF2B5EF4-FFF2-40B4-BE49-F238E27FC236}">
                <a16:creationId xmlns:a16="http://schemas.microsoft.com/office/drawing/2014/main" id="{DB8F9B45-593A-4889-AA37-37F60DC4FB40}"/>
              </a:ext>
            </a:extLst>
          </p:cNvPr>
          <p:cNvSpPr>
            <a:spLocks noGrp="1"/>
          </p:cNvSpPr>
          <p:nvPr>
            <p:ph idx="1"/>
          </p:nvPr>
        </p:nvSpPr>
        <p:spPr/>
        <p:txBody>
          <a:bodyPr vert="horz" lIns="91440" tIns="45720" rIns="91440" bIns="45720" rtlCol="0" anchor="t">
            <a:normAutofit/>
          </a:bodyPr>
          <a:lstStyle/>
          <a:p>
            <a:pPr algn="just"/>
            <a:r>
              <a:rPr lang="en-US" dirty="0">
                <a:ea typeface="+mn-lt"/>
                <a:cs typeface="+mn-lt"/>
              </a:rPr>
              <a:t>Cloud Governance is comprised of the following key components[20].</a:t>
            </a:r>
          </a:p>
          <a:p>
            <a:pPr algn="just"/>
            <a:r>
              <a:rPr lang="en-US" dirty="0">
                <a:ea typeface="+mn-lt"/>
                <a:cs typeface="+mn-lt"/>
              </a:rPr>
              <a:t>Cloud Business Office (CBO) ensures alignment of cloud vision with business vision and ensures that governance is enforced across the enterprise. CBO is also responsible for demand management, cost optimization, and prioritization.  </a:t>
            </a:r>
          </a:p>
          <a:p>
            <a:pPr algn="just"/>
            <a:r>
              <a:rPr lang="en-US" dirty="0">
                <a:ea typeface="+mn-lt"/>
                <a:cs typeface="+mn-lt"/>
              </a:rPr>
              <a:t>Cloud </a:t>
            </a:r>
            <a:r>
              <a:rPr lang="en-US" dirty="0" err="1">
                <a:ea typeface="+mn-lt"/>
                <a:cs typeface="+mn-lt"/>
              </a:rPr>
              <a:t>CoE</a:t>
            </a:r>
            <a:r>
              <a:rPr lang="en-US" dirty="0">
                <a:ea typeface="+mn-lt"/>
                <a:cs typeface="+mn-lt"/>
              </a:rPr>
              <a:t>(Center of Excellence) , which is a cross-functional team that defines processes, regulates and standardize cloud adoption, migration and operation across the enterprise.</a:t>
            </a:r>
          </a:p>
          <a:p>
            <a:pPr algn="just"/>
            <a:r>
              <a:rPr lang="en-US" dirty="0">
                <a:ea typeface="+mn-lt"/>
                <a:cs typeface="+mn-lt"/>
              </a:rPr>
              <a:t>Cloud governance organization structure and roles and responsibilities</a:t>
            </a:r>
          </a:p>
          <a:p>
            <a:pPr algn="just"/>
            <a:r>
              <a:rPr lang="en-US" dirty="0">
                <a:ea typeface="+mn-lt"/>
                <a:cs typeface="+mn-lt"/>
              </a:rPr>
              <a:t>Cloud governance processes around the cloud service lifecycle </a:t>
            </a:r>
          </a:p>
          <a:p>
            <a:pPr algn="just"/>
            <a:r>
              <a:rPr lang="en-US" dirty="0">
                <a:ea typeface="+mn-lt"/>
                <a:cs typeface="+mn-lt"/>
              </a:rPr>
              <a:t>Cloud foundational components like cloud reference architecture, standards, templates, guidelines, best practices and policies</a:t>
            </a:r>
          </a:p>
          <a:p>
            <a:endParaRPr lang="en-US" dirty="0"/>
          </a:p>
        </p:txBody>
      </p:sp>
    </p:spTree>
    <p:extLst>
      <p:ext uri="{BB962C8B-B14F-4D97-AF65-F5344CB8AC3E}">
        <p14:creationId xmlns:p14="http://schemas.microsoft.com/office/powerpoint/2010/main" val="14702813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C69DB-DA55-4470-9D5F-08FD844BC28B}"/>
              </a:ext>
            </a:extLst>
          </p:cNvPr>
          <p:cNvSpPr>
            <a:spLocks noGrp="1"/>
          </p:cNvSpPr>
          <p:nvPr>
            <p:ph type="title"/>
          </p:nvPr>
        </p:nvSpPr>
        <p:spPr/>
        <p:txBody>
          <a:bodyPr/>
          <a:lstStyle/>
          <a:p>
            <a:r>
              <a:rPr lang="en-US" b="1" i="0">
                <a:ea typeface="+mj-lt"/>
                <a:cs typeface="+mj-lt"/>
              </a:rPr>
              <a:t>Risk of Poor Cloud Governance</a:t>
            </a:r>
          </a:p>
        </p:txBody>
      </p:sp>
      <p:sp>
        <p:nvSpPr>
          <p:cNvPr id="3" name="Content Placeholder 2">
            <a:extLst>
              <a:ext uri="{FF2B5EF4-FFF2-40B4-BE49-F238E27FC236}">
                <a16:creationId xmlns:a16="http://schemas.microsoft.com/office/drawing/2014/main" id="{A47ECE95-A865-4A0E-A00D-AF4359A05750}"/>
              </a:ext>
            </a:extLst>
          </p:cNvPr>
          <p:cNvSpPr>
            <a:spLocks noGrp="1"/>
          </p:cNvSpPr>
          <p:nvPr>
            <p:ph idx="1"/>
          </p:nvPr>
        </p:nvSpPr>
        <p:spPr/>
        <p:txBody>
          <a:bodyPr vert="horz" lIns="91440" tIns="45720" rIns="91440" bIns="45720" rtlCol="0" anchor="t">
            <a:normAutofit/>
          </a:bodyPr>
          <a:lstStyle/>
          <a:p>
            <a:pPr algn="just"/>
            <a:r>
              <a:rPr lang="en-US">
                <a:ea typeface="+mn-lt"/>
                <a:cs typeface="+mn-lt"/>
              </a:rPr>
              <a:t>Cloud Security Risks </a:t>
            </a:r>
          </a:p>
          <a:p>
            <a:pPr algn="just"/>
            <a:r>
              <a:rPr lang="en-US">
                <a:ea typeface="+mn-lt"/>
                <a:cs typeface="+mn-lt"/>
              </a:rPr>
              <a:t>Cloud Proliferation and Sprawl </a:t>
            </a:r>
          </a:p>
          <a:p>
            <a:pPr algn="just"/>
            <a:r>
              <a:rPr lang="en-US">
                <a:ea typeface="+mn-lt"/>
                <a:cs typeface="+mn-lt"/>
              </a:rPr>
              <a:t>Cloud Integration (post proliferation) </a:t>
            </a:r>
          </a:p>
          <a:p>
            <a:pPr algn="just"/>
            <a:r>
              <a:rPr lang="en-US">
                <a:ea typeface="+mn-lt"/>
                <a:cs typeface="+mn-lt"/>
              </a:rPr>
              <a:t>Cloud Portability &amp; Interoperability </a:t>
            </a:r>
          </a:p>
          <a:p>
            <a:pPr algn="just"/>
            <a:r>
              <a:rPr lang="en-US">
                <a:ea typeface="+mn-lt"/>
                <a:cs typeface="+mn-lt"/>
              </a:rPr>
              <a:t>Cloud Vendor Lock-In</a:t>
            </a:r>
          </a:p>
          <a:p>
            <a:pPr algn="just"/>
            <a:r>
              <a:rPr lang="en-US">
                <a:ea typeface="+mn-lt"/>
                <a:cs typeface="+mn-lt"/>
              </a:rPr>
              <a:t>Cloud Applications Governance – designing and migrating applications to appropriate Cloud pattern(s) </a:t>
            </a:r>
          </a:p>
          <a:p>
            <a:pPr algn="just"/>
            <a:r>
              <a:rPr lang="en-US">
                <a:ea typeface="+mn-lt"/>
                <a:cs typeface="+mn-lt"/>
              </a:rPr>
              <a:t>Lack of Incentives for Consumers to Onboard/Consume Cloud resources </a:t>
            </a:r>
          </a:p>
          <a:p>
            <a:pPr algn="just"/>
            <a:r>
              <a:rPr lang="en-US">
                <a:ea typeface="+mn-lt"/>
                <a:cs typeface="+mn-lt"/>
              </a:rPr>
              <a:t>Shadow IT and Hidden Clouds</a:t>
            </a:r>
          </a:p>
          <a:p>
            <a:endParaRPr lang="en-US" dirty="0"/>
          </a:p>
        </p:txBody>
      </p:sp>
    </p:spTree>
    <p:extLst>
      <p:ext uri="{BB962C8B-B14F-4D97-AF65-F5344CB8AC3E}">
        <p14:creationId xmlns:p14="http://schemas.microsoft.com/office/powerpoint/2010/main" val="2606349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84BA9-64D5-4718-A9F2-628B8213B1E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DF1FFDC-246B-4FC1-A168-7A52AAD90EC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1100733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DF810-3B40-49C1-B619-A500CC4ED2A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82613FC-9C7F-4302-BE23-F775CC10A514}"/>
              </a:ext>
            </a:extLst>
          </p:cNvPr>
          <p:cNvSpPr>
            <a:spLocks noGrp="1"/>
          </p:cNvSpPr>
          <p:nvPr>
            <p:ph idx="1"/>
          </p:nvPr>
        </p:nvSpPr>
        <p:spPr/>
        <p:txBody>
          <a:bodyPr vert="horz" lIns="91440" tIns="45720" rIns="91440" bIns="45720" rtlCol="0" anchor="t">
            <a:normAutofit/>
          </a:bodyPr>
          <a:lstStyle/>
          <a:p>
            <a:r>
              <a:rPr lang="en-US" dirty="0">
                <a:ea typeface="+mn-lt"/>
                <a:cs typeface="+mn-lt"/>
              </a:rPr>
              <a:t>E-Governance is the application of information and communication technologies (ICTs) to improve the activities of government agencies. Today, across the world governments are using several e communication strategies to effectively administer the public and private activities of which India is one of them. </a:t>
            </a:r>
            <a:endParaRPr lang="en-US"/>
          </a:p>
          <a:p>
            <a:r>
              <a:rPr lang="en-US" dirty="0">
                <a:ea typeface="+mn-lt"/>
                <a:cs typeface="+mn-lt"/>
              </a:rPr>
              <a:t>A </a:t>
            </a:r>
            <a:r>
              <a:rPr lang="en-US" b="1" dirty="0">
                <a:ea typeface="+mn-lt"/>
                <a:cs typeface="+mn-lt"/>
              </a:rPr>
              <a:t>governance infrastructure</a:t>
            </a:r>
            <a:r>
              <a:rPr lang="en-US" dirty="0">
                <a:ea typeface="+mn-lt"/>
                <a:cs typeface="+mn-lt"/>
              </a:rPr>
              <a:t> is the collection of technologies and systems, people, policies, practices, and relationships that interact to support governing activities. </a:t>
            </a:r>
            <a:endParaRPr lang="en-US"/>
          </a:p>
          <a:p>
            <a:r>
              <a:rPr lang="en-US" b="1" dirty="0">
                <a:ea typeface="+mn-lt"/>
                <a:cs typeface="+mn-lt"/>
              </a:rPr>
              <a:t>e</a:t>
            </a:r>
            <a:r>
              <a:rPr lang="en-US" dirty="0">
                <a:ea typeface="+mn-lt"/>
                <a:cs typeface="+mn-lt"/>
              </a:rPr>
              <a:t>-</a:t>
            </a:r>
            <a:r>
              <a:rPr lang="en-US" b="1" dirty="0">
                <a:ea typeface="+mn-lt"/>
                <a:cs typeface="+mn-lt"/>
              </a:rPr>
              <a:t>Governance Strategy</a:t>
            </a:r>
            <a:r>
              <a:rPr lang="en-US" dirty="0">
                <a:ea typeface="+mn-lt"/>
                <a:cs typeface="+mn-lt"/>
              </a:rPr>
              <a:t>' is an approach or a plan of action stating how Information Technology will be leveraged in achieving the stated goals and objectives. </a:t>
            </a:r>
            <a:endParaRPr lang="en-US" dirty="0"/>
          </a:p>
        </p:txBody>
      </p:sp>
    </p:spTree>
    <p:extLst>
      <p:ext uri="{BB962C8B-B14F-4D97-AF65-F5344CB8AC3E}">
        <p14:creationId xmlns:p14="http://schemas.microsoft.com/office/powerpoint/2010/main" val="191258399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486B6-C0A6-4F38-92A9-1423803B1DB5}"/>
              </a:ext>
            </a:extLst>
          </p:cNvPr>
          <p:cNvSpPr>
            <a:spLocks noGrp="1"/>
          </p:cNvSpPr>
          <p:nvPr>
            <p:ph type="title"/>
          </p:nvPr>
        </p:nvSpPr>
        <p:spPr/>
        <p:txBody>
          <a:bodyPr/>
          <a:lstStyle/>
          <a:p>
            <a:r>
              <a:rPr lang="en-US"/>
              <a:t>E READINESS </a:t>
            </a:r>
          </a:p>
          <a:p>
            <a:endParaRPr lang="en-US"/>
          </a:p>
        </p:txBody>
      </p:sp>
      <p:sp>
        <p:nvSpPr>
          <p:cNvPr id="3" name="Content Placeholder 2">
            <a:extLst>
              <a:ext uri="{FF2B5EF4-FFF2-40B4-BE49-F238E27FC236}">
                <a16:creationId xmlns:a16="http://schemas.microsoft.com/office/drawing/2014/main" id="{B6F70F99-3D4D-49D9-B746-87045A0D7C65}"/>
              </a:ext>
            </a:extLst>
          </p:cNvPr>
          <p:cNvSpPr>
            <a:spLocks noGrp="1"/>
          </p:cNvSpPr>
          <p:nvPr>
            <p:ph idx="1"/>
          </p:nvPr>
        </p:nvSpPr>
        <p:spPr/>
        <p:txBody>
          <a:bodyPr vert="horz" lIns="91440" tIns="45720" rIns="91440" bIns="45720" rtlCol="0" anchor="t">
            <a:normAutofit/>
          </a:bodyPr>
          <a:lstStyle/>
          <a:p>
            <a:r>
              <a:rPr lang="en-US" dirty="0">
                <a:ea typeface="+mn-lt"/>
                <a:cs typeface="+mn-lt"/>
              </a:rPr>
              <a:t>E-readiness (electronic readiness) is defined as a degree to which to a country or economy may be ready, willing or prepared to obtain benefits which arise from information and communication technologies. This measure is often used to gauge how ready a country is to participate in electronic activities such as e-governance. </a:t>
            </a:r>
            <a:endParaRPr lang="en-US"/>
          </a:p>
          <a:p>
            <a:r>
              <a:rPr lang="en-US" dirty="0">
                <a:ea typeface="+mn-lt"/>
                <a:cs typeface="+mn-lt"/>
              </a:rPr>
              <a:t>E-readiness also defined as “The degree to which a community is prepared to participate in the Networked World, which is gauged by accessing a community’s relative advancement in the area that are most critical for ICT adoption and the most important of ICTs” </a:t>
            </a:r>
            <a:endParaRPr lang="en-US"/>
          </a:p>
          <a:p>
            <a:endParaRPr lang="en-US" dirty="0"/>
          </a:p>
        </p:txBody>
      </p:sp>
    </p:spTree>
    <p:extLst>
      <p:ext uri="{BB962C8B-B14F-4D97-AF65-F5344CB8AC3E}">
        <p14:creationId xmlns:p14="http://schemas.microsoft.com/office/powerpoint/2010/main" val="57010076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F1F14-4DE7-4EB7-A8EA-CD1E59CA9A4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DEE517A-8920-4F10-A780-B28C71F6B0ED}"/>
              </a:ext>
            </a:extLst>
          </p:cNvPr>
          <p:cNvSpPr>
            <a:spLocks noGrp="1"/>
          </p:cNvSpPr>
          <p:nvPr>
            <p:ph idx="1"/>
          </p:nvPr>
        </p:nvSpPr>
        <p:spPr/>
        <p:txBody>
          <a:bodyPr vert="horz" lIns="91440" tIns="45720" rIns="91440" bIns="45720" rtlCol="0" anchor="t">
            <a:normAutofit/>
          </a:bodyPr>
          <a:lstStyle/>
          <a:p>
            <a:r>
              <a:rPr lang="en-US" dirty="0">
                <a:ea typeface="+mn-lt"/>
                <a:cs typeface="+mn-lt"/>
              </a:rPr>
              <a:t>E-Readiness is the ability to use information and communication technologies (ICT) to develop one's economy and to foster one's welfare.  </a:t>
            </a:r>
          </a:p>
          <a:p>
            <a:r>
              <a:rPr lang="en-US" dirty="0">
                <a:ea typeface="+mn-lt"/>
                <a:cs typeface="+mn-lt"/>
              </a:rPr>
              <a:t>Is a measure of e-business environment, a collection of factors that indicate how amenable (willing) a market is to Internet-based opportunities. </a:t>
            </a:r>
          </a:p>
          <a:p>
            <a:r>
              <a:rPr lang="en-US" dirty="0">
                <a:ea typeface="+mn-lt"/>
                <a:cs typeface="+mn-lt"/>
              </a:rPr>
              <a:t>Is not simply a matter of the number of computer servers, websites and mobile phones in the country, but also things such as its citizen's ability to utilize technology skillfully, the transparency of its business and legal systems, and the extent to which governments encourage the use of digital technologies. </a:t>
            </a:r>
          </a:p>
          <a:p>
            <a:endParaRPr lang="en-US" dirty="0"/>
          </a:p>
        </p:txBody>
      </p:sp>
    </p:spTree>
    <p:extLst>
      <p:ext uri="{BB962C8B-B14F-4D97-AF65-F5344CB8AC3E}">
        <p14:creationId xmlns:p14="http://schemas.microsoft.com/office/powerpoint/2010/main" val="271848384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FA9ED-0B1E-4271-B48E-0B281378D542}"/>
              </a:ext>
            </a:extLst>
          </p:cNvPr>
          <p:cNvSpPr>
            <a:spLocks noGrp="1"/>
          </p:cNvSpPr>
          <p:nvPr>
            <p:ph type="title"/>
          </p:nvPr>
        </p:nvSpPr>
        <p:spPr/>
        <p:txBody>
          <a:bodyPr/>
          <a:lstStyle/>
          <a:p>
            <a:r>
              <a:rPr lang="en-US"/>
              <a:t>Data System Infrastructure </a:t>
            </a:r>
          </a:p>
        </p:txBody>
      </p:sp>
      <p:sp>
        <p:nvSpPr>
          <p:cNvPr id="3" name="Content Placeholder 2">
            <a:extLst>
              <a:ext uri="{FF2B5EF4-FFF2-40B4-BE49-F238E27FC236}">
                <a16:creationId xmlns:a16="http://schemas.microsoft.com/office/drawing/2014/main" id="{8DEAE089-B185-4903-A6C4-FA66ADC4B074}"/>
              </a:ext>
            </a:extLst>
          </p:cNvPr>
          <p:cNvSpPr>
            <a:spLocks noGrp="1"/>
          </p:cNvSpPr>
          <p:nvPr>
            <p:ph idx="1"/>
          </p:nvPr>
        </p:nvSpPr>
        <p:spPr/>
        <p:txBody>
          <a:bodyPr vert="horz" lIns="91440" tIns="45720" rIns="91440" bIns="45720" rtlCol="0" anchor="t">
            <a:normAutofit/>
          </a:bodyPr>
          <a:lstStyle/>
          <a:p>
            <a:r>
              <a:rPr lang="en-US" dirty="0">
                <a:ea typeface="+mn-lt"/>
                <a:cs typeface="+mn-lt"/>
              </a:rPr>
              <a:t>The core of e-governance is e-MIS and holds the entire database of any organization. </a:t>
            </a:r>
            <a:endParaRPr lang="en-US"/>
          </a:p>
          <a:p>
            <a:r>
              <a:rPr lang="en-US" dirty="0">
                <a:ea typeface="+mn-lt"/>
                <a:cs typeface="+mn-lt"/>
              </a:rPr>
              <a:t>The major question that arises here is “ Are all the requisite management information systems, records, databases and work processes in proper place so as to provide the quantity and quality of data to support the move to e-governance?”</a:t>
            </a:r>
            <a:r>
              <a:rPr lang="en-US" baseline="-25000" dirty="0">
                <a:ea typeface="+mn-lt"/>
                <a:cs typeface="+mn-lt"/>
              </a:rPr>
              <a:t> </a:t>
            </a:r>
            <a:endParaRPr lang="en-US" dirty="0"/>
          </a:p>
          <a:p>
            <a:r>
              <a:rPr lang="en-US" dirty="0">
                <a:ea typeface="+mn-lt"/>
                <a:cs typeface="+mn-lt"/>
              </a:rPr>
              <a:t>The data that were managed manually need to be computerized or brought into electronic form which means that the preparedness of computerized database or data warehouse is required. </a:t>
            </a:r>
            <a:endParaRPr lang="en-US" dirty="0"/>
          </a:p>
          <a:p>
            <a:r>
              <a:rPr lang="en-US" dirty="0">
                <a:ea typeface="+mn-lt"/>
                <a:cs typeface="+mn-lt"/>
              </a:rPr>
              <a:t>Data quality and data security are of prime concern here as most of the government infrastructures are not up to the mark in developing countries.</a:t>
            </a:r>
            <a:r>
              <a:rPr lang="en-US" baseline="-25000" dirty="0">
                <a:ea typeface="+mn-lt"/>
                <a:cs typeface="+mn-lt"/>
              </a:rPr>
              <a:t> </a:t>
            </a:r>
            <a:endParaRPr lang="en-US" dirty="0"/>
          </a:p>
          <a:p>
            <a:r>
              <a:rPr lang="en-US" dirty="0">
                <a:ea typeface="+mn-lt"/>
                <a:cs typeface="+mn-lt"/>
              </a:rPr>
              <a:t>This is the core computerization activity of any government process which may take several years to reach this stage. </a:t>
            </a:r>
            <a:endParaRPr lang="en-US" dirty="0"/>
          </a:p>
          <a:p>
            <a:endParaRPr lang="en-US" dirty="0"/>
          </a:p>
        </p:txBody>
      </p:sp>
    </p:spTree>
    <p:extLst>
      <p:ext uri="{BB962C8B-B14F-4D97-AF65-F5344CB8AC3E}">
        <p14:creationId xmlns:p14="http://schemas.microsoft.com/office/powerpoint/2010/main" val="67793006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0004C-F3DC-45D9-9FF0-960D41F055BA}"/>
              </a:ext>
            </a:extLst>
          </p:cNvPr>
          <p:cNvSpPr>
            <a:spLocks noGrp="1"/>
          </p:cNvSpPr>
          <p:nvPr>
            <p:ph type="title"/>
          </p:nvPr>
        </p:nvSpPr>
        <p:spPr/>
        <p:txBody>
          <a:bodyPr/>
          <a:lstStyle/>
          <a:p>
            <a:r>
              <a:rPr lang="en-US"/>
              <a:t>Legal Infrastructure Preparedness </a:t>
            </a:r>
          </a:p>
        </p:txBody>
      </p:sp>
      <p:sp>
        <p:nvSpPr>
          <p:cNvPr id="3" name="Content Placeholder 2">
            <a:extLst>
              <a:ext uri="{FF2B5EF4-FFF2-40B4-BE49-F238E27FC236}">
                <a16:creationId xmlns:a16="http://schemas.microsoft.com/office/drawing/2014/main" id="{B50A7684-FFDD-4292-B41B-F4C318DCFD1E}"/>
              </a:ext>
            </a:extLst>
          </p:cNvPr>
          <p:cNvSpPr>
            <a:spLocks noGrp="1"/>
          </p:cNvSpPr>
          <p:nvPr>
            <p:ph idx="1"/>
          </p:nvPr>
        </p:nvSpPr>
        <p:spPr/>
        <p:txBody>
          <a:bodyPr vert="horz" lIns="91440" tIns="45720" rIns="91440" bIns="45720" rtlCol="0" anchor="t">
            <a:normAutofit/>
          </a:bodyPr>
          <a:lstStyle/>
          <a:p>
            <a:r>
              <a:rPr lang="en-US" dirty="0">
                <a:ea typeface="+mn-lt"/>
                <a:cs typeface="+mn-lt"/>
              </a:rPr>
              <a:t>They lack requisite legislation and legal infrastructure to enable such reforms or reengineering of the existing business practices, rules and regulations within the government at various levels. </a:t>
            </a:r>
            <a:endParaRPr lang="en-US"/>
          </a:p>
          <a:p>
            <a:r>
              <a:rPr lang="en-US" dirty="0">
                <a:ea typeface="+mn-lt"/>
                <a:cs typeface="+mn-lt"/>
              </a:rPr>
              <a:t>The manual processes in government are usually obsolete, inefficient and bureaucratic. </a:t>
            </a:r>
            <a:endParaRPr lang="en-US" dirty="0"/>
          </a:p>
          <a:p>
            <a:r>
              <a:rPr lang="en-US" dirty="0">
                <a:ea typeface="+mn-lt"/>
                <a:cs typeface="+mn-lt"/>
              </a:rPr>
              <a:t>Though they have transformed to computerization practices, they continue to have poor and inefficient performance and this is due to lack of administrative reforms and lack of business process reengineering. </a:t>
            </a:r>
            <a:endParaRPr lang="en-US" dirty="0"/>
          </a:p>
          <a:p>
            <a:r>
              <a:rPr lang="en-US" dirty="0">
                <a:ea typeface="+mn-lt"/>
                <a:cs typeface="+mn-lt"/>
              </a:rPr>
              <a:t>This seems to be accentuated in developing countries while developed countries have been significantly successful in administrative reforms and business reengineering. </a:t>
            </a:r>
            <a:endParaRPr lang="en-US" dirty="0"/>
          </a:p>
          <a:p>
            <a:r>
              <a:rPr lang="en-US" dirty="0">
                <a:ea typeface="+mn-lt"/>
                <a:cs typeface="+mn-lt"/>
              </a:rPr>
              <a:t>The fundamental question that arises here is “ Are the laws and regulations required to permit and support the move towards e- governance initiatives in place? </a:t>
            </a:r>
            <a:endParaRPr lang="en-US" dirty="0"/>
          </a:p>
          <a:p>
            <a:r>
              <a:rPr lang="en-US" dirty="0" err="1">
                <a:ea typeface="+mn-lt"/>
                <a:cs typeface="+mn-lt"/>
              </a:rPr>
              <a:t>E.g</a:t>
            </a:r>
            <a:r>
              <a:rPr lang="en-US" dirty="0">
                <a:ea typeface="+mn-lt"/>
                <a:cs typeface="+mn-lt"/>
              </a:rPr>
              <a:t> Digital Signature Act  </a:t>
            </a:r>
            <a:endParaRPr lang="en-US" dirty="0"/>
          </a:p>
        </p:txBody>
      </p:sp>
    </p:spTree>
    <p:extLst>
      <p:ext uri="{BB962C8B-B14F-4D97-AF65-F5344CB8AC3E}">
        <p14:creationId xmlns:p14="http://schemas.microsoft.com/office/powerpoint/2010/main" val="388006073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13CAE-82B1-48B8-A0F4-30959254E71F}"/>
              </a:ext>
            </a:extLst>
          </p:cNvPr>
          <p:cNvSpPr>
            <a:spLocks noGrp="1"/>
          </p:cNvSpPr>
          <p:nvPr>
            <p:ph type="title"/>
          </p:nvPr>
        </p:nvSpPr>
        <p:spPr/>
        <p:txBody>
          <a:bodyPr/>
          <a:lstStyle/>
          <a:p>
            <a:r>
              <a:rPr lang="en-US"/>
              <a:t>Institutional Infrastructural Preparedness </a:t>
            </a:r>
          </a:p>
        </p:txBody>
      </p:sp>
      <p:sp>
        <p:nvSpPr>
          <p:cNvPr id="3" name="Content Placeholder 2">
            <a:extLst>
              <a:ext uri="{FF2B5EF4-FFF2-40B4-BE49-F238E27FC236}">
                <a16:creationId xmlns:a16="http://schemas.microsoft.com/office/drawing/2014/main" id="{EB51723D-B0FD-4819-8A0E-EBF6A1C88F11}"/>
              </a:ext>
            </a:extLst>
          </p:cNvPr>
          <p:cNvSpPr>
            <a:spLocks noGrp="1"/>
          </p:cNvSpPr>
          <p:nvPr>
            <p:ph idx="1"/>
          </p:nvPr>
        </p:nvSpPr>
        <p:spPr/>
        <p:txBody>
          <a:bodyPr vert="horz" lIns="91440" tIns="45720" rIns="91440" bIns="45720" rtlCol="0" anchor="t">
            <a:normAutofit/>
          </a:bodyPr>
          <a:lstStyle/>
          <a:p>
            <a:r>
              <a:rPr lang="en-US" dirty="0">
                <a:ea typeface="+mn-lt"/>
                <a:cs typeface="+mn-lt"/>
              </a:rPr>
              <a:t>For any government to implement a successful e-governance project, the required institutional infrastructure must be in place which most of the government lack. </a:t>
            </a:r>
            <a:endParaRPr lang="en-US" dirty="0"/>
          </a:p>
          <a:p>
            <a:r>
              <a:rPr lang="en-US" dirty="0">
                <a:ea typeface="+mn-lt"/>
                <a:cs typeface="+mn-lt"/>
              </a:rPr>
              <a:t>The government body has to establish a separate IT department which basically coordinates with facilitators for e-government projects within the nation. </a:t>
            </a:r>
            <a:endParaRPr lang="en-US" dirty="0"/>
          </a:p>
          <a:p>
            <a:r>
              <a:rPr lang="en-US" dirty="0">
                <a:ea typeface="+mn-lt"/>
                <a:cs typeface="+mn-lt"/>
              </a:rPr>
              <a:t>The IT department works out for the hardware selection and procurement, network or software development and implementation and also the training of staff at various levels of the government. </a:t>
            </a:r>
            <a:endParaRPr lang="en-US" dirty="0"/>
          </a:p>
          <a:p>
            <a:r>
              <a:rPr lang="en-US" dirty="0">
                <a:ea typeface="+mn-lt"/>
                <a:cs typeface="+mn-lt"/>
              </a:rPr>
              <a:t>Many countries still lack the institutional infrastructure. </a:t>
            </a:r>
            <a:endParaRPr lang="en-US" dirty="0"/>
          </a:p>
          <a:p>
            <a:endParaRPr lang="en-US" dirty="0"/>
          </a:p>
        </p:txBody>
      </p:sp>
    </p:spTree>
    <p:extLst>
      <p:ext uri="{BB962C8B-B14F-4D97-AF65-F5344CB8AC3E}">
        <p14:creationId xmlns:p14="http://schemas.microsoft.com/office/powerpoint/2010/main" val="2417589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22796-4ABE-4CCE-9C20-C3829FF14242}"/>
              </a:ext>
            </a:extLst>
          </p:cNvPr>
          <p:cNvSpPr>
            <a:spLocks noGrp="1"/>
          </p:cNvSpPr>
          <p:nvPr>
            <p:ph type="title"/>
          </p:nvPr>
        </p:nvSpPr>
        <p:spPr/>
        <p:txBody>
          <a:bodyPr/>
          <a:lstStyle/>
          <a:p>
            <a:r>
              <a:rPr lang="en-US"/>
              <a:t>Human Infrastructural Preparedness </a:t>
            </a:r>
          </a:p>
        </p:txBody>
      </p:sp>
      <p:sp>
        <p:nvSpPr>
          <p:cNvPr id="3" name="Content Placeholder 2">
            <a:extLst>
              <a:ext uri="{FF2B5EF4-FFF2-40B4-BE49-F238E27FC236}">
                <a16:creationId xmlns:a16="http://schemas.microsoft.com/office/drawing/2014/main" id="{87891D5B-A896-4AC8-9182-CB6C3B9E4FB5}"/>
              </a:ext>
            </a:extLst>
          </p:cNvPr>
          <p:cNvSpPr>
            <a:spLocks noGrp="1"/>
          </p:cNvSpPr>
          <p:nvPr>
            <p:ph idx="1"/>
          </p:nvPr>
        </p:nvSpPr>
        <p:spPr/>
        <p:txBody>
          <a:bodyPr vert="horz" lIns="91440" tIns="45720" rIns="91440" bIns="45720" rtlCol="0" anchor="t">
            <a:normAutofit/>
          </a:bodyPr>
          <a:lstStyle/>
          <a:p>
            <a:r>
              <a:rPr lang="en-US" dirty="0">
                <a:ea typeface="+mn-lt"/>
                <a:cs typeface="+mn-lt"/>
              </a:rPr>
              <a:t>Human resource development by training is an essential requirement which comes from </a:t>
            </a:r>
            <a:r>
              <a:rPr lang="en-US" dirty="0" err="1">
                <a:ea typeface="+mn-lt"/>
                <a:cs typeface="+mn-lt"/>
              </a:rPr>
              <a:t>well trained</a:t>
            </a:r>
            <a:r>
              <a:rPr lang="en-US" dirty="0">
                <a:ea typeface="+mn-lt"/>
                <a:cs typeface="+mn-lt"/>
              </a:rPr>
              <a:t> manpower both technical and non-technical. </a:t>
            </a:r>
            <a:endParaRPr lang="en-US" dirty="0"/>
          </a:p>
          <a:p>
            <a:r>
              <a:rPr lang="en-US" dirty="0">
                <a:ea typeface="+mn-lt"/>
                <a:cs typeface="+mn-lt"/>
              </a:rPr>
              <a:t>The technical manpower resources are essential for all the phases of e- governance and related information system life cycle comprising systems analysis, design, programming, implementation, operation and documentation. </a:t>
            </a:r>
            <a:endParaRPr lang="en-US" dirty="0"/>
          </a:p>
          <a:p>
            <a:r>
              <a:rPr lang="en-US" dirty="0">
                <a:ea typeface="+mn-lt"/>
                <a:cs typeface="+mn-lt"/>
              </a:rPr>
              <a:t>Both private and government institutions should play a major role in this regard. </a:t>
            </a:r>
            <a:endParaRPr lang="en-US" dirty="0"/>
          </a:p>
          <a:p>
            <a:r>
              <a:rPr lang="en-US" dirty="0">
                <a:ea typeface="+mn-lt"/>
                <a:cs typeface="+mn-lt"/>
              </a:rPr>
              <a:t>Apart from technical human infrastructure, there is a need for the crucial training and orientation of user personnel i.e. government staff in e- governance project. </a:t>
            </a:r>
            <a:endParaRPr lang="en-US" dirty="0"/>
          </a:p>
          <a:p>
            <a:r>
              <a:rPr lang="en-US" dirty="0">
                <a:ea typeface="+mn-lt"/>
                <a:cs typeface="+mn-lt"/>
              </a:rPr>
              <a:t>The government employees and staff who are the stake-holders in all e- government projects as the end users are to be appropriately trained and oriented for change management from a manual government environment to e-governance environment. </a:t>
            </a:r>
            <a:endParaRPr lang="en-US" dirty="0"/>
          </a:p>
          <a:p>
            <a:r>
              <a:rPr lang="en-US" dirty="0">
                <a:ea typeface="+mn-lt"/>
                <a:cs typeface="+mn-lt"/>
              </a:rPr>
              <a:t>Such training will make them competent and capable of handling e- governance projects at operational level </a:t>
            </a:r>
            <a:endParaRPr lang="en-US" dirty="0"/>
          </a:p>
          <a:p>
            <a:endParaRPr lang="en-US" dirty="0"/>
          </a:p>
        </p:txBody>
      </p:sp>
    </p:spTree>
    <p:extLst>
      <p:ext uri="{BB962C8B-B14F-4D97-AF65-F5344CB8AC3E}">
        <p14:creationId xmlns:p14="http://schemas.microsoft.com/office/powerpoint/2010/main" val="154211373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6621F-2786-4391-B9C6-A75A7F1D03A5}"/>
              </a:ext>
            </a:extLst>
          </p:cNvPr>
          <p:cNvSpPr>
            <a:spLocks noGrp="1"/>
          </p:cNvSpPr>
          <p:nvPr>
            <p:ph type="title"/>
          </p:nvPr>
        </p:nvSpPr>
        <p:spPr/>
        <p:txBody>
          <a:bodyPr/>
          <a:lstStyle/>
          <a:p>
            <a:r>
              <a:rPr lang="en-US"/>
              <a:t>Technological Infrastructural Prepaidness </a:t>
            </a:r>
          </a:p>
        </p:txBody>
      </p:sp>
      <p:sp>
        <p:nvSpPr>
          <p:cNvPr id="3" name="Content Placeholder 2">
            <a:extLst>
              <a:ext uri="{FF2B5EF4-FFF2-40B4-BE49-F238E27FC236}">
                <a16:creationId xmlns:a16="http://schemas.microsoft.com/office/drawing/2014/main" id="{5F99D7D4-FC64-43A8-A881-0D3972CAB013}"/>
              </a:ext>
            </a:extLst>
          </p:cNvPr>
          <p:cNvSpPr>
            <a:spLocks noGrp="1"/>
          </p:cNvSpPr>
          <p:nvPr>
            <p:ph idx="1"/>
          </p:nvPr>
        </p:nvSpPr>
        <p:spPr/>
        <p:txBody>
          <a:bodyPr vert="horz" lIns="91440" tIns="45720" rIns="91440" bIns="45720" rtlCol="0" anchor="t">
            <a:normAutofit/>
          </a:bodyPr>
          <a:lstStyle/>
          <a:p>
            <a:r>
              <a:rPr lang="en-US" dirty="0">
                <a:ea typeface="+mn-lt"/>
                <a:cs typeface="+mn-lt"/>
              </a:rPr>
              <a:t>Technology is fast changing in ICT domain and there is a rapid obsolescence of software as well as hardware which require great financial support time and again.  </a:t>
            </a:r>
            <a:endParaRPr lang="en-US"/>
          </a:p>
          <a:p>
            <a:r>
              <a:rPr lang="en-US" dirty="0">
                <a:ea typeface="+mn-lt"/>
                <a:cs typeface="+mn-lt"/>
              </a:rPr>
              <a:t>Government organizations encounter this situation especially as their procedures to procure hardware or software are very inefficient and slow. </a:t>
            </a:r>
            <a:endParaRPr lang="en-US" dirty="0"/>
          </a:p>
          <a:p>
            <a:r>
              <a:rPr lang="en-US" dirty="0">
                <a:ea typeface="+mn-lt"/>
                <a:cs typeface="+mn-lt"/>
              </a:rPr>
              <a:t>The technological infrastructure in developing countries including computing and telecommunication is absent. As a result software and hardware may not be compatible. </a:t>
            </a:r>
            <a:endParaRPr lang="en-US" dirty="0"/>
          </a:p>
          <a:p>
            <a:r>
              <a:rPr lang="en-US" dirty="0">
                <a:ea typeface="+mn-lt"/>
                <a:cs typeface="+mn-lt"/>
              </a:rPr>
              <a:t>The major reasons are </a:t>
            </a:r>
            <a:endParaRPr lang="en-US" dirty="0"/>
          </a:p>
          <a:p>
            <a:r>
              <a:rPr lang="en-US" dirty="0">
                <a:ea typeface="+mn-lt"/>
                <a:cs typeface="+mn-lt"/>
              </a:rPr>
              <a:t> cost of technology </a:t>
            </a:r>
            <a:endParaRPr lang="en-US" dirty="0"/>
          </a:p>
          <a:p>
            <a:r>
              <a:rPr lang="en-US" dirty="0">
                <a:ea typeface="+mn-lt"/>
                <a:cs typeface="+mn-lt"/>
              </a:rPr>
              <a:t>Adaptability </a:t>
            </a:r>
            <a:endParaRPr lang="en-US" dirty="0"/>
          </a:p>
          <a:p>
            <a:r>
              <a:rPr lang="en-US" dirty="0">
                <a:ea typeface="+mn-lt"/>
                <a:cs typeface="+mn-lt"/>
              </a:rPr>
              <a:t>Obsolescence </a:t>
            </a:r>
            <a:endParaRPr lang="en-US" dirty="0"/>
          </a:p>
          <a:p>
            <a:r>
              <a:rPr lang="en-US" dirty="0">
                <a:ea typeface="+mn-lt"/>
                <a:cs typeface="+mn-lt"/>
              </a:rPr>
              <a:t>This is a serious limitation to e-governance implementation. </a:t>
            </a:r>
            <a:endParaRPr lang="en-US" dirty="0"/>
          </a:p>
          <a:p>
            <a:endParaRPr lang="en-US" dirty="0"/>
          </a:p>
        </p:txBody>
      </p:sp>
    </p:spTree>
    <p:extLst>
      <p:ext uri="{BB962C8B-B14F-4D97-AF65-F5344CB8AC3E}">
        <p14:creationId xmlns:p14="http://schemas.microsoft.com/office/powerpoint/2010/main" val="7581715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6900E-EFBC-4959-B50C-9AE6F813CEDD}"/>
              </a:ext>
            </a:extLst>
          </p:cNvPr>
          <p:cNvSpPr>
            <a:spLocks noGrp="1"/>
          </p:cNvSpPr>
          <p:nvPr>
            <p:ph type="title"/>
          </p:nvPr>
        </p:nvSpPr>
        <p:spPr/>
        <p:txBody>
          <a:bodyPr/>
          <a:lstStyle/>
          <a:p>
            <a:r>
              <a:rPr lang="en-US"/>
              <a:t>Need of E-Readiness </a:t>
            </a:r>
          </a:p>
        </p:txBody>
      </p:sp>
      <p:sp>
        <p:nvSpPr>
          <p:cNvPr id="3" name="Content Placeholder 2">
            <a:extLst>
              <a:ext uri="{FF2B5EF4-FFF2-40B4-BE49-F238E27FC236}">
                <a16:creationId xmlns:a16="http://schemas.microsoft.com/office/drawing/2014/main" id="{261A0E14-D6D1-4BB9-A367-16009F0C4B8C}"/>
              </a:ext>
            </a:extLst>
          </p:cNvPr>
          <p:cNvSpPr>
            <a:spLocks noGrp="1"/>
          </p:cNvSpPr>
          <p:nvPr>
            <p:ph idx="1"/>
          </p:nvPr>
        </p:nvSpPr>
        <p:spPr/>
        <p:txBody>
          <a:bodyPr vert="horz" lIns="91440" tIns="45720" rIns="91440" bIns="45720" rtlCol="0" anchor="t">
            <a:normAutofit/>
          </a:bodyPr>
          <a:lstStyle/>
          <a:p>
            <a:r>
              <a:rPr lang="en-US" dirty="0">
                <a:ea typeface="+mn-lt"/>
                <a:cs typeface="+mn-lt"/>
              </a:rPr>
              <a:t>E-readiness is defined as the aptitude of an economy to use information and communication technologies to migrate traditional businesses into the new economy. E-readiness reaches its optimal level when the economy is able to create new business opportunities that could not be done otherwise. The concept of e-readiness is important because its level can be a strong predictor of how well a country can perform in the new economy. An e-readiness assessment would provide policy makers with a detailed scorecard of their economy’s competitiveness relative to its international counterparts. Further, a breakdown of indicators allows policy analysts to pinpoint areas of strengths and weaknesses, thus providing a balanced perspective in guiding a country through the digital transformation. </a:t>
            </a:r>
            <a:endParaRPr lang="en-US"/>
          </a:p>
        </p:txBody>
      </p:sp>
    </p:spTree>
    <p:extLst>
      <p:ext uri="{BB962C8B-B14F-4D97-AF65-F5344CB8AC3E}">
        <p14:creationId xmlns:p14="http://schemas.microsoft.com/office/powerpoint/2010/main" val="167664467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0DC39-B058-49DC-98EE-38FD2AEDA0EC}"/>
              </a:ext>
            </a:extLst>
          </p:cNvPr>
          <p:cNvSpPr>
            <a:spLocks noGrp="1"/>
          </p:cNvSpPr>
          <p:nvPr>
            <p:ph type="title"/>
          </p:nvPr>
        </p:nvSpPr>
        <p:spPr/>
        <p:txBody>
          <a:bodyPr/>
          <a:lstStyle/>
          <a:p>
            <a:r>
              <a:rPr lang="en-US"/>
              <a:t>Evolutionary Stages in E–Governance </a:t>
            </a:r>
          </a:p>
          <a:p>
            <a:endParaRPr lang="en-US"/>
          </a:p>
        </p:txBody>
      </p:sp>
      <p:sp>
        <p:nvSpPr>
          <p:cNvPr id="3" name="Content Placeholder 2">
            <a:extLst>
              <a:ext uri="{FF2B5EF4-FFF2-40B4-BE49-F238E27FC236}">
                <a16:creationId xmlns:a16="http://schemas.microsoft.com/office/drawing/2014/main" id="{EFB06125-8B04-4A3F-B8FD-7C2FA5454C27}"/>
              </a:ext>
            </a:extLst>
          </p:cNvPr>
          <p:cNvSpPr>
            <a:spLocks noGrp="1"/>
          </p:cNvSpPr>
          <p:nvPr>
            <p:ph idx="1"/>
          </p:nvPr>
        </p:nvSpPr>
        <p:spPr/>
        <p:txBody>
          <a:bodyPr vert="horz" lIns="91440" tIns="45720" rIns="91440" bIns="45720" rtlCol="0" anchor="t">
            <a:normAutofit/>
          </a:bodyPr>
          <a:lstStyle/>
          <a:p>
            <a:r>
              <a:rPr lang="en-US" dirty="0">
                <a:ea typeface="+mn-lt"/>
                <a:cs typeface="+mn-lt"/>
              </a:rPr>
              <a:t>E-governance evolves gradually from the simplest levels to advanced levels and the evolution may not be same in all cases.  </a:t>
            </a:r>
            <a:endParaRPr lang="en-US"/>
          </a:p>
          <a:p>
            <a:r>
              <a:rPr lang="x-none"/>
              <a:t>Stage1: Use of e-mail and setting up of internal networking</a:t>
            </a:r>
            <a:r>
              <a:rPr lang="en-US" dirty="0"/>
              <a:t> </a:t>
            </a:r>
          </a:p>
          <a:p>
            <a:r>
              <a:rPr lang="en-US" dirty="0"/>
              <a:t>The mostly fundamental, cheapest </a:t>
            </a:r>
            <a:r>
              <a:rPr lang="en-US" dirty="0" err="1"/>
              <a:t>andeasiest</a:t>
            </a:r>
            <a:r>
              <a:rPr lang="en-US" dirty="0"/>
              <a:t> ICT tool is e-mail. E-mail has now become common in all urban areas and some rural areas .within the government it is the easiest of all options available for implementation. Official orders to accept </a:t>
            </a:r>
          </a:p>
          <a:p>
            <a:r>
              <a:rPr lang="en-US" dirty="0"/>
              <a:t>e-mail communication as valid have been issued in a large number of government , judicial </a:t>
            </a:r>
            <a:r>
              <a:rPr lang="en-US" dirty="0" err="1"/>
              <a:t>andlegislative</a:t>
            </a:r>
            <a:r>
              <a:rPr lang="en-US" dirty="0"/>
              <a:t> organizations . E-mail can reach out side organizations via the internet , most government organizations adapt e-mail for internal messaging. Due to increased lateral and bottom </a:t>
            </a:r>
            <a:r>
              <a:rPr lang="en-US" dirty="0" err="1"/>
              <a:t>upcommunication</a:t>
            </a:r>
            <a:r>
              <a:rPr lang="en-US" dirty="0"/>
              <a:t> .E-mail break the official hierarchy of communication as </a:t>
            </a:r>
            <a:r>
              <a:rPr lang="en-US" dirty="0" err="1"/>
              <a:t>any one</a:t>
            </a:r>
            <a:r>
              <a:rPr lang="en-US" dirty="0"/>
              <a:t> can send to e-mail </a:t>
            </a:r>
            <a:r>
              <a:rPr lang="en-US" dirty="0" err="1"/>
              <a:t>toany</a:t>
            </a:r>
            <a:r>
              <a:rPr lang="en-US" dirty="0"/>
              <a:t> other breaking the hierarchy and other barriers. They allow person to person communication can </a:t>
            </a:r>
          </a:p>
          <a:p>
            <a:r>
              <a:rPr lang="en-US" dirty="0"/>
              <a:t>Improve information sharing, exchange coordination and </a:t>
            </a:r>
            <a:r>
              <a:rPr lang="en-US" dirty="0" err="1"/>
              <a:t>feed back</a:t>
            </a:r>
            <a:r>
              <a:rPr lang="en-US" dirty="0"/>
              <a:t> of information. The internal networking of various department of an organization linked e-mail is a prerequisite </a:t>
            </a:r>
          </a:p>
        </p:txBody>
      </p:sp>
    </p:spTree>
    <p:extLst>
      <p:ext uri="{BB962C8B-B14F-4D97-AF65-F5344CB8AC3E}">
        <p14:creationId xmlns:p14="http://schemas.microsoft.com/office/powerpoint/2010/main" val="314399345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2057D-C5D6-45CD-A289-F716E036782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5DD0833-6D93-4FB5-8C5C-D25BC4C557B2}"/>
              </a:ext>
            </a:extLst>
          </p:cNvPr>
          <p:cNvSpPr>
            <a:spLocks noGrp="1"/>
          </p:cNvSpPr>
          <p:nvPr>
            <p:ph idx="1"/>
          </p:nvPr>
        </p:nvSpPr>
        <p:spPr/>
        <p:txBody>
          <a:bodyPr vert="horz" lIns="91440" tIns="45720" rIns="91440" bIns="45720" rtlCol="0" anchor="t">
            <a:normAutofit/>
          </a:bodyPr>
          <a:lstStyle/>
          <a:p>
            <a:r>
              <a:rPr lang="x-none"/>
              <a:t>Stage2: Use of internet by connecting internal activities to internet</a:t>
            </a:r>
            <a:r>
              <a:rPr lang="en-US" dirty="0"/>
              <a:t> </a:t>
            </a:r>
            <a:endParaRPr lang="en-US"/>
          </a:p>
          <a:p>
            <a:r>
              <a:rPr lang="en-US" dirty="0"/>
              <a:t>while e-mail provides the </a:t>
            </a:r>
            <a:r>
              <a:rPr lang="en-US" dirty="0" err="1"/>
              <a:t>veryfundamental</a:t>
            </a:r>
            <a:r>
              <a:rPr lang="en-US" dirty="0"/>
              <a:t> mode of communication, the basic and personal use of internet from offices and </a:t>
            </a:r>
            <a:r>
              <a:rPr lang="en-US" dirty="0" err="1"/>
              <a:t>personaluse</a:t>
            </a:r>
            <a:r>
              <a:rPr lang="en-US" dirty="0"/>
              <a:t> of internet from offices and houses in now generally a reality in all urban areas and limited </a:t>
            </a:r>
            <a:r>
              <a:rPr lang="en-US" dirty="0" err="1"/>
              <a:t>surgicalareas</a:t>
            </a:r>
            <a:r>
              <a:rPr lang="en-US" dirty="0"/>
              <a:t>. It has been noticed that most government employees spend a few hours a day surfing </a:t>
            </a:r>
            <a:r>
              <a:rPr lang="en-US" dirty="0" err="1"/>
              <a:t>theinternet</a:t>
            </a:r>
            <a:r>
              <a:rPr lang="en-US" dirty="0"/>
              <a:t> whether for official purpose or personal benefits or for </a:t>
            </a:r>
            <a:r>
              <a:rPr lang="en-US" dirty="0" err="1"/>
              <a:t>pleasure.The</a:t>
            </a:r>
            <a:r>
              <a:rPr lang="en-US" dirty="0"/>
              <a:t> internet has inculcated an information culture in the people in general and government employees in particular to surf the internet in general for all purpose of information retrieval. </a:t>
            </a:r>
          </a:p>
        </p:txBody>
      </p:sp>
    </p:spTree>
    <p:extLst>
      <p:ext uri="{BB962C8B-B14F-4D97-AF65-F5344CB8AC3E}">
        <p14:creationId xmlns:p14="http://schemas.microsoft.com/office/powerpoint/2010/main" val="84800670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CD7EA-66D2-4F7C-ADF1-1E8A703E405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DD50544-4B73-4C9D-B6CA-CD4EEB10EB26}"/>
              </a:ext>
            </a:extLst>
          </p:cNvPr>
          <p:cNvSpPr>
            <a:spLocks noGrp="1"/>
          </p:cNvSpPr>
          <p:nvPr>
            <p:ph idx="1"/>
          </p:nvPr>
        </p:nvSpPr>
        <p:spPr/>
        <p:txBody>
          <a:bodyPr vert="horz" lIns="91440" tIns="45720" rIns="91440" bIns="45720" rtlCol="0" anchor="t">
            <a:normAutofit fontScale="92500" lnSpcReduction="20000"/>
          </a:bodyPr>
          <a:lstStyle/>
          <a:p>
            <a:r>
              <a:rPr lang="x-none"/>
              <a:t>Stage3: Allowing public access to information</a:t>
            </a:r>
            <a:r>
              <a:rPr lang="en-US" dirty="0"/>
              <a:t> </a:t>
            </a:r>
            <a:endParaRPr lang="en-US"/>
          </a:p>
          <a:p>
            <a:r>
              <a:rPr lang="en-US" dirty="0"/>
              <a:t>Public access to information can be viewed in </a:t>
            </a:r>
            <a:r>
              <a:rPr lang="en-US" dirty="0" err="1"/>
              <a:t>multipledimensions</a:t>
            </a:r>
            <a:r>
              <a:rPr lang="en-US" dirty="0"/>
              <a:t>: </a:t>
            </a:r>
          </a:p>
          <a:p>
            <a:r>
              <a:rPr lang="en-US" b="1" dirty="0"/>
              <a:t>Web pages, citizen charters and application forms:</a:t>
            </a:r>
            <a:r>
              <a:rPr lang="en-US" dirty="0"/>
              <a:t> If the government department concerned puts up </a:t>
            </a:r>
            <a:r>
              <a:rPr lang="en-US" dirty="0" err="1"/>
              <a:t>aweb</a:t>
            </a:r>
            <a:r>
              <a:rPr lang="en-US" dirty="0"/>
              <a:t> page on the internet, describing all functions of the department , It can be accessed by citizens </a:t>
            </a:r>
            <a:r>
              <a:rPr lang="en-US" dirty="0" err="1"/>
              <a:t>andgeneral</a:t>
            </a:r>
            <a:r>
              <a:rPr lang="en-US" dirty="0"/>
              <a:t> public interested .The web pages can be dynamic, the contents changing with time . </a:t>
            </a:r>
            <a:r>
              <a:rPr lang="en-US" dirty="0" err="1"/>
              <a:t>Thewebsite</a:t>
            </a:r>
            <a:r>
              <a:rPr lang="en-US" dirty="0"/>
              <a:t> </a:t>
            </a:r>
            <a:r>
              <a:rPr lang="en-US" dirty="0" err="1"/>
              <a:t>up dating</a:t>
            </a:r>
            <a:r>
              <a:rPr lang="en-US" dirty="0"/>
              <a:t> process can take place dynamically.</a:t>
            </a:r>
          </a:p>
          <a:p>
            <a:r>
              <a:rPr lang="en-US" b="1" dirty="0"/>
              <a:t>General information services:</a:t>
            </a:r>
            <a:r>
              <a:rPr lang="en-US" dirty="0"/>
              <a:t> E-enabling of the basic functionality of the government department concerned, There could be </a:t>
            </a:r>
            <a:r>
              <a:rPr lang="en-US" dirty="0" err="1"/>
              <a:t>mush</a:t>
            </a:r>
            <a:r>
              <a:rPr lang="en-US" dirty="0"/>
              <a:t> greater scope , content and depth of information that can be </a:t>
            </a:r>
            <a:r>
              <a:rPr lang="en-US" dirty="0" err="1"/>
              <a:t>ofinterest</a:t>
            </a:r>
            <a:r>
              <a:rPr lang="en-US" dirty="0"/>
              <a:t> and use for the people and the citizens at large that is the general public information requirement.</a:t>
            </a:r>
          </a:p>
          <a:p>
            <a:r>
              <a:rPr lang="en-US" dirty="0"/>
              <a:t>The general information requirement of the public in general can be broadly defined to a </a:t>
            </a:r>
            <a:r>
              <a:rPr lang="en-US" dirty="0" err="1"/>
              <a:t>verylarge</a:t>
            </a:r>
            <a:r>
              <a:rPr lang="en-US" dirty="0"/>
              <a:t> extent or scope and coverage. In wide ranging sectors such as education and Tourism, a part </a:t>
            </a:r>
            <a:r>
              <a:rPr lang="en-US" dirty="0" err="1"/>
              <a:t>frominformation</a:t>
            </a:r>
            <a:r>
              <a:rPr lang="en-US" dirty="0"/>
              <a:t> from information from census and the statistical information pertaining to various </a:t>
            </a:r>
            <a:r>
              <a:rPr lang="en-US" dirty="0" err="1"/>
              <a:t>sectorsof</a:t>
            </a:r>
            <a:r>
              <a:rPr lang="en-US" dirty="0"/>
              <a:t> economy. </a:t>
            </a:r>
          </a:p>
          <a:p>
            <a:r>
              <a:rPr lang="en-US" b="1" dirty="0"/>
              <a:t>Work flow:</a:t>
            </a:r>
            <a:r>
              <a:rPr lang="en-US" dirty="0"/>
              <a:t> Another dimension of public access to information can be in terms of providing access </a:t>
            </a:r>
            <a:r>
              <a:rPr lang="en-US" dirty="0" err="1"/>
              <a:t>tointegrated</a:t>
            </a:r>
            <a:r>
              <a:rPr lang="en-US" dirty="0"/>
              <a:t> workflow in different divisions of the government department can be viewed in terms </a:t>
            </a:r>
            <a:r>
              <a:rPr lang="en-US" dirty="0" err="1"/>
              <a:t>ofthe</a:t>
            </a:r>
            <a:r>
              <a:rPr lang="en-US" dirty="0"/>
              <a:t> ability to move images ,files, documents form on workstation to another using specific </a:t>
            </a:r>
            <a:r>
              <a:rPr lang="en-US" dirty="0" err="1"/>
              <a:t>relevantrules</a:t>
            </a:r>
            <a:r>
              <a:rPr lang="en-US" dirty="0"/>
              <a:t> of business to review , authorize authenticate, validate, enter and edit data and assign tasks .Once the workflow is automated in a government office, The related subject functionalities </a:t>
            </a:r>
            <a:r>
              <a:rPr lang="en-US" dirty="0" err="1"/>
              <a:t>concernedalso</a:t>
            </a:r>
            <a:r>
              <a:rPr lang="en-US" dirty="0"/>
              <a:t> used to be automated and integrated with simple workflow automation .</a:t>
            </a:r>
          </a:p>
          <a:p>
            <a:endParaRPr lang="en-US" dirty="0"/>
          </a:p>
        </p:txBody>
      </p:sp>
    </p:spTree>
    <p:extLst>
      <p:ext uri="{BB962C8B-B14F-4D97-AF65-F5344CB8AC3E}">
        <p14:creationId xmlns:p14="http://schemas.microsoft.com/office/powerpoint/2010/main" val="297714635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E5D8F-8A11-477D-8194-549889BF9E4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29C394D-95EE-4529-9898-31F5E946FD40}"/>
              </a:ext>
            </a:extLst>
          </p:cNvPr>
          <p:cNvSpPr>
            <a:spLocks noGrp="1"/>
          </p:cNvSpPr>
          <p:nvPr>
            <p:ph idx="1"/>
          </p:nvPr>
        </p:nvSpPr>
        <p:spPr/>
        <p:txBody>
          <a:bodyPr vert="horz" lIns="91440" tIns="45720" rIns="91440" bIns="45720" rtlCol="0" anchor="t">
            <a:normAutofit/>
          </a:bodyPr>
          <a:lstStyle/>
          <a:p>
            <a:r>
              <a:rPr lang="x-none"/>
              <a:t>Stage 4: Allowing two way interactive communication with stake holders to enable internet enabled transactions (including financial transactions)</a:t>
            </a:r>
            <a:r>
              <a:rPr lang="en-US" dirty="0"/>
              <a:t> </a:t>
            </a:r>
          </a:p>
          <a:p>
            <a:r>
              <a:rPr lang="en-US" dirty="0"/>
              <a:t>Once a website is operational, correspondences from </a:t>
            </a:r>
            <a:r>
              <a:rPr lang="en-US" dirty="0" err="1"/>
              <a:t>thecitizens</a:t>
            </a:r>
            <a:r>
              <a:rPr lang="en-US" dirty="0"/>
              <a:t> can be allowed through e-mail by providing them the appropriate e-mail address. For </a:t>
            </a:r>
            <a:r>
              <a:rPr lang="en-US" dirty="0" err="1"/>
              <a:t>examples:In</a:t>
            </a:r>
            <a:r>
              <a:rPr lang="en-US" dirty="0"/>
              <a:t> china , the Beijing city government websites provides e-mail section to citizens apart from </a:t>
            </a:r>
            <a:r>
              <a:rPr lang="en-US" dirty="0" err="1"/>
              <a:t>otherimportant</a:t>
            </a:r>
            <a:r>
              <a:rPr lang="en-US" dirty="0"/>
              <a:t> information , such as government regulations , rules , laws or information about </a:t>
            </a:r>
            <a:r>
              <a:rPr lang="en-US" dirty="0" err="1"/>
              <a:t>servicesoffered</a:t>
            </a:r>
            <a:r>
              <a:rPr lang="en-US" dirty="0"/>
              <a:t> by the government . In this e-mail section , the citizens are asked to express their suggestion </a:t>
            </a:r>
            <a:r>
              <a:rPr lang="en-US" dirty="0" err="1"/>
              <a:t>isto</a:t>
            </a:r>
            <a:r>
              <a:rPr lang="en-US" dirty="0"/>
              <a:t> permit citizens to celerity some queries and response to such queries will be posted on the </a:t>
            </a:r>
            <a:r>
              <a:rPr lang="en-US" dirty="0" err="1"/>
              <a:t>websiteitself.Similarly</a:t>
            </a:r>
            <a:r>
              <a:rPr lang="en-US" dirty="0"/>
              <a:t>, in Karnataka state , under the “Bhoomi project rural citizens can ”obtain the </a:t>
            </a:r>
            <a:r>
              <a:rPr lang="en-US" dirty="0" err="1"/>
              <a:t>officialonline</a:t>
            </a:r>
            <a:r>
              <a:rPr lang="en-US" dirty="0"/>
              <a:t> land record exact at the kiosk a small amount payable to the operator of the kiosk . </a:t>
            </a:r>
          </a:p>
        </p:txBody>
      </p:sp>
    </p:spTree>
    <p:extLst>
      <p:ext uri="{BB962C8B-B14F-4D97-AF65-F5344CB8AC3E}">
        <p14:creationId xmlns:p14="http://schemas.microsoft.com/office/powerpoint/2010/main" val="83314247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29E62-9E8E-4969-8E1A-863ED1638E8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A691417-1031-4844-BAD3-B5C611143673}"/>
              </a:ext>
            </a:extLst>
          </p:cNvPr>
          <p:cNvSpPr>
            <a:spLocks noGrp="1"/>
          </p:cNvSpPr>
          <p:nvPr>
            <p:ph idx="1"/>
          </p:nvPr>
        </p:nvSpPr>
        <p:spPr/>
        <p:txBody>
          <a:bodyPr vert="horz" lIns="91440" tIns="45720" rIns="91440" bIns="45720" rtlCol="0" anchor="t">
            <a:normAutofit/>
          </a:bodyPr>
          <a:lstStyle/>
          <a:p>
            <a:r>
              <a:rPr lang="x-none"/>
              <a:t>Stage 5: Allowing online transactions by citizens</a:t>
            </a:r>
            <a:r>
              <a:rPr lang="en-US" dirty="0"/>
              <a:t> </a:t>
            </a:r>
            <a:endParaRPr lang="en-US"/>
          </a:p>
          <a:p>
            <a:r>
              <a:rPr lang="en-US" dirty="0"/>
              <a:t>In stage4 the citizens interacted through </a:t>
            </a:r>
            <a:r>
              <a:rPr lang="en-US" dirty="0" err="1"/>
              <a:t>kiosksobtained</a:t>
            </a:r>
            <a:r>
              <a:rPr lang="en-US" dirty="0"/>
              <a:t> services through online or the internet but made payments manually .But now in stage 5 in addition to permitting single online enquiry access to information , citizens may be enabled to </a:t>
            </a:r>
            <a:r>
              <a:rPr lang="en-US" dirty="0" err="1"/>
              <a:t>makepayments</a:t>
            </a:r>
            <a:r>
              <a:rPr lang="en-US" dirty="0"/>
              <a:t> of fees and taxes ,lodge complaints, file applications and perform and other </a:t>
            </a:r>
            <a:r>
              <a:rPr lang="en-US" dirty="0" err="1"/>
              <a:t>transactionsonline</a:t>
            </a:r>
            <a:r>
              <a:rPr lang="en-US" dirty="0"/>
              <a:t> through citizens kiosks installed at busy public locations .This is a much more advanced stage </a:t>
            </a:r>
            <a:r>
              <a:rPr lang="en-US" dirty="0" err="1"/>
              <a:t>ine</a:t>
            </a:r>
            <a:r>
              <a:rPr lang="en-US" dirty="0"/>
              <a:t>-governance not yet reached in the developed world . </a:t>
            </a:r>
          </a:p>
          <a:p>
            <a:r>
              <a:rPr lang="en-US" dirty="0"/>
              <a:t>In Singapore, the citizens can transact every government business online and sound the </a:t>
            </a:r>
            <a:r>
              <a:rPr lang="en-US" dirty="0" err="1"/>
              <a:t>clockthrough</a:t>
            </a:r>
            <a:r>
              <a:rPr lang="en-US" dirty="0"/>
              <a:t> specially designed kiosks which can be operated using smart cards.  </a:t>
            </a:r>
          </a:p>
          <a:p>
            <a:r>
              <a:rPr lang="en-US" dirty="0"/>
              <a:t>They can transact </a:t>
            </a:r>
            <a:r>
              <a:rPr lang="en-US" dirty="0" err="1"/>
              <a:t>allgovernment</a:t>
            </a:r>
            <a:r>
              <a:rPr lang="en-US" dirty="0"/>
              <a:t> related business such as social well fare claims , tax assessment and payment ,</a:t>
            </a:r>
            <a:r>
              <a:rPr lang="en-US" dirty="0" err="1"/>
              <a:t>visaapplications</a:t>
            </a:r>
            <a:r>
              <a:rPr lang="en-US" dirty="0"/>
              <a:t> and license renewals, in addition to bank based fund or financial transactions using smartcards. </a:t>
            </a:r>
          </a:p>
        </p:txBody>
      </p:sp>
    </p:spTree>
    <p:extLst>
      <p:ext uri="{BB962C8B-B14F-4D97-AF65-F5344CB8AC3E}">
        <p14:creationId xmlns:p14="http://schemas.microsoft.com/office/powerpoint/2010/main" val="151919027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DC4AE-9D7E-4643-917C-2E8B489D028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92FB731-8A7E-4244-A3FC-834C0D8CDFA3}"/>
              </a:ext>
            </a:extLst>
          </p:cNvPr>
          <p:cNvSpPr>
            <a:spLocks noGrp="1"/>
          </p:cNvSpPr>
          <p:nvPr>
            <p:ph idx="1"/>
          </p:nvPr>
        </p:nvSpPr>
        <p:spPr/>
        <p:txBody>
          <a:bodyPr vert="horz" lIns="91440" tIns="45720" rIns="91440" bIns="45720" rtlCol="0" anchor="t">
            <a:normAutofit/>
          </a:bodyPr>
          <a:lstStyle/>
          <a:p>
            <a:r>
              <a:rPr lang="x-none"/>
              <a:t>Stage 6: Enriching digital democracy</a:t>
            </a:r>
            <a:r>
              <a:rPr lang="en-US" dirty="0"/>
              <a:t> </a:t>
            </a:r>
            <a:endParaRPr lang="en-US"/>
          </a:p>
          <a:p>
            <a:r>
              <a:rPr lang="en-US" dirty="0"/>
              <a:t>Democracy can be strengthened and enriched by ICT in </a:t>
            </a:r>
            <a:r>
              <a:rPr lang="en-US" dirty="0" err="1"/>
              <a:t>multipleways</a:t>
            </a:r>
            <a:r>
              <a:rPr lang="en-US" dirty="0"/>
              <a:t> and modes. At least two important sets of ICT applications that can potentially </a:t>
            </a:r>
            <a:r>
              <a:rPr lang="en-US" dirty="0" err="1"/>
              <a:t>supportparticipatory</a:t>
            </a:r>
            <a:r>
              <a:rPr lang="en-US" dirty="0"/>
              <a:t> and democratic processes ,</a:t>
            </a:r>
            <a:r>
              <a:rPr lang="en-US" dirty="0" err="1"/>
              <a:t>specially</a:t>
            </a:r>
            <a:r>
              <a:rPr lang="en-US" dirty="0"/>
              <a:t> in the developing countries have been identified .There relate to applications that enrich and further empower the citizens to express themselves </a:t>
            </a:r>
            <a:r>
              <a:rPr lang="en-US" dirty="0" err="1"/>
              <a:t>byvoting</a:t>
            </a:r>
            <a:r>
              <a:rPr lang="en-US" dirty="0"/>
              <a:t> in democratic processes through internet or by any other electronic means. </a:t>
            </a:r>
          </a:p>
          <a:p>
            <a:r>
              <a:rPr lang="en-US" dirty="0"/>
              <a:t>In Andhra Pradesh ,the poor women in villages form </a:t>
            </a:r>
            <a:r>
              <a:rPr lang="en-US" dirty="0" err="1"/>
              <a:t>self help</a:t>
            </a:r>
            <a:r>
              <a:rPr lang="en-US" dirty="0"/>
              <a:t> group with micro credit. They were able to grow big enough to setup their own banks which use ICT to a significant level. The community information center project in North Eastern states of India is a success story of </a:t>
            </a:r>
            <a:r>
              <a:rPr lang="en-US" dirty="0" err="1"/>
              <a:t>engaginglocal</a:t>
            </a:r>
            <a:r>
              <a:rPr lang="en-US" dirty="0"/>
              <a:t> Youth in ICT application development and usage. ICT has been used by the government in </a:t>
            </a:r>
            <a:r>
              <a:rPr lang="en-US" dirty="0" err="1"/>
              <a:t>variouscountries</a:t>
            </a:r>
            <a:r>
              <a:rPr lang="en-US" dirty="0"/>
              <a:t> for strengthening democracy, democratic processes. It is expected in the long term </a:t>
            </a:r>
            <a:r>
              <a:rPr lang="en-US" dirty="0" err="1"/>
              <a:t>digitaldemocracy</a:t>
            </a:r>
            <a:r>
              <a:rPr lang="en-US" dirty="0"/>
              <a:t> will come to some countries in another form. </a:t>
            </a:r>
          </a:p>
        </p:txBody>
      </p:sp>
    </p:spTree>
    <p:extLst>
      <p:ext uri="{BB962C8B-B14F-4D97-AF65-F5344CB8AC3E}">
        <p14:creationId xmlns:p14="http://schemas.microsoft.com/office/powerpoint/2010/main" val="50375896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97AA6-DD77-4952-A0D8-3102D3C50B6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31FF21C-BE0E-492D-A50A-AA9F95D039DA}"/>
              </a:ext>
            </a:extLst>
          </p:cNvPr>
          <p:cNvSpPr>
            <a:spLocks noGrp="1"/>
          </p:cNvSpPr>
          <p:nvPr>
            <p:ph idx="1"/>
          </p:nvPr>
        </p:nvSpPr>
        <p:spPr/>
        <p:txBody>
          <a:bodyPr vert="horz" lIns="91440" tIns="45720" rIns="91440" bIns="45720" rtlCol="0" anchor="t">
            <a:normAutofit/>
          </a:bodyPr>
          <a:lstStyle/>
          <a:p>
            <a:r>
              <a:rPr lang="x-none"/>
              <a:t>Stage 7: Electronically integrated or joined up government with legislative and judiciary</a:t>
            </a:r>
            <a:r>
              <a:rPr lang="en-US" dirty="0"/>
              <a:t> </a:t>
            </a:r>
            <a:endParaRPr lang="en-US"/>
          </a:p>
          <a:p>
            <a:r>
              <a:rPr lang="en-US" dirty="0"/>
              <a:t>In the final stage of e-governance a comprehensive web portal and a smart card integrators information </a:t>
            </a:r>
            <a:r>
              <a:rPr lang="en-US" dirty="0" err="1"/>
              <a:t>andservices</a:t>
            </a:r>
            <a:r>
              <a:rPr lang="en-US" dirty="0"/>
              <a:t> from various responsible government agencies. In this stage both horizontal integration </a:t>
            </a:r>
            <a:r>
              <a:rPr lang="en-US" dirty="0" err="1"/>
              <a:t>ofservices</a:t>
            </a:r>
            <a:r>
              <a:rPr lang="en-US" dirty="0"/>
              <a:t> across departments and vertical integration of service delivery is expected to take place. </a:t>
            </a:r>
            <a:r>
              <a:rPr lang="en-US" dirty="0" err="1"/>
              <a:t>Asalready</a:t>
            </a:r>
            <a:r>
              <a:rPr lang="en-US" dirty="0"/>
              <a:t> available in Singapore and also being experimented in many states , on a web portal users </a:t>
            </a:r>
            <a:r>
              <a:rPr lang="en-US" dirty="0" err="1"/>
              <a:t>canobtain</a:t>
            </a:r>
            <a:r>
              <a:rPr lang="en-US" dirty="0"/>
              <a:t> services across different geographical levels level of government with in the same </a:t>
            </a:r>
            <a:r>
              <a:rPr lang="en-US" dirty="0" err="1"/>
              <a:t>functionalarea</a:t>
            </a:r>
            <a:r>
              <a:rPr lang="en-US" dirty="0"/>
              <a:t> and access different functions . A citizen could submit a change of address on driving license </a:t>
            </a:r>
            <a:r>
              <a:rPr lang="en-US" dirty="0" err="1"/>
              <a:t>andsuch</a:t>
            </a:r>
            <a:r>
              <a:rPr lang="en-US" dirty="0"/>
              <a:t> a change would automatically be effected in all other sectors such as health , education , elections, taxation etc. </a:t>
            </a:r>
          </a:p>
        </p:txBody>
      </p:sp>
    </p:spTree>
    <p:extLst>
      <p:ext uri="{BB962C8B-B14F-4D97-AF65-F5344CB8AC3E}">
        <p14:creationId xmlns:p14="http://schemas.microsoft.com/office/powerpoint/2010/main" val="259365697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2DAA5-CCC9-4C4F-A506-56F462E2E13E}"/>
              </a:ext>
            </a:extLst>
          </p:cNvPr>
          <p:cNvSpPr>
            <a:spLocks noGrp="1"/>
          </p:cNvSpPr>
          <p:nvPr>
            <p:ph type="title"/>
          </p:nvPr>
        </p:nvSpPr>
        <p:spPr/>
        <p:txBody>
          <a:bodyPr/>
          <a:lstStyle/>
          <a:p>
            <a:r>
              <a:rPr lang="en-US"/>
              <a:t>Steps to e-Government readiness </a:t>
            </a:r>
          </a:p>
          <a:p>
            <a:endParaRPr lang="en-US"/>
          </a:p>
        </p:txBody>
      </p:sp>
      <p:sp>
        <p:nvSpPr>
          <p:cNvPr id="3" name="Content Placeholder 2">
            <a:extLst>
              <a:ext uri="{FF2B5EF4-FFF2-40B4-BE49-F238E27FC236}">
                <a16:creationId xmlns:a16="http://schemas.microsoft.com/office/drawing/2014/main" id="{8E46C2C2-CDBE-4D63-9296-AF46E17C9CF4}"/>
              </a:ext>
            </a:extLst>
          </p:cNvPr>
          <p:cNvSpPr>
            <a:spLocks noGrp="1"/>
          </p:cNvSpPr>
          <p:nvPr>
            <p:ph idx="1"/>
          </p:nvPr>
        </p:nvSpPr>
        <p:spPr/>
        <p:txBody>
          <a:bodyPr vert="horz" lIns="91440" tIns="45720" rIns="91440" bIns="45720" rtlCol="0" anchor="t">
            <a:normAutofit/>
          </a:bodyPr>
          <a:lstStyle/>
          <a:p>
            <a:r>
              <a:rPr lang="en-US" dirty="0">
                <a:ea typeface="+mn-lt"/>
                <a:cs typeface="+mn-lt"/>
              </a:rPr>
              <a:t>There are ten step process to e-government readiness that can act as a guide for improving the score of e-government readiness. It is not necessary to follow the 10 steps sequentially. Some of them can be implemented in parallel. Each step may be broken down into a set of tasks and pursued for effective results. </a:t>
            </a:r>
            <a:endParaRPr lang="en-US"/>
          </a:p>
          <a:p>
            <a:r>
              <a:rPr lang="en-US" b="1" dirty="0">
                <a:ea typeface="+mn-lt"/>
                <a:cs typeface="+mn-lt"/>
              </a:rPr>
              <a:t>Step 1:</a:t>
            </a:r>
            <a:r>
              <a:rPr lang="en-US" dirty="0">
                <a:ea typeface="+mn-lt"/>
                <a:cs typeface="+mn-lt"/>
              </a:rPr>
              <a:t> Emphasize the e-government vision and strategy. Prepare a five-year perspective plan </a:t>
            </a:r>
            <a:endParaRPr lang="en-US"/>
          </a:p>
          <a:p>
            <a:r>
              <a:rPr lang="en-US" b="1" dirty="0">
                <a:ea typeface="+mn-lt"/>
                <a:cs typeface="+mn-lt"/>
              </a:rPr>
              <a:t>Step 2:</a:t>
            </a:r>
            <a:r>
              <a:rPr lang="en-US" dirty="0">
                <a:ea typeface="+mn-lt"/>
                <a:cs typeface="+mn-lt"/>
              </a:rPr>
              <a:t> Review the Telecommunication policy, to promote an open, competitive environment for creation of national and sub-national networks. </a:t>
            </a:r>
            <a:endParaRPr lang="en-US"/>
          </a:p>
          <a:p>
            <a:r>
              <a:rPr lang="en-US" b="1" dirty="0">
                <a:ea typeface="+mn-lt"/>
                <a:cs typeface="+mn-lt"/>
              </a:rPr>
              <a:t>Step 3:</a:t>
            </a:r>
            <a:r>
              <a:rPr lang="en-US" dirty="0">
                <a:ea typeface="+mn-lt"/>
                <a:cs typeface="+mn-lt"/>
              </a:rPr>
              <a:t> Prepare a list of G2c and G2B services that citizens and businesses need to be provide electronically. Prioritize the services. Announce a policy on electronically services delivery. </a:t>
            </a:r>
            <a:endParaRPr lang="en-US" dirty="0"/>
          </a:p>
        </p:txBody>
      </p:sp>
    </p:spTree>
    <p:extLst>
      <p:ext uri="{BB962C8B-B14F-4D97-AF65-F5344CB8AC3E}">
        <p14:creationId xmlns:p14="http://schemas.microsoft.com/office/powerpoint/2010/main" val="311669359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20BB8-F6C6-4948-A286-4CE7ABE80F4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04F7498-ACFB-41A5-8D70-C2E8BD3F01BF}"/>
              </a:ext>
            </a:extLst>
          </p:cNvPr>
          <p:cNvSpPr>
            <a:spLocks noGrp="1"/>
          </p:cNvSpPr>
          <p:nvPr>
            <p:ph idx="1"/>
          </p:nvPr>
        </p:nvSpPr>
        <p:spPr/>
        <p:txBody>
          <a:bodyPr vert="horz" lIns="91440" tIns="45720" rIns="91440" bIns="45720" rtlCol="0" anchor="t">
            <a:normAutofit/>
          </a:bodyPr>
          <a:lstStyle/>
          <a:p>
            <a:r>
              <a:rPr lang="en-US" b="1" dirty="0">
                <a:ea typeface="+mn-lt"/>
                <a:cs typeface="+mn-lt"/>
              </a:rPr>
              <a:t>Step 4:</a:t>
            </a:r>
            <a:r>
              <a:rPr lang="en-US" dirty="0">
                <a:ea typeface="+mn-lt"/>
                <a:cs typeface="+mn-lt"/>
              </a:rPr>
              <a:t> Design Functional and Technology Architectures that are aimed at delivering thee-services. Prescribe standards for security. </a:t>
            </a:r>
            <a:endParaRPr lang="en-US"/>
          </a:p>
          <a:p>
            <a:r>
              <a:rPr lang="en-US" b="1" dirty="0">
                <a:ea typeface="+mn-lt"/>
                <a:cs typeface="+mn-lt"/>
              </a:rPr>
              <a:t>Step 5:</a:t>
            </a:r>
            <a:r>
              <a:rPr lang="en-US" dirty="0">
                <a:ea typeface="+mn-lt"/>
                <a:cs typeface="+mn-lt"/>
              </a:rPr>
              <a:t> Initiate statewide e-government projects adopting the pilot approach. Ensure these are part of the ‘big picture’ developed in step 4 </a:t>
            </a:r>
            <a:endParaRPr lang="en-US"/>
          </a:p>
          <a:p>
            <a:r>
              <a:rPr lang="en-US" b="1" dirty="0">
                <a:ea typeface="+mn-lt"/>
                <a:cs typeface="+mn-lt"/>
              </a:rPr>
              <a:t>Step 6:</a:t>
            </a:r>
            <a:r>
              <a:rPr lang="en-US" dirty="0">
                <a:ea typeface="+mn-lt"/>
                <a:cs typeface="+mn-lt"/>
              </a:rPr>
              <a:t> Design and implement an appropriate CIO(Chief Information Officer) program. Implement change management programs across all major government agencies. </a:t>
            </a:r>
            <a:endParaRPr lang="en-US"/>
          </a:p>
          <a:p>
            <a:r>
              <a:rPr lang="en-US" b="1" dirty="0">
                <a:ea typeface="+mn-lt"/>
                <a:cs typeface="+mn-lt"/>
              </a:rPr>
              <a:t>Step 7:</a:t>
            </a:r>
            <a:r>
              <a:rPr lang="en-US" dirty="0">
                <a:ea typeface="+mn-lt"/>
                <a:cs typeface="+mn-lt"/>
              </a:rPr>
              <a:t>  Ensure that all government agencies earmark 2-5% of their budget to e-government. </a:t>
            </a:r>
            <a:endParaRPr lang="en-US"/>
          </a:p>
          <a:p>
            <a:r>
              <a:rPr lang="en-US" b="1" dirty="0">
                <a:ea typeface="+mn-lt"/>
                <a:cs typeface="+mn-lt"/>
              </a:rPr>
              <a:t>Step 8:</a:t>
            </a:r>
            <a:r>
              <a:rPr lang="en-US" dirty="0">
                <a:ea typeface="+mn-lt"/>
                <a:cs typeface="+mn-lt"/>
              </a:rPr>
              <a:t> Establish a government-wide WAN for data, voice and video for G2G applications. </a:t>
            </a:r>
            <a:endParaRPr lang="en-US"/>
          </a:p>
          <a:p>
            <a:r>
              <a:rPr lang="en-US" b="1" dirty="0">
                <a:ea typeface="+mn-lt"/>
                <a:cs typeface="+mn-lt"/>
              </a:rPr>
              <a:t>Step 9:</a:t>
            </a:r>
            <a:r>
              <a:rPr lang="en-US" dirty="0">
                <a:ea typeface="+mn-lt"/>
                <a:cs typeface="+mn-lt"/>
              </a:rPr>
              <a:t> Enact a cyber law that gives a legal validity to all electronic transactions and records and permits use of digital signatures for authenticating messages and documents. Publish polices on security and privacy for e-government. </a:t>
            </a:r>
            <a:endParaRPr lang="en-US"/>
          </a:p>
          <a:p>
            <a:r>
              <a:rPr lang="en-US" b="1" dirty="0">
                <a:ea typeface="+mn-lt"/>
                <a:cs typeface="+mn-lt"/>
              </a:rPr>
              <a:t>Step 10:</a:t>
            </a:r>
            <a:r>
              <a:rPr lang="en-US" dirty="0">
                <a:ea typeface="+mn-lt"/>
                <a:cs typeface="+mn-lt"/>
              </a:rPr>
              <a:t> Establish data centers for e- government using the PPP model. Design and establish an e-government gateway at the Static Data Centre. </a:t>
            </a:r>
            <a:endParaRPr lang="en-US" dirty="0"/>
          </a:p>
        </p:txBody>
      </p:sp>
    </p:spTree>
    <p:extLst>
      <p:ext uri="{BB962C8B-B14F-4D97-AF65-F5344CB8AC3E}">
        <p14:creationId xmlns:p14="http://schemas.microsoft.com/office/powerpoint/2010/main" val="413688226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904DB13E-F722-4ED6-BB00-556651E952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5" name="Rectangle 44">
            <a:extLst>
              <a:ext uri="{FF2B5EF4-FFF2-40B4-BE49-F238E27FC236}">
                <a16:creationId xmlns:a16="http://schemas.microsoft.com/office/drawing/2014/main" id="{1E8D93C5-28EB-42D0-86CE-D804955653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47" name="Rectangle 46">
            <a:extLst>
              <a:ext uri="{FF2B5EF4-FFF2-40B4-BE49-F238E27FC236}">
                <a16:creationId xmlns:a16="http://schemas.microsoft.com/office/drawing/2014/main" id="{AB1B1E7D-F76D-4744-AF85-239E6998A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49" name="Rectangle 48">
            <a:extLst>
              <a:ext uri="{FF2B5EF4-FFF2-40B4-BE49-F238E27FC236}">
                <a16:creationId xmlns:a16="http://schemas.microsoft.com/office/drawing/2014/main" id="{3BB65211-00DB-45B6-A223-033B2D19C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51" name="Group 50">
            <a:extLst>
              <a:ext uri="{FF2B5EF4-FFF2-40B4-BE49-F238E27FC236}">
                <a16:creationId xmlns:a16="http://schemas.microsoft.com/office/drawing/2014/main" id="{E26428D7-C6F3-473D-A360-A3F5C3E8728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250180" y="1267730"/>
            <a:ext cx="1691640" cy="615934"/>
            <a:chOff x="5250180" y="1267730"/>
            <a:chExt cx="1691640" cy="615934"/>
          </a:xfrm>
        </p:grpSpPr>
        <p:cxnSp>
          <p:nvCxnSpPr>
            <p:cNvPr id="52" name="Straight Connector 51">
              <a:extLst>
                <a:ext uri="{FF2B5EF4-FFF2-40B4-BE49-F238E27FC236}">
                  <a16:creationId xmlns:a16="http://schemas.microsoft.com/office/drawing/2014/main" id="{14DF524F-3FEF-4236-90C6-820E876A94E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2400A003-1BE9-49C2-8E57-DCD9B870FC8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83BF0991-F9A1-4282-99DB-92D70239F6A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56" name="Rectangle 55">
            <a:extLst>
              <a:ext uri="{FF2B5EF4-FFF2-40B4-BE49-F238E27FC236}">
                <a16:creationId xmlns:a16="http://schemas.microsoft.com/office/drawing/2014/main" id="{EA4E4267-CAF0-4C38-8DC6-CD3B1A9F04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002">
            <a:schemeClr val="lt2"/>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0EE3ACC5-126D-4BA4-8B45-7F0B5B839C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384"/>
            <a:ext cx="12192000" cy="6858000"/>
          </a:xfrm>
          <a:prstGeom prst="rect">
            <a:avLst/>
          </a:prstGeom>
          <a:blipFill dpi="0" rotWithShape="1">
            <a:blip r:embed="rId2">
              <a:alphaModFix amt="40000"/>
              <a:duotone>
                <a:schemeClr val="accent1">
                  <a:shade val="45000"/>
                  <a:satMod val="135000"/>
                </a:schemeClr>
                <a:prstClr val="white"/>
              </a:duotone>
            </a:blip>
            <a:srcRect/>
            <a:tile tx="-133350" ty="330200" sx="85000" sy="85000" flip="xy"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60" name="Rectangle 59">
            <a:extLst>
              <a:ext uri="{FF2B5EF4-FFF2-40B4-BE49-F238E27FC236}">
                <a16:creationId xmlns:a16="http://schemas.microsoft.com/office/drawing/2014/main" id="{AB2868F7-FE10-4289-A5BD-90763C7A2F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3866" cy="6858000"/>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BD94142C-10EE-487C-A327-404FDF358F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6197" y="643464"/>
            <a:ext cx="4143830" cy="5566305"/>
          </a:xfrm>
          <a:prstGeom prst="rect">
            <a:avLst/>
          </a:prstGeom>
          <a:solidFill>
            <a:schemeClr val="tx1">
              <a:lumMod val="75000"/>
              <a:lumOff val="25000"/>
            </a:schemeClr>
          </a:solidFill>
          <a:ln w="6350" cap="flat" cmpd="sng" algn="ctr">
            <a:noFill/>
            <a:prstDash val="solid"/>
          </a:ln>
          <a:effectLst>
            <a:outerShdw blurRad="50800" algn="ctr" rotWithShape="0">
              <a:prstClr val="black">
                <a:alpha val="66000"/>
              </a:prstClr>
            </a:outerShdw>
            <a:softEdge rad="0"/>
          </a:effectLst>
        </p:spPr>
      </p:sp>
      <p:sp>
        <p:nvSpPr>
          <p:cNvPr id="64" name="Rectangle 63">
            <a:extLst>
              <a:ext uri="{FF2B5EF4-FFF2-40B4-BE49-F238E27FC236}">
                <a16:creationId xmlns:a16="http://schemas.microsoft.com/office/drawing/2014/main" id="{5F7FAC2D-7A74-4939-A917-A1A5AF935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1587" y="806860"/>
            <a:ext cx="3813048" cy="5239512"/>
          </a:xfrm>
          <a:prstGeom prst="rect">
            <a:avLst/>
          </a:prstGeom>
          <a:noFill/>
          <a:ln w="6350" cap="sq" cmpd="sng" algn="ctr">
            <a:solidFill>
              <a:schemeClr val="bg1"/>
            </a:solidFill>
            <a:prstDash val="solid"/>
            <a:miter lim="800000"/>
          </a:ln>
          <a:effectLst/>
        </p:spPr>
      </p:sp>
      <p:sp>
        <p:nvSpPr>
          <p:cNvPr id="2" name="Title 1">
            <a:extLst>
              <a:ext uri="{FF2B5EF4-FFF2-40B4-BE49-F238E27FC236}">
                <a16:creationId xmlns:a16="http://schemas.microsoft.com/office/drawing/2014/main" id="{0913C732-C303-4AA3-BCD8-1E2681ACE34E}"/>
              </a:ext>
            </a:extLst>
          </p:cNvPr>
          <p:cNvSpPr>
            <a:spLocks noGrp="1"/>
          </p:cNvSpPr>
          <p:nvPr>
            <p:ph type="title"/>
          </p:nvPr>
        </p:nvSpPr>
        <p:spPr>
          <a:xfrm>
            <a:off x="1256493" y="1559768"/>
            <a:ext cx="2978281" cy="3135379"/>
          </a:xfrm>
        </p:spPr>
        <p:txBody>
          <a:bodyPr vert="horz" lIns="91440" tIns="45720" rIns="91440" bIns="45720" rtlCol="0" anchor="ctr">
            <a:normAutofit/>
          </a:bodyPr>
          <a:lstStyle/>
          <a:p>
            <a:pPr algn="ctr">
              <a:lnSpc>
                <a:spcPct val="83000"/>
              </a:lnSpc>
            </a:pPr>
            <a:br>
              <a:rPr lang="en-US" sz="1900" cap="all" spc="-100">
                <a:solidFill>
                  <a:schemeClr val="bg1"/>
                </a:solidFill>
              </a:rPr>
            </a:br>
            <a:br>
              <a:rPr lang="en-US" sz="1900" cap="all" spc="-100">
                <a:solidFill>
                  <a:schemeClr val="bg1"/>
                </a:solidFill>
              </a:rPr>
            </a:br>
            <a:br>
              <a:rPr lang="en-US" sz="1900" cap="all" spc="-100">
                <a:solidFill>
                  <a:schemeClr val="bg1"/>
                </a:solidFill>
              </a:rPr>
            </a:br>
            <a:br>
              <a:rPr lang="en-US" sz="1900" cap="all" spc="-100">
                <a:solidFill>
                  <a:schemeClr val="bg1"/>
                </a:solidFill>
              </a:rPr>
            </a:br>
            <a:br>
              <a:rPr lang="en-US" sz="1900" cap="all" spc="-100">
                <a:solidFill>
                  <a:schemeClr val="bg1"/>
                </a:solidFill>
              </a:rPr>
            </a:br>
            <a:br>
              <a:rPr lang="en-US" sz="1900" cap="all" spc="-100">
                <a:solidFill>
                  <a:schemeClr val="bg1"/>
                </a:solidFill>
              </a:rPr>
            </a:br>
            <a:br>
              <a:rPr lang="en-US" sz="1900" cap="all" spc="-100">
                <a:solidFill>
                  <a:schemeClr val="bg1"/>
                </a:solidFill>
              </a:rPr>
            </a:br>
            <a:r>
              <a:rPr lang="en-US" sz="1900" cap="all" spc="-100">
                <a:solidFill>
                  <a:schemeClr val="bg1"/>
                </a:solidFill>
              </a:rPr>
              <a:t>Steps to e-GoSteps to e-Government readiness </a:t>
            </a:r>
            <a:endParaRPr lang="en-US" sz="1900" i="0" cap="all" spc="-100">
              <a:solidFill>
                <a:schemeClr val="bg1"/>
              </a:solidFill>
            </a:endParaRPr>
          </a:p>
          <a:p>
            <a:pPr algn="ctr">
              <a:lnSpc>
                <a:spcPct val="83000"/>
              </a:lnSpc>
            </a:pPr>
            <a:r>
              <a:rPr lang="en-US" sz="1900" cap="all" spc="-100">
                <a:solidFill>
                  <a:schemeClr val="bg1"/>
                </a:solidFill>
              </a:rPr>
              <a:t>vernment readiness </a:t>
            </a:r>
            <a:endParaRPr lang="en-US" sz="1900" i="0" cap="all" spc="-100">
              <a:solidFill>
                <a:schemeClr val="bg1"/>
              </a:solidFill>
            </a:endParaRPr>
          </a:p>
          <a:p>
            <a:pPr algn="ctr">
              <a:lnSpc>
                <a:spcPct val="83000"/>
              </a:lnSpc>
            </a:pPr>
            <a:endParaRPr lang="en-US" sz="1900" cap="all" spc="-100">
              <a:solidFill>
                <a:schemeClr val="bg1"/>
              </a:solidFill>
            </a:endParaRPr>
          </a:p>
        </p:txBody>
      </p:sp>
      <p:sp>
        <p:nvSpPr>
          <p:cNvPr id="66" name="Rectangle 65">
            <a:extLst>
              <a:ext uri="{FF2B5EF4-FFF2-40B4-BE49-F238E27FC236}">
                <a16:creationId xmlns:a16="http://schemas.microsoft.com/office/drawing/2014/main" id="{BA53A868-C420-4BAE-9244-EC162AF05C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67992" y="640856"/>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68" name="Straight Connector 67">
            <a:extLst>
              <a:ext uri="{FF2B5EF4-FFF2-40B4-BE49-F238E27FC236}">
                <a16:creationId xmlns:a16="http://schemas.microsoft.com/office/drawing/2014/main" id="{C2686EF3-81CC-419F-96C3-002A7588030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882292" y="640855"/>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F8D93CCA-A85E-4529-A6F0-8BB54D27BCD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73932" y="640855"/>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1ECFA516-C18C-41AE-AFF2-A0D0A59C9E9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882292" y="1286150"/>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pic>
        <p:nvPicPr>
          <p:cNvPr id="4" name="Picture 4" descr="A screenshot of a cell phone&#10;&#10;Description automatically generated">
            <a:extLst>
              <a:ext uri="{FF2B5EF4-FFF2-40B4-BE49-F238E27FC236}">
                <a16:creationId xmlns:a16="http://schemas.microsoft.com/office/drawing/2014/main" id="{4634FC69-B632-4A44-94A6-D6AAE2AFD060}"/>
              </a:ext>
            </a:extLst>
          </p:cNvPr>
          <p:cNvPicPr>
            <a:picLocks noGrp="1" noChangeAspect="1"/>
          </p:cNvPicPr>
          <p:nvPr>
            <p:ph idx="1"/>
          </p:nvPr>
        </p:nvPicPr>
        <p:blipFill>
          <a:blip r:embed="rId3"/>
          <a:stretch>
            <a:fillRect/>
          </a:stretch>
        </p:blipFill>
        <p:spPr>
          <a:xfrm>
            <a:off x="6679363" y="645106"/>
            <a:ext cx="3536652" cy="5564663"/>
          </a:xfrm>
          <a:prstGeom prst="rect">
            <a:avLst/>
          </a:prstGeom>
        </p:spPr>
      </p:pic>
    </p:spTree>
    <p:extLst>
      <p:ext uri="{BB962C8B-B14F-4D97-AF65-F5344CB8AC3E}">
        <p14:creationId xmlns:p14="http://schemas.microsoft.com/office/powerpoint/2010/main" val="2421518498"/>
      </p:ext>
    </p:extLst>
  </p:cSld>
  <p:clrMapOvr>
    <a:overrideClrMapping bg1="dk1" tx1="lt1" bg2="dk2" tx2="lt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Custom 8">
      <a:dk1>
        <a:sysClr val="windowText" lastClr="000000"/>
      </a:dk1>
      <a:lt1>
        <a:sysClr val="window" lastClr="FFFFFF"/>
      </a:lt1>
      <a:dk2>
        <a:srgbClr val="696464"/>
      </a:dk2>
      <a:lt2>
        <a:srgbClr val="E9E5DC"/>
      </a:lt2>
      <a:accent1>
        <a:srgbClr val="96A9A9"/>
      </a:accent1>
      <a:accent2>
        <a:srgbClr val="CB581F"/>
      </a:accent2>
      <a:accent3>
        <a:srgbClr val="A28E6A"/>
      </a:accent3>
      <a:accent4>
        <a:srgbClr val="956251"/>
      </a:accent4>
      <a:accent5>
        <a:srgbClr val="918485"/>
      </a:accent5>
      <a:accent6>
        <a:srgbClr val="855D5D"/>
      </a:accent6>
      <a:hlink>
        <a:srgbClr val="D0690C"/>
      </a:hlink>
      <a:folHlink>
        <a:srgbClr val="9696A0"/>
      </a:folHlink>
    </a:clrScheme>
    <a:fontScheme name="Savon">
      <a:majorFont>
        <a:latin typeface="Georgia Pro Cond Black"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Pro"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69</Slides>
  <Notes>0</Notes>
  <HiddenSlides>0</HiddenSlides>
  <MMClips>0</MMClips>
  <ScaleCrop>false</ScaleCrop>
  <HeadingPairs>
    <vt:vector size="4" baseType="variant">
      <vt:variant>
        <vt:lpstr>Theme</vt:lpstr>
      </vt:variant>
      <vt:variant>
        <vt:i4>1</vt:i4>
      </vt:variant>
      <vt:variant>
        <vt:lpstr>Slide Titles</vt:lpstr>
      </vt:variant>
      <vt:variant>
        <vt:i4>69</vt:i4>
      </vt:variant>
    </vt:vector>
  </HeadingPairs>
  <TitlesOfParts>
    <vt:vector size="70" baseType="lpstr">
      <vt:lpstr>SavonVTI</vt:lpstr>
      <vt:lpstr> E-Governance Infrastructure and Strategies </vt:lpstr>
      <vt:lpstr>TOPIC</vt:lpstr>
      <vt:lpstr>Network Infrastructure </vt:lpstr>
      <vt:lpstr>PowerPoint Presentation</vt:lpstr>
      <vt:lpstr>PowerPoint Presentation</vt:lpstr>
      <vt:lpstr>PowerPoint Presentation</vt:lpstr>
      <vt:lpstr>PowerPoint Presentation</vt:lpstr>
      <vt:lpstr>PowerPoint Presentation</vt:lpstr>
      <vt:lpstr>PowerPoint Presentation</vt:lpstr>
      <vt:lpstr>Computing Infrastructure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Centers </vt:lpstr>
      <vt:lpstr>Need of Data Center </vt:lpstr>
      <vt:lpstr>What are the core components of a data center? </vt:lpstr>
      <vt:lpstr>How do data centers operate? </vt:lpstr>
      <vt:lpstr>What are the standards for data center infrastructure? </vt:lpstr>
      <vt:lpstr>PowerPoint Presentation</vt:lpstr>
      <vt:lpstr>E-Government Architecture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Interoperability Framework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Cloud Governance</vt:lpstr>
      <vt:lpstr>PowerPoint Presentation</vt:lpstr>
      <vt:lpstr>Establishing Cloud Governance</vt:lpstr>
      <vt:lpstr>Elements of Cloud Governance</vt:lpstr>
      <vt:lpstr>Risk of Poor Cloud Governance</vt:lpstr>
      <vt:lpstr>PowerPoint Presentation</vt:lpstr>
      <vt:lpstr>PowerPoint Presentation</vt:lpstr>
      <vt:lpstr>E READINESS  </vt:lpstr>
      <vt:lpstr>PowerPoint Presentation</vt:lpstr>
      <vt:lpstr>Data System Infrastructure </vt:lpstr>
      <vt:lpstr>Legal Infrastructure Preparedness </vt:lpstr>
      <vt:lpstr>Institutional Infrastructural Preparedness </vt:lpstr>
      <vt:lpstr>Human Infrastructural Preparedness </vt:lpstr>
      <vt:lpstr>Technological Infrastructural Prepaidness </vt:lpstr>
      <vt:lpstr>Need of E-Readiness </vt:lpstr>
      <vt:lpstr>Evolutionary Stages in E–Governance  </vt:lpstr>
      <vt:lpstr>PowerPoint Presentation</vt:lpstr>
      <vt:lpstr>PowerPoint Presentation</vt:lpstr>
      <vt:lpstr>PowerPoint Presentation</vt:lpstr>
      <vt:lpstr>PowerPoint Presentation</vt:lpstr>
      <vt:lpstr>PowerPoint Presentation</vt:lpstr>
      <vt:lpstr>PowerPoint Presentation</vt:lpstr>
      <vt:lpstr>Steps to e-Government readiness  </vt:lpstr>
      <vt:lpstr>PowerPoint Presentation</vt:lpstr>
      <vt:lpstr>       Steps to e-GoSteps to e-Government readiness  vernment readiness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370</cp:revision>
  <dcterms:created xsi:type="dcterms:W3CDTF">2020-09-01T08:35:24Z</dcterms:created>
  <dcterms:modified xsi:type="dcterms:W3CDTF">2020-09-18T03:36:39Z</dcterms:modified>
</cp:coreProperties>
</file>