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sldIdLst>
    <p:sldId id="256" r:id="rId2"/>
    <p:sldId id="257" r:id="rId3"/>
    <p:sldId id="310" r:id="rId4"/>
    <p:sldId id="258" r:id="rId5"/>
    <p:sldId id="259" r:id="rId6"/>
    <p:sldId id="264" r:id="rId7"/>
    <p:sldId id="263" r:id="rId8"/>
    <p:sldId id="262" r:id="rId9"/>
    <p:sldId id="307" r:id="rId10"/>
    <p:sldId id="261" r:id="rId11"/>
    <p:sldId id="260" r:id="rId12"/>
    <p:sldId id="269" r:id="rId13"/>
    <p:sldId id="267" r:id="rId14"/>
    <p:sldId id="270" r:id="rId15"/>
    <p:sldId id="268" r:id="rId16"/>
    <p:sldId id="308" r:id="rId17"/>
    <p:sldId id="266" r:id="rId18"/>
    <p:sldId id="265" r:id="rId19"/>
    <p:sldId id="271" r:id="rId20"/>
    <p:sldId id="276" r:id="rId21"/>
    <p:sldId id="309" r:id="rId22"/>
    <p:sldId id="274" r:id="rId23"/>
    <p:sldId id="275" r:id="rId24"/>
    <p:sldId id="273" r:id="rId25"/>
    <p:sldId id="272" r:id="rId26"/>
    <p:sldId id="277" r:id="rId27"/>
    <p:sldId id="279" r:id="rId28"/>
    <p:sldId id="278" r:id="rId29"/>
    <p:sldId id="280" r:id="rId30"/>
    <p:sldId id="283" r:id="rId31"/>
    <p:sldId id="284" r:id="rId32"/>
    <p:sldId id="311" r:id="rId33"/>
    <p:sldId id="285" r:id="rId34"/>
    <p:sldId id="312" r:id="rId35"/>
    <p:sldId id="282" r:id="rId36"/>
    <p:sldId id="281" r:id="rId37"/>
    <p:sldId id="293" r:id="rId38"/>
    <p:sldId id="292" r:id="rId39"/>
    <p:sldId id="313" r:id="rId40"/>
    <p:sldId id="291" r:id="rId41"/>
    <p:sldId id="354" r:id="rId42"/>
    <p:sldId id="315" r:id="rId43"/>
    <p:sldId id="290" r:id="rId44"/>
    <p:sldId id="314" r:id="rId45"/>
    <p:sldId id="289" r:id="rId46"/>
    <p:sldId id="288" r:id="rId47"/>
    <p:sldId id="287" r:id="rId48"/>
    <p:sldId id="286" r:id="rId49"/>
    <p:sldId id="298" r:id="rId50"/>
    <p:sldId id="316" r:id="rId51"/>
    <p:sldId id="297" r:id="rId52"/>
    <p:sldId id="296" r:id="rId53"/>
    <p:sldId id="317" r:id="rId54"/>
    <p:sldId id="294" r:id="rId55"/>
    <p:sldId id="295" r:id="rId56"/>
    <p:sldId id="299" r:id="rId57"/>
    <p:sldId id="300" r:id="rId58"/>
    <p:sldId id="301" r:id="rId59"/>
    <p:sldId id="318" r:id="rId60"/>
    <p:sldId id="304" r:id="rId61"/>
    <p:sldId id="319" r:id="rId62"/>
    <p:sldId id="355" r:id="rId63"/>
    <p:sldId id="305" r:id="rId64"/>
    <p:sldId id="303" r:id="rId65"/>
    <p:sldId id="345" r:id="rId66"/>
    <p:sldId id="302" r:id="rId67"/>
    <p:sldId id="326" r:id="rId68"/>
    <p:sldId id="325" r:id="rId69"/>
    <p:sldId id="324" r:id="rId70"/>
    <p:sldId id="346" r:id="rId71"/>
    <p:sldId id="323" r:id="rId72"/>
    <p:sldId id="322" r:id="rId73"/>
    <p:sldId id="321" r:id="rId74"/>
    <p:sldId id="327" r:id="rId75"/>
    <p:sldId id="320" r:id="rId76"/>
    <p:sldId id="328" r:id="rId77"/>
    <p:sldId id="329" r:id="rId78"/>
    <p:sldId id="330" r:id="rId79"/>
    <p:sldId id="331" r:id="rId80"/>
    <p:sldId id="332" r:id="rId81"/>
    <p:sldId id="333" r:id="rId82"/>
    <p:sldId id="347" r:id="rId83"/>
    <p:sldId id="334" r:id="rId84"/>
    <p:sldId id="335" r:id="rId85"/>
    <p:sldId id="349" r:id="rId86"/>
    <p:sldId id="350" r:id="rId87"/>
    <p:sldId id="352" r:id="rId88"/>
    <p:sldId id="351" r:id="rId89"/>
    <p:sldId id="353" r:id="rId90"/>
    <p:sldId id="336" r:id="rId91"/>
    <p:sldId id="337" r:id="rId92"/>
    <p:sldId id="339" r:id="rId93"/>
    <p:sldId id="338" r:id="rId94"/>
    <p:sldId id="340" r:id="rId95"/>
    <p:sldId id="341" r:id="rId96"/>
    <p:sldId id="343" r:id="rId97"/>
    <p:sldId id="348" r:id="rId98"/>
    <p:sldId id="344" r:id="rId99"/>
    <p:sldId id="342" r:id="rId1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7F1429-9283-4687-916B-0D104D2DF03D}" v="76" dt="2020-08-26T02:45:09.279"/>
    <p1510:client id="{1110E9E3-9509-409A-AFB7-A43F3D2BA4F1}" v="107" dt="2020-08-26T03:51:05.808"/>
    <p1510:client id="{1A62873B-210B-495A-AD7A-592CC30FA742}" v="98" dt="2020-08-26T02:11:51.979"/>
    <p1510:client id="{452B6EF6-D6AA-4C3B-C439-718AD7F2F102}" v="630" dt="2020-09-02T02:14:30.252"/>
    <p1510:client id="{84E21EFC-AA8E-4E9E-1C8D-25D0DFFD9CA1}" v="194" dt="2020-09-03T02:20:35.172"/>
    <p1510:client id="{9FAC9CF7-1E8B-4D08-1D51-85444A5F1495}" v="1490" dt="2020-09-01T12:46:50.873"/>
    <p1510:client id="{B444984B-C7B5-49D6-EFB6-683ED5E7749B}" v="49" dt="2020-09-08T12:22:26.892"/>
    <p1510:client id="{D4ABAE8F-542D-4576-86C0-84E48BC1962F}" v="647" dt="2020-08-28T07:23:58.211"/>
    <p1510:client id="{DC9A22C2-155A-428D-F9FE-B0D14A3B036F}" v="58" dt="2020-09-04T03:19:32.056"/>
    <p1510:client id="{E3E5BEEE-7F21-4672-5BB5-413CDA16E5A4}" v="118" dt="2020-09-04T04:50:40.019"/>
    <p1510:client id="{E471AA5A-3CED-4F88-BF5D-BFBD4D80B7BF}" v="12" dt="2020-09-04T06:06:13.7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u Jaiswal" userId="15fa42f86696cacf" providerId="Windows Live" clId="Web-{1110E9E3-9509-409A-AFB7-A43F3D2BA4F1}"/>
    <pc:docChg chg="addSld modSld sldOrd">
      <pc:chgData name="Anku Jaiswal" userId="15fa42f86696cacf" providerId="Windows Live" clId="Web-{1110E9E3-9509-409A-AFB7-A43F3D2BA4F1}" dt="2020-08-26T03:51:05.808" v="105" actId="20577"/>
      <pc:docMkLst>
        <pc:docMk/>
      </pc:docMkLst>
      <pc:sldChg chg="modSp">
        <pc:chgData name="Anku Jaiswal" userId="15fa42f86696cacf" providerId="Windows Live" clId="Web-{1110E9E3-9509-409A-AFB7-A43F3D2BA4F1}" dt="2020-08-26T03:44:32.596" v="16" actId="20577"/>
        <pc:sldMkLst>
          <pc:docMk/>
          <pc:sldMk cId="2351835237" sldId="265"/>
        </pc:sldMkLst>
        <pc:spChg chg="mod">
          <ac:chgData name="Anku Jaiswal" userId="15fa42f86696cacf" providerId="Windows Live" clId="Web-{1110E9E3-9509-409A-AFB7-A43F3D2BA4F1}" dt="2020-08-26T03:44:32.596" v="16" actId="20577"/>
          <ac:spMkLst>
            <pc:docMk/>
            <pc:sldMk cId="2351835237" sldId="265"/>
            <ac:spMk id="3" creationId="{0A63F7BF-294D-4717-B09C-1AC9F6CE956F}"/>
          </ac:spMkLst>
        </pc:spChg>
      </pc:sldChg>
      <pc:sldChg chg="modSp">
        <pc:chgData name="Anku Jaiswal" userId="15fa42f86696cacf" providerId="Windows Live" clId="Web-{1110E9E3-9509-409A-AFB7-A43F3D2BA4F1}" dt="2020-08-26T03:43:59.346" v="8" actId="20577"/>
        <pc:sldMkLst>
          <pc:docMk/>
          <pc:sldMk cId="601333387" sldId="266"/>
        </pc:sldMkLst>
        <pc:spChg chg="mod">
          <ac:chgData name="Anku Jaiswal" userId="15fa42f86696cacf" providerId="Windows Live" clId="Web-{1110E9E3-9509-409A-AFB7-A43F3D2BA4F1}" dt="2020-08-26T03:43:59.346" v="8" actId="20577"/>
          <ac:spMkLst>
            <pc:docMk/>
            <pc:sldMk cId="601333387" sldId="266"/>
            <ac:spMk id="3" creationId="{380A81B0-D1A6-43A3-BB0D-3BABF4FF5A54}"/>
          </ac:spMkLst>
        </pc:spChg>
      </pc:sldChg>
      <pc:sldChg chg="modSp">
        <pc:chgData name="Anku Jaiswal" userId="15fa42f86696cacf" providerId="Windows Live" clId="Web-{1110E9E3-9509-409A-AFB7-A43F3D2BA4F1}" dt="2020-08-26T03:42:21.703" v="2" actId="20577"/>
        <pc:sldMkLst>
          <pc:docMk/>
          <pc:sldMk cId="948927307" sldId="268"/>
        </pc:sldMkLst>
        <pc:spChg chg="mod">
          <ac:chgData name="Anku Jaiswal" userId="15fa42f86696cacf" providerId="Windows Live" clId="Web-{1110E9E3-9509-409A-AFB7-A43F3D2BA4F1}" dt="2020-08-26T03:42:21.703" v="2" actId="20577"/>
          <ac:spMkLst>
            <pc:docMk/>
            <pc:sldMk cId="948927307" sldId="268"/>
            <ac:spMk id="3" creationId="{5DACC779-C128-44DF-8E18-6E43D4920243}"/>
          </ac:spMkLst>
        </pc:spChg>
      </pc:sldChg>
      <pc:sldChg chg="addSp delSp modSp new mod setBg">
        <pc:chgData name="Anku Jaiswal" userId="15fa42f86696cacf" providerId="Windows Live" clId="Web-{1110E9E3-9509-409A-AFB7-A43F3D2BA4F1}" dt="2020-08-26T03:45:16.988" v="23"/>
        <pc:sldMkLst>
          <pc:docMk/>
          <pc:sldMk cId="2843963187" sldId="271"/>
        </pc:sldMkLst>
        <pc:spChg chg="mod">
          <ac:chgData name="Anku Jaiswal" userId="15fa42f86696cacf" providerId="Windows Live" clId="Web-{1110E9E3-9509-409A-AFB7-A43F3D2BA4F1}" dt="2020-08-26T03:45:16.988" v="23"/>
          <ac:spMkLst>
            <pc:docMk/>
            <pc:sldMk cId="2843963187" sldId="271"/>
            <ac:spMk id="2" creationId="{6917BF38-4BAE-4D36-B73D-8CE9943A0F5A}"/>
          </ac:spMkLst>
        </pc:spChg>
        <pc:spChg chg="del">
          <ac:chgData name="Anku Jaiswal" userId="15fa42f86696cacf" providerId="Windows Live" clId="Web-{1110E9E3-9509-409A-AFB7-A43F3D2BA4F1}" dt="2020-08-26T03:45:16.988" v="23"/>
          <ac:spMkLst>
            <pc:docMk/>
            <pc:sldMk cId="2843963187" sldId="271"/>
            <ac:spMk id="3" creationId="{3DDAF651-30D2-4C4F-930F-DDDDBD7D65DC}"/>
          </ac:spMkLst>
        </pc:spChg>
        <pc:spChg chg="add">
          <ac:chgData name="Anku Jaiswal" userId="15fa42f86696cacf" providerId="Windows Live" clId="Web-{1110E9E3-9509-409A-AFB7-A43F3D2BA4F1}" dt="2020-08-26T03:45:16.988" v="23"/>
          <ac:spMkLst>
            <pc:docMk/>
            <pc:sldMk cId="2843963187" sldId="271"/>
            <ac:spMk id="8" creationId="{8D06CE56-3881-4ADA-8CEF-D18B02C242A3}"/>
          </ac:spMkLst>
        </pc:spChg>
        <pc:spChg chg="add">
          <ac:chgData name="Anku Jaiswal" userId="15fa42f86696cacf" providerId="Windows Live" clId="Web-{1110E9E3-9509-409A-AFB7-A43F3D2BA4F1}" dt="2020-08-26T03:45:16.988" v="23"/>
          <ac:spMkLst>
            <pc:docMk/>
            <pc:sldMk cId="2843963187" sldId="271"/>
            <ac:spMk id="10" creationId="{79F3C543-62EC-4433-9C93-A2CD8764E9B4}"/>
          </ac:spMkLst>
        </pc:spChg>
        <pc:spChg chg="add">
          <ac:chgData name="Anku Jaiswal" userId="15fa42f86696cacf" providerId="Windows Live" clId="Web-{1110E9E3-9509-409A-AFB7-A43F3D2BA4F1}" dt="2020-08-26T03:45:16.988" v="23"/>
          <ac:spMkLst>
            <pc:docMk/>
            <pc:sldMk cId="2843963187" sldId="271"/>
            <ac:spMk id="12" creationId="{1ACA2EA0-FFD3-42EC-9406-B595015ED96E}"/>
          </ac:spMkLst>
        </pc:spChg>
        <pc:spChg chg="add">
          <ac:chgData name="Anku Jaiswal" userId="15fa42f86696cacf" providerId="Windows Live" clId="Web-{1110E9E3-9509-409A-AFB7-A43F3D2BA4F1}" dt="2020-08-26T03:45:16.988" v="23"/>
          <ac:spMkLst>
            <pc:docMk/>
            <pc:sldMk cId="2843963187" sldId="271"/>
            <ac:spMk id="14" creationId="{D5288BCE-665C-472A-8C43-664BCFA31E43}"/>
          </ac:spMkLst>
        </pc:spChg>
        <pc:spChg chg="add">
          <ac:chgData name="Anku Jaiswal" userId="15fa42f86696cacf" providerId="Windows Live" clId="Web-{1110E9E3-9509-409A-AFB7-A43F3D2BA4F1}" dt="2020-08-26T03:45:16.988" v="23"/>
          <ac:spMkLst>
            <pc:docMk/>
            <pc:sldMk cId="2843963187" sldId="271"/>
            <ac:spMk id="16" creationId="{46C57131-53A7-4C1A-BEA8-25F06A06AD29}"/>
          </ac:spMkLst>
        </pc:spChg>
      </pc:sldChg>
      <pc:sldChg chg="modSp new">
        <pc:chgData name="Anku Jaiswal" userId="15fa42f86696cacf" providerId="Windows Live" clId="Web-{1110E9E3-9509-409A-AFB7-A43F3D2BA4F1}" dt="2020-08-26T03:48:18.758" v="62" actId="20577"/>
        <pc:sldMkLst>
          <pc:docMk/>
          <pc:sldMk cId="4029455519" sldId="272"/>
        </pc:sldMkLst>
        <pc:spChg chg="mod">
          <ac:chgData name="Anku Jaiswal" userId="15fa42f86696cacf" providerId="Windows Live" clId="Web-{1110E9E3-9509-409A-AFB7-A43F3D2BA4F1}" dt="2020-08-26T03:48:18.758" v="62" actId="20577"/>
          <ac:spMkLst>
            <pc:docMk/>
            <pc:sldMk cId="4029455519" sldId="272"/>
            <ac:spMk id="3" creationId="{191A46FA-03E1-4820-B561-8189C425CAE4}"/>
          </ac:spMkLst>
        </pc:spChg>
      </pc:sldChg>
      <pc:sldChg chg="modSp new">
        <pc:chgData name="Anku Jaiswal" userId="15fa42f86696cacf" providerId="Windows Live" clId="Web-{1110E9E3-9509-409A-AFB7-A43F3D2BA4F1}" dt="2020-08-26T03:48:12.039" v="58" actId="20577"/>
        <pc:sldMkLst>
          <pc:docMk/>
          <pc:sldMk cId="2534597918" sldId="273"/>
        </pc:sldMkLst>
        <pc:spChg chg="mod">
          <ac:chgData name="Anku Jaiswal" userId="15fa42f86696cacf" providerId="Windows Live" clId="Web-{1110E9E3-9509-409A-AFB7-A43F3D2BA4F1}" dt="2020-08-26T03:47:59.632" v="52" actId="20577"/>
          <ac:spMkLst>
            <pc:docMk/>
            <pc:sldMk cId="2534597918" sldId="273"/>
            <ac:spMk id="2" creationId="{D4CB1B29-80E2-4DBD-A3F8-A97050BBCF40}"/>
          </ac:spMkLst>
        </pc:spChg>
        <pc:spChg chg="mod">
          <ac:chgData name="Anku Jaiswal" userId="15fa42f86696cacf" providerId="Windows Live" clId="Web-{1110E9E3-9509-409A-AFB7-A43F3D2BA4F1}" dt="2020-08-26T03:48:12.039" v="58" actId="20577"/>
          <ac:spMkLst>
            <pc:docMk/>
            <pc:sldMk cId="2534597918" sldId="273"/>
            <ac:spMk id="3" creationId="{820C3FBC-A624-4681-B894-042BB6F59107}"/>
          </ac:spMkLst>
        </pc:spChg>
      </pc:sldChg>
      <pc:sldChg chg="addSp delSp modSp new mod setBg">
        <pc:chgData name="Anku Jaiswal" userId="15fa42f86696cacf" providerId="Windows Live" clId="Web-{1110E9E3-9509-409A-AFB7-A43F3D2BA4F1}" dt="2020-08-26T03:46:53.381" v="41"/>
        <pc:sldMkLst>
          <pc:docMk/>
          <pc:sldMk cId="1806171737" sldId="274"/>
        </pc:sldMkLst>
        <pc:spChg chg="del">
          <ac:chgData name="Anku Jaiswal" userId="15fa42f86696cacf" providerId="Windows Live" clId="Web-{1110E9E3-9509-409A-AFB7-A43F3D2BA4F1}" dt="2020-08-26T03:46:53.381" v="41"/>
          <ac:spMkLst>
            <pc:docMk/>
            <pc:sldMk cId="1806171737" sldId="274"/>
            <ac:spMk id="2" creationId="{6A58BCDE-705F-483D-A533-ACC458DEF176}"/>
          </ac:spMkLst>
        </pc:spChg>
        <pc:spChg chg="del">
          <ac:chgData name="Anku Jaiswal" userId="15fa42f86696cacf" providerId="Windows Live" clId="Web-{1110E9E3-9509-409A-AFB7-A43F3D2BA4F1}" dt="2020-08-26T03:46:49.756" v="40"/>
          <ac:spMkLst>
            <pc:docMk/>
            <pc:sldMk cId="1806171737" sldId="274"/>
            <ac:spMk id="3" creationId="{7C71432E-04E9-43C8-8E3A-6A76DA87F983}"/>
          </ac:spMkLst>
        </pc:spChg>
        <pc:spChg chg="add">
          <ac:chgData name="Anku Jaiswal" userId="15fa42f86696cacf" providerId="Windows Live" clId="Web-{1110E9E3-9509-409A-AFB7-A43F3D2BA4F1}" dt="2020-08-26T03:46:53.381" v="41"/>
          <ac:spMkLst>
            <pc:docMk/>
            <pc:sldMk cId="1806171737" sldId="274"/>
            <ac:spMk id="9" creationId="{1B0549EF-E3A5-48D7-9134-A4E08C0EF1E8}"/>
          </ac:spMkLst>
        </pc:spChg>
        <pc:spChg chg="add">
          <ac:chgData name="Anku Jaiswal" userId="15fa42f86696cacf" providerId="Windows Live" clId="Web-{1110E9E3-9509-409A-AFB7-A43F3D2BA4F1}" dt="2020-08-26T03:46:53.381" v="41"/>
          <ac:spMkLst>
            <pc:docMk/>
            <pc:sldMk cId="1806171737" sldId="274"/>
            <ac:spMk id="11" creationId="{216DD803-634F-4EF2-A1E7-B1911DEE9D0B}"/>
          </ac:spMkLst>
        </pc:spChg>
        <pc:spChg chg="add">
          <ac:chgData name="Anku Jaiswal" userId="15fa42f86696cacf" providerId="Windows Live" clId="Web-{1110E9E3-9509-409A-AFB7-A43F3D2BA4F1}" dt="2020-08-26T03:46:53.381" v="41"/>
          <ac:spMkLst>
            <pc:docMk/>
            <pc:sldMk cId="1806171737" sldId="274"/>
            <ac:spMk id="13" creationId="{A77B63F8-D1F3-4D40-B2D4-779BAE82BE6D}"/>
          </ac:spMkLst>
        </pc:spChg>
        <pc:picChg chg="add mod ord">
          <ac:chgData name="Anku Jaiswal" userId="15fa42f86696cacf" providerId="Windows Live" clId="Web-{1110E9E3-9509-409A-AFB7-A43F3D2BA4F1}" dt="2020-08-26T03:46:53.381" v="41"/>
          <ac:picMkLst>
            <pc:docMk/>
            <pc:sldMk cId="1806171737" sldId="274"/>
            <ac:picMk id="4" creationId="{74A4E394-6FA4-4512-894F-B305CEC3CF5D}"/>
          </ac:picMkLst>
        </pc:picChg>
      </pc:sldChg>
      <pc:sldChg chg="modSp new">
        <pc:chgData name="Anku Jaiswal" userId="15fa42f86696cacf" providerId="Windows Live" clId="Web-{1110E9E3-9509-409A-AFB7-A43F3D2BA4F1}" dt="2020-08-26T03:47:23.631" v="48" actId="20577"/>
        <pc:sldMkLst>
          <pc:docMk/>
          <pc:sldMk cId="1440242651" sldId="275"/>
        </pc:sldMkLst>
        <pc:spChg chg="mod">
          <ac:chgData name="Anku Jaiswal" userId="15fa42f86696cacf" providerId="Windows Live" clId="Web-{1110E9E3-9509-409A-AFB7-A43F3D2BA4F1}" dt="2020-08-26T03:47:13.850" v="44" actId="20577"/>
          <ac:spMkLst>
            <pc:docMk/>
            <pc:sldMk cId="1440242651" sldId="275"/>
            <ac:spMk id="2" creationId="{2127DDFF-4C8C-4FD7-8175-C40CC87D497D}"/>
          </ac:spMkLst>
        </pc:spChg>
        <pc:spChg chg="mod">
          <ac:chgData name="Anku Jaiswal" userId="15fa42f86696cacf" providerId="Windows Live" clId="Web-{1110E9E3-9509-409A-AFB7-A43F3D2BA4F1}" dt="2020-08-26T03:47:23.631" v="48" actId="20577"/>
          <ac:spMkLst>
            <pc:docMk/>
            <pc:sldMk cId="1440242651" sldId="275"/>
            <ac:spMk id="3" creationId="{970150CE-1870-410D-8C31-F382714AB7CD}"/>
          </ac:spMkLst>
        </pc:spChg>
      </pc:sldChg>
      <pc:sldChg chg="modSp new ord">
        <pc:chgData name="Anku Jaiswal" userId="15fa42f86696cacf" providerId="Windows Live" clId="Web-{1110E9E3-9509-409A-AFB7-A43F3D2BA4F1}" dt="2020-08-26T03:46:23.177" v="38" actId="20577"/>
        <pc:sldMkLst>
          <pc:docMk/>
          <pc:sldMk cId="505899111" sldId="276"/>
        </pc:sldMkLst>
        <pc:spChg chg="mod">
          <ac:chgData name="Anku Jaiswal" userId="15fa42f86696cacf" providerId="Windows Live" clId="Web-{1110E9E3-9509-409A-AFB7-A43F3D2BA4F1}" dt="2020-08-26T03:45:49.551" v="31" actId="20577"/>
          <ac:spMkLst>
            <pc:docMk/>
            <pc:sldMk cId="505899111" sldId="276"/>
            <ac:spMk id="2" creationId="{02C0190F-3BE8-4B3E-9E25-C90F4EDA1C9E}"/>
          </ac:spMkLst>
        </pc:spChg>
        <pc:spChg chg="mod">
          <ac:chgData name="Anku Jaiswal" userId="15fa42f86696cacf" providerId="Windows Live" clId="Web-{1110E9E3-9509-409A-AFB7-A43F3D2BA4F1}" dt="2020-08-26T03:46:23.177" v="38" actId="20577"/>
          <ac:spMkLst>
            <pc:docMk/>
            <pc:sldMk cId="505899111" sldId="276"/>
            <ac:spMk id="3" creationId="{5802E105-3A57-4C52-A66B-DFA84BED783D}"/>
          </ac:spMkLst>
        </pc:spChg>
      </pc:sldChg>
      <pc:sldChg chg="modSp new">
        <pc:chgData name="Anku Jaiswal" userId="15fa42f86696cacf" providerId="Windows Live" clId="Web-{1110E9E3-9509-409A-AFB7-A43F3D2BA4F1}" dt="2020-08-26T03:50:40.261" v="94" actId="20577"/>
        <pc:sldMkLst>
          <pc:docMk/>
          <pc:sldMk cId="4256423586" sldId="277"/>
        </pc:sldMkLst>
        <pc:spChg chg="mod">
          <ac:chgData name="Anku Jaiswal" userId="15fa42f86696cacf" providerId="Windows Live" clId="Web-{1110E9E3-9509-409A-AFB7-A43F3D2BA4F1}" dt="2020-08-26T03:48:29.477" v="65" actId="20577"/>
          <ac:spMkLst>
            <pc:docMk/>
            <pc:sldMk cId="4256423586" sldId="277"/>
            <ac:spMk id="2" creationId="{0E3D11B8-9CFE-456F-BB62-FD67BA96535A}"/>
          </ac:spMkLst>
        </pc:spChg>
        <pc:spChg chg="mod">
          <ac:chgData name="Anku Jaiswal" userId="15fa42f86696cacf" providerId="Windows Live" clId="Web-{1110E9E3-9509-409A-AFB7-A43F3D2BA4F1}" dt="2020-08-26T03:50:40.261" v="94" actId="20577"/>
          <ac:spMkLst>
            <pc:docMk/>
            <pc:sldMk cId="4256423586" sldId="277"/>
            <ac:spMk id="3" creationId="{04B78E96-9D45-4E2C-9C13-4351FD5CCE1F}"/>
          </ac:spMkLst>
        </pc:spChg>
      </pc:sldChg>
      <pc:sldChg chg="modSp new">
        <pc:chgData name="Anku Jaiswal" userId="15fa42f86696cacf" providerId="Windows Live" clId="Web-{1110E9E3-9509-409A-AFB7-A43F3D2BA4F1}" dt="2020-08-26T03:51:00.089" v="102" actId="20577"/>
        <pc:sldMkLst>
          <pc:docMk/>
          <pc:sldMk cId="1710371457" sldId="278"/>
        </pc:sldMkLst>
        <pc:spChg chg="mod">
          <ac:chgData name="Anku Jaiswal" userId="15fa42f86696cacf" providerId="Windows Live" clId="Web-{1110E9E3-9509-409A-AFB7-A43F3D2BA4F1}" dt="2020-08-26T03:51:00.089" v="102" actId="20577"/>
          <ac:spMkLst>
            <pc:docMk/>
            <pc:sldMk cId="1710371457" sldId="278"/>
            <ac:spMk id="3" creationId="{014E2426-1F8D-46A8-B318-58C724CAAC91}"/>
          </ac:spMkLst>
        </pc:spChg>
      </pc:sldChg>
      <pc:sldChg chg="modSp new">
        <pc:chgData name="Anku Jaiswal" userId="15fa42f86696cacf" providerId="Windows Live" clId="Web-{1110E9E3-9509-409A-AFB7-A43F3D2BA4F1}" dt="2020-08-26T03:50:43.636" v="96" actId="20577"/>
        <pc:sldMkLst>
          <pc:docMk/>
          <pc:sldMk cId="1628159462" sldId="279"/>
        </pc:sldMkLst>
        <pc:spChg chg="mod">
          <ac:chgData name="Anku Jaiswal" userId="15fa42f86696cacf" providerId="Windows Live" clId="Web-{1110E9E3-9509-409A-AFB7-A43F3D2BA4F1}" dt="2020-08-26T03:50:43.636" v="96" actId="20577"/>
          <ac:spMkLst>
            <pc:docMk/>
            <pc:sldMk cId="1628159462" sldId="279"/>
            <ac:spMk id="3" creationId="{D624CDDE-8BE9-40B9-9C34-ED2D500A3684}"/>
          </ac:spMkLst>
        </pc:spChg>
      </pc:sldChg>
      <pc:sldChg chg="modSp new">
        <pc:chgData name="Anku Jaiswal" userId="15fa42f86696cacf" providerId="Windows Live" clId="Web-{1110E9E3-9509-409A-AFB7-A43F3D2BA4F1}" dt="2020-08-26T03:51:05.808" v="105" actId="20577"/>
        <pc:sldMkLst>
          <pc:docMk/>
          <pc:sldMk cId="1033891877" sldId="280"/>
        </pc:sldMkLst>
        <pc:spChg chg="mod">
          <ac:chgData name="Anku Jaiswal" userId="15fa42f86696cacf" providerId="Windows Live" clId="Web-{1110E9E3-9509-409A-AFB7-A43F3D2BA4F1}" dt="2020-08-26T03:51:05.808" v="105" actId="20577"/>
          <ac:spMkLst>
            <pc:docMk/>
            <pc:sldMk cId="1033891877" sldId="280"/>
            <ac:spMk id="3" creationId="{A09D9A04-AB2F-4244-BB69-BA7067D50942}"/>
          </ac:spMkLst>
        </pc:spChg>
      </pc:sldChg>
    </pc:docChg>
  </pc:docChgLst>
  <pc:docChgLst>
    <pc:chgData name="Anku Jaiswal" userId="15fa42f86696cacf" providerId="Windows Live" clId="Web-{9FAC9CF7-1E8B-4D08-1D51-85444A5F1495}"/>
    <pc:docChg chg="addSld delSld modSld">
      <pc:chgData name="Anku Jaiswal" userId="15fa42f86696cacf" providerId="Windows Live" clId="Web-{9FAC9CF7-1E8B-4D08-1D51-85444A5F1495}" dt="2020-09-01T12:46:50.873" v="1515" actId="20577"/>
      <pc:docMkLst>
        <pc:docMk/>
      </pc:docMkLst>
      <pc:sldChg chg="modSp">
        <pc:chgData name="Anku Jaiswal" userId="15fa42f86696cacf" providerId="Windows Live" clId="Web-{9FAC9CF7-1E8B-4D08-1D51-85444A5F1495}" dt="2020-09-01T11:09:01.475" v="26" actId="20577"/>
        <pc:sldMkLst>
          <pc:docMk/>
          <pc:sldMk cId="4029455519" sldId="272"/>
        </pc:sldMkLst>
        <pc:spChg chg="mod">
          <ac:chgData name="Anku Jaiswal" userId="15fa42f86696cacf" providerId="Windows Live" clId="Web-{9FAC9CF7-1E8B-4D08-1D51-85444A5F1495}" dt="2020-09-01T11:09:01.475" v="26" actId="20577"/>
          <ac:spMkLst>
            <pc:docMk/>
            <pc:sldMk cId="4029455519" sldId="272"/>
            <ac:spMk id="3" creationId="{191A46FA-03E1-4820-B561-8189C425CAE4}"/>
          </ac:spMkLst>
        </pc:spChg>
      </pc:sldChg>
      <pc:sldChg chg="modSp">
        <pc:chgData name="Anku Jaiswal" userId="15fa42f86696cacf" providerId="Windows Live" clId="Web-{9FAC9CF7-1E8B-4D08-1D51-85444A5F1495}" dt="2020-09-01T11:08:02.194" v="20" actId="20577"/>
        <pc:sldMkLst>
          <pc:docMk/>
          <pc:sldMk cId="1440242651" sldId="275"/>
        </pc:sldMkLst>
        <pc:spChg chg="mod">
          <ac:chgData name="Anku Jaiswal" userId="15fa42f86696cacf" providerId="Windows Live" clId="Web-{9FAC9CF7-1E8B-4D08-1D51-85444A5F1495}" dt="2020-09-01T11:08:02.194" v="20" actId="20577"/>
          <ac:spMkLst>
            <pc:docMk/>
            <pc:sldMk cId="1440242651" sldId="275"/>
            <ac:spMk id="3" creationId="{970150CE-1870-410D-8C31-F382714AB7CD}"/>
          </ac:spMkLst>
        </pc:spChg>
      </pc:sldChg>
      <pc:sldChg chg="modSp">
        <pc:chgData name="Anku Jaiswal" userId="15fa42f86696cacf" providerId="Windows Live" clId="Web-{9FAC9CF7-1E8B-4D08-1D51-85444A5F1495}" dt="2020-09-01T11:13:10.242" v="149" actId="20577"/>
        <pc:sldMkLst>
          <pc:docMk/>
          <pc:sldMk cId="1710371457" sldId="278"/>
        </pc:sldMkLst>
        <pc:spChg chg="mod">
          <ac:chgData name="Anku Jaiswal" userId="15fa42f86696cacf" providerId="Windows Live" clId="Web-{9FAC9CF7-1E8B-4D08-1D51-85444A5F1495}" dt="2020-09-01T11:13:10.242" v="149" actId="20577"/>
          <ac:spMkLst>
            <pc:docMk/>
            <pc:sldMk cId="1710371457" sldId="278"/>
            <ac:spMk id="3" creationId="{014E2426-1F8D-46A8-B318-58C724CAAC91}"/>
          </ac:spMkLst>
        </pc:spChg>
      </pc:sldChg>
      <pc:sldChg chg="modSp">
        <pc:chgData name="Anku Jaiswal" userId="15fa42f86696cacf" providerId="Windows Live" clId="Web-{9FAC9CF7-1E8B-4D08-1D51-85444A5F1495}" dt="2020-09-01T11:15:06.523" v="215" actId="20577"/>
        <pc:sldMkLst>
          <pc:docMk/>
          <pc:sldMk cId="1033891877" sldId="280"/>
        </pc:sldMkLst>
        <pc:spChg chg="mod">
          <ac:chgData name="Anku Jaiswal" userId="15fa42f86696cacf" providerId="Windows Live" clId="Web-{9FAC9CF7-1E8B-4D08-1D51-85444A5F1495}" dt="2020-09-01T11:14:02.429" v="201" actId="20577"/>
          <ac:spMkLst>
            <pc:docMk/>
            <pc:sldMk cId="1033891877" sldId="280"/>
            <ac:spMk id="2" creationId="{45345A48-2880-4FE6-B922-106647F90E59}"/>
          </ac:spMkLst>
        </pc:spChg>
        <pc:spChg chg="mod">
          <ac:chgData name="Anku Jaiswal" userId="15fa42f86696cacf" providerId="Windows Live" clId="Web-{9FAC9CF7-1E8B-4D08-1D51-85444A5F1495}" dt="2020-09-01T11:15:06.523" v="215" actId="20577"/>
          <ac:spMkLst>
            <pc:docMk/>
            <pc:sldMk cId="1033891877" sldId="280"/>
            <ac:spMk id="3" creationId="{A09D9A04-AB2F-4244-BB69-BA7067D50942}"/>
          </ac:spMkLst>
        </pc:spChg>
      </pc:sldChg>
      <pc:sldChg chg="modSp">
        <pc:chgData name="Anku Jaiswal" userId="15fa42f86696cacf" providerId="Windows Live" clId="Web-{9FAC9CF7-1E8B-4D08-1D51-85444A5F1495}" dt="2020-09-01T11:22:02.274" v="287" actId="20577"/>
        <pc:sldMkLst>
          <pc:docMk/>
          <pc:sldMk cId="2176785783" sldId="281"/>
        </pc:sldMkLst>
        <pc:spChg chg="mod">
          <ac:chgData name="Anku Jaiswal" userId="15fa42f86696cacf" providerId="Windows Live" clId="Web-{9FAC9CF7-1E8B-4D08-1D51-85444A5F1495}" dt="2020-09-01T11:22:02.274" v="287" actId="20577"/>
          <ac:spMkLst>
            <pc:docMk/>
            <pc:sldMk cId="2176785783" sldId="281"/>
            <ac:spMk id="3" creationId="{1079A323-7C23-4F51-B586-B4AF88603E0A}"/>
          </ac:spMkLst>
        </pc:spChg>
      </pc:sldChg>
      <pc:sldChg chg="modSp">
        <pc:chgData name="Anku Jaiswal" userId="15fa42f86696cacf" providerId="Windows Live" clId="Web-{9FAC9CF7-1E8B-4D08-1D51-85444A5F1495}" dt="2020-09-01T11:15:49.461" v="226" actId="20577"/>
        <pc:sldMkLst>
          <pc:docMk/>
          <pc:sldMk cId="3713839692" sldId="284"/>
        </pc:sldMkLst>
        <pc:spChg chg="mod">
          <ac:chgData name="Anku Jaiswal" userId="15fa42f86696cacf" providerId="Windows Live" clId="Web-{9FAC9CF7-1E8B-4D08-1D51-85444A5F1495}" dt="2020-09-01T11:15:49.461" v="226" actId="20577"/>
          <ac:spMkLst>
            <pc:docMk/>
            <pc:sldMk cId="3713839692" sldId="284"/>
            <ac:spMk id="3" creationId="{4F5C042B-474D-455F-B863-D116ECF6EC66}"/>
          </ac:spMkLst>
        </pc:spChg>
      </pc:sldChg>
      <pc:sldChg chg="modSp">
        <pc:chgData name="Anku Jaiswal" userId="15fa42f86696cacf" providerId="Windows Live" clId="Web-{9FAC9CF7-1E8B-4D08-1D51-85444A5F1495}" dt="2020-09-01T11:19:43.071" v="246" actId="20577"/>
        <pc:sldMkLst>
          <pc:docMk/>
          <pc:sldMk cId="3423731860" sldId="285"/>
        </pc:sldMkLst>
        <pc:spChg chg="mod">
          <ac:chgData name="Anku Jaiswal" userId="15fa42f86696cacf" providerId="Windows Live" clId="Web-{9FAC9CF7-1E8B-4D08-1D51-85444A5F1495}" dt="2020-09-01T11:19:43.071" v="246" actId="20577"/>
          <ac:spMkLst>
            <pc:docMk/>
            <pc:sldMk cId="3423731860" sldId="285"/>
            <ac:spMk id="3" creationId="{4C342E84-E102-47A4-8E5A-1DFA3105EFD6}"/>
          </ac:spMkLst>
        </pc:spChg>
      </pc:sldChg>
      <pc:sldChg chg="modSp">
        <pc:chgData name="Anku Jaiswal" userId="15fa42f86696cacf" providerId="Windows Live" clId="Web-{9FAC9CF7-1E8B-4D08-1D51-85444A5F1495}" dt="2020-09-01T11:58:51.088" v="367" actId="20577"/>
        <pc:sldMkLst>
          <pc:docMk/>
          <pc:sldMk cId="1583890784" sldId="288"/>
        </pc:sldMkLst>
        <pc:spChg chg="mod">
          <ac:chgData name="Anku Jaiswal" userId="15fa42f86696cacf" providerId="Windows Live" clId="Web-{9FAC9CF7-1E8B-4D08-1D51-85444A5F1495}" dt="2020-09-01T11:58:51.088" v="367" actId="20577"/>
          <ac:spMkLst>
            <pc:docMk/>
            <pc:sldMk cId="1583890784" sldId="288"/>
            <ac:spMk id="3" creationId="{FBFB2EB7-FB22-41C0-AC21-3CE871BCCA0A}"/>
          </ac:spMkLst>
        </pc:spChg>
      </pc:sldChg>
      <pc:sldChg chg="modSp">
        <pc:chgData name="Anku Jaiswal" userId="15fa42f86696cacf" providerId="Windows Live" clId="Web-{9FAC9CF7-1E8B-4D08-1D51-85444A5F1495}" dt="2020-09-01T12:08:46.560" v="979" actId="20577"/>
        <pc:sldMkLst>
          <pc:docMk/>
          <pc:sldMk cId="2325418954" sldId="290"/>
        </pc:sldMkLst>
        <pc:spChg chg="mod">
          <ac:chgData name="Anku Jaiswal" userId="15fa42f86696cacf" providerId="Windows Live" clId="Web-{9FAC9CF7-1E8B-4D08-1D51-85444A5F1495}" dt="2020-09-01T12:08:46.560" v="979" actId="20577"/>
          <ac:spMkLst>
            <pc:docMk/>
            <pc:sldMk cId="2325418954" sldId="290"/>
            <ac:spMk id="2" creationId="{19C17979-0F75-4F25-BABC-23E69E67F3F6}"/>
          </ac:spMkLst>
        </pc:spChg>
        <pc:spChg chg="mod">
          <ac:chgData name="Anku Jaiswal" userId="15fa42f86696cacf" providerId="Windows Live" clId="Web-{9FAC9CF7-1E8B-4D08-1D51-85444A5F1495}" dt="2020-09-01T11:30:28.400" v="342" actId="20577"/>
          <ac:spMkLst>
            <pc:docMk/>
            <pc:sldMk cId="2325418954" sldId="290"/>
            <ac:spMk id="3" creationId="{9200DC4E-5659-4390-A1E5-9870DCE39A17}"/>
          </ac:spMkLst>
        </pc:spChg>
      </pc:sldChg>
      <pc:sldChg chg="modSp">
        <pc:chgData name="Anku Jaiswal" userId="15fa42f86696cacf" providerId="Windows Live" clId="Web-{9FAC9CF7-1E8B-4D08-1D51-85444A5F1495}" dt="2020-09-01T11:24:24.665" v="300" actId="20577"/>
        <pc:sldMkLst>
          <pc:docMk/>
          <pc:sldMk cId="3432317473" sldId="292"/>
        </pc:sldMkLst>
        <pc:spChg chg="mod">
          <ac:chgData name="Anku Jaiswal" userId="15fa42f86696cacf" providerId="Windows Live" clId="Web-{9FAC9CF7-1E8B-4D08-1D51-85444A5F1495}" dt="2020-09-01T11:24:24.665" v="300" actId="20577"/>
          <ac:spMkLst>
            <pc:docMk/>
            <pc:sldMk cId="3432317473" sldId="292"/>
            <ac:spMk id="3" creationId="{BF680010-1BFE-41EE-AF7B-EB17361A0778}"/>
          </ac:spMkLst>
        </pc:spChg>
      </pc:sldChg>
      <pc:sldChg chg="modSp">
        <pc:chgData name="Anku Jaiswal" userId="15fa42f86696cacf" providerId="Windows Live" clId="Web-{9FAC9CF7-1E8B-4D08-1D51-85444A5F1495}" dt="2020-09-01T12:23:23.361" v="1149" actId="20577"/>
        <pc:sldMkLst>
          <pc:docMk/>
          <pc:sldMk cId="1560936181" sldId="296"/>
        </pc:sldMkLst>
        <pc:spChg chg="mod">
          <ac:chgData name="Anku Jaiswal" userId="15fa42f86696cacf" providerId="Windows Live" clId="Web-{9FAC9CF7-1E8B-4D08-1D51-85444A5F1495}" dt="2020-09-01T12:23:23.361" v="1149" actId="20577"/>
          <ac:spMkLst>
            <pc:docMk/>
            <pc:sldMk cId="1560936181" sldId="296"/>
            <ac:spMk id="3" creationId="{2FABA54D-1EE8-4139-9A38-4DB203B74821}"/>
          </ac:spMkLst>
        </pc:spChg>
      </pc:sldChg>
      <pc:sldChg chg="modSp">
        <pc:chgData name="Anku Jaiswal" userId="15fa42f86696cacf" providerId="Windows Live" clId="Web-{9FAC9CF7-1E8B-4D08-1D51-85444A5F1495}" dt="2020-09-01T12:11:14.998" v="1024" actId="20577"/>
        <pc:sldMkLst>
          <pc:docMk/>
          <pc:sldMk cId="2106297207" sldId="298"/>
        </pc:sldMkLst>
        <pc:spChg chg="mod">
          <ac:chgData name="Anku Jaiswal" userId="15fa42f86696cacf" providerId="Windows Live" clId="Web-{9FAC9CF7-1E8B-4D08-1D51-85444A5F1495}" dt="2020-09-01T12:11:14.998" v="1024" actId="20577"/>
          <ac:spMkLst>
            <pc:docMk/>
            <pc:sldMk cId="2106297207" sldId="298"/>
            <ac:spMk id="3" creationId="{6224E6F9-7E5F-47B9-A877-2FAF2D20D947}"/>
          </ac:spMkLst>
        </pc:spChg>
      </pc:sldChg>
      <pc:sldChg chg="modSp">
        <pc:chgData name="Anku Jaiswal" userId="15fa42f86696cacf" providerId="Windows Live" clId="Web-{9FAC9CF7-1E8B-4D08-1D51-85444A5F1495}" dt="2020-09-01T12:26:13.237" v="1173" actId="20577"/>
        <pc:sldMkLst>
          <pc:docMk/>
          <pc:sldMk cId="2341440590" sldId="299"/>
        </pc:sldMkLst>
        <pc:spChg chg="mod">
          <ac:chgData name="Anku Jaiswal" userId="15fa42f86696cacf" providerId="Windows Live" clId="Web-{9FAC9CF7-1E8B-4D08-1D51-85444A5F1495}" dt="2020-09-01T12:26:13.237" v="1173" actId="20577"/>
          <ac:spMkLst>
            <pc:docMk/>
            <pc:sldMk cId="2341440590" sldId="299"/>
            <ac:spMk id="3" creationId="{46CC2F9B-6354-415E-A4D6-D8718238CB11}"/>
          </ac:spMkLst>
        </pc:spChg>
      </pc:sldChg>
      <pc:sldChg chg="modSp">
        <pc:chgData name="Anku Jaiswal" userId="15fa42f86696cacf" providerId="Windows Live" clId="Web-{9FAC9CF7-1E8B-4D08-1D51-85444A5F1495}" dt="2020-09-01T12:26:56.940" v="1186" actId="20577"/>
        <pc:sldMkLst>
          <pc:docMk/>
          <pc:sldMk cId="2431333913" sldId="301"/>
        </pc:sldMkLst>
        <pc:spChg chg="mod">
          <ac:chgData name="Anku Jaiswal" userId="15fa42f86696cacf" providerId="Windows Live" clId="Web-{9FAC9CF7-1E8B-4D08-1D51-85444A5F1495}" dt="2020-09-01T12:26:56.940" v="1186" actId="20577"/>
          <ac:spMkLst>
            <pc:docMk/>
            <pc:sldMk cId="2431333913" sldId="301"/>
            <ac:spMk id="3" creationId="{902983CE-3BC4-4F34-87A7-72466B7580F0}"/>
          </ac:spMkLst>
        </pc:spChg>
      </pc:sldChg>
      <pc:sldChg chg="modSp">
        <pc:chgData name="Anku Jaiswal" userId="15fa42f86696cacf" providerId="Windows Live" clId="Web-{9FAC9CF7-1E8B-4D08-1D51-85444A5F1495}" dt="2020-09-01T12:34:47.708" v="1232" actId="20577"/>
        <pc:sldMkLst>
          <pc:docMk/>
          <pc:sldMk cId="934787925" sldId="302"/>
        </pc:sldMkLst>
        <pc:spChg chg="mod">
          <ac:chgData name="Anku Jaiswal" userId="15fa42f86696cacf" providerId="Windows Live" clId="Web-{9FAC9CF7-1E8B-4D08-1D51-85444A5F1495}" dt="2020-09-01T12:34:47.708" v="1232" actId="20577"/>
          <ac:spMkLst>
            <pc:docMk/>
            <pc:sldMk cId="934787925" sldId="302"/>
            <ac:spMk id="2" creationId="{15E50146-E67C-4145-AC4A-11CE917E4A04}"/>
          </ac:spMkLst>
        </pc:spChg>
        <pc:spChg chg="mod">
          <ac:chgData name="Anku Jaiswal" userId="15fa42f86696cacf" providerId="Windows Live" clId="Web-{9FAC9CF7-1E8B-4D08-1D51-85444A5F1495}" dt="2020-09-01T12:34:39.911" v="1227" actId="20577"/>
          <ac:spMkLst>
            <pc:docMk/>
            <pc:sldMk cId="934787925" sldId="302"/>
            <ac:spMk id="3" creationId="{894F363F-446D-4181-9D1E-36A1DBB2C067}"/>
          </ac:spMkLst>
        </pc:spChg>
      </pc:sldChg>
      <pc:sldChg chg="modSp">
        <pc:chgData name="Anku Jaiswal" userId="15fa42f86696cacf" providerId="Windows Live" clId="Web-{9FAC9CF7-1E8B-4D08-1D51-85444A5F1495}" dt="2020-09-01T12:33:23.755" v="1222" actId="20577"/>
        <pc:sldMkLst>
          <pc:docMk/>
          <pc:sldMk cId="1689433397" sldId="303"/>
        </pc:sldMkLst>
        <pc:spChg chg="mod">
          <ac:chgData name="Anku Jaiswal" userId="15fa42f86696cacf" providerId="Windows Live" clId="Web-{9FAC9CF7-1E8B-4D08-1D51-85444A5F1495}" dt="2020-09-01T12:33:16.504" v="1219" actId="20577"/>
          <ac:spMkLst>
            <pc:docMk/>
            <pc:sldMk cId="1689433397" sldId="303"/>
            <ac:spMk id="2" creationId="{94C5F1F4-C9B6-4846-9CF7-60B8C9EE8599}"/>
          </ac:spMkLst>
        </pc:spChg>
        <pc:spChg chg="mod">
          <ac:chgData name="Anku Jaiswal" userId="15fa42f86696cacf" providerId="Windows Live" clId="Web-{9FAC9CF7-1E8B-4D08-1D51-85444A5F1495}" dt="2020-09-01T12:33:23.755" v="1222" actId="20577"/>
          <ac:spMkLst>
            <pc:docMk/>
            <pc:sldMk cId="1689433397" sldId="303"/>
            <ac:spMk id="3" creationId="{65F8C1C3-9115-403B-A9CD-37E75133C576}"/>
          </ac:spMkLst>
        </pc:spChg>
      </pc:sldChg>
      <pc:sldChg chg="modSp">
        <pc:chgData name="Anku Jaiswal" userId="15fa42f86696cacf" providerId="Windows Live" clId="Web-{9FAC9CF7-1E8B-4D08-1D51-85444A5F1495}" dt="2020-09-01T12:32:52.082" v="1207" actId="20577"/>
        <pc:sldMkLst>
          <pc:docMk/>
          <pc:sldMk cId="5678285" sldId="304"/>
        </pc:sldMkLst>
        <pc:spChg chg="mod">
          <ac:chgData name="Anku Jaiswal" userId="15fa42f86696cacf" providerId="Windows Live" clId="Web-{9FAC9CF7-1E8B-4D08-1D51-85444A5F1495}" dt="2020-09-01T12:32:52.082" v="1207" actId="20577"/>
          <ac:spMkLst>
            <pc:docMk/>
            <pc:sldMk cId="5678285" sldId="304"/>
            <ac:spMk id="3" creationId="{C89B5B2C-3953-4A67-83FC-31384BF71F52}"/>
          </ac:spMkLst>
        </pc:spChg>
      </pc:sldChg>
      <pc:sldChg chg="modSp">
        <pc:chgData name="Anku Jaiswal" userId="15fa42f86696cacf" providerId="Windows Live" clId="Web-{9FAC9CF7-1E8B-4D08-1D51-85444A5F1495}" dt="2020-09-01T12:33:07.020" v="1217" actId="20577"/>
        <pc:sldMkLst>
          <pc:docMk/>
          <pc:sldMk cId="3021292465" sldId="305"/>
        </pc:sldMkLst>
        <pc:spChg chg="mod">
          <ac:chgData name="Anku Jaiswal" userId="15fa42f86696cacf" providerId="Windows Live" clId="Web-{9FAC9CF7-1E8B-4D08-1D51-85444A5F1495}" dt="2020-09-01T12:33:07.020" v="1217" actId="20577"/>
          <ac:spMkLst>
            <pc:docMk/>
            <pc:sldMk cId="3021292465" sldId="305"/>
            <ac:spMk id="3" creationId="{AA7AED96-A31E-4CD2-B3A6-DE19836554D2}"/>
          </ac:spMkLst>
        </pc:spChg>
      </pc:sldChg>
      <pc:sldChg chg="modSp">
        <pc:chgData name="Anku Jaiswal" userId="15fa42f86696cacf" providerId="Windows Live" clId="Web-{9FAC9CF7-1E8B-4D08-1D51-85444A5F1495}" dt="2020-09-01T12:33:03.083" v="1214" actId="20577"/>
        <pc:sldMkLst>
          <pc:docMk/>
          <pc:sldMk cId="2409372771" sldId="306"/>
        </pc:sldMkLst>
        <pc:spChg chg="mod">
          <ac:chgData name="Anku Jaiswal" userId="15fa42f86696cacf" providerId="Windows Live" clId="Web-{9FAC9CF7-1E8B-4D08-1D51-85444A5F1495}" dt="2020-09-01T12:33:03.083" v="1214" actId="20577"/>
          <ac:spMkLst>
            <pc:docMk/>
            <pc:sldMk cId="2409372771" sldId="306"/>
            <ac:spMk id="3" creationId="{8F11A6B9-3530-4964-ABEE-439319E8AC8A}"/>
          </ac:spMkLst>
        </pc:spChg>
      </pc:sldChg>
      <pc:sldChg chg="modSp">
        <pc:chgData name="Anku Jaiswal" userId="15fa42f86696cacf" providerId="Windows Live" clId="Web-{9FAC9CF7-1E8B-4D08-1D51-85444A5F1495}" dt="2020-09-01T11:07:09.584" v="16" actId="20577"/>
        <pc:sldMkLst>
          <pc:docMk/>
          <pc:sldMk cId="1132449368" sldId="309"/>
        </pc:sldMkLst>
        <pc:spChg chg="mod">
          <ac:chgData name="Anku Jaiswal" userId="15fa42f86696cacf" providerId="Windows Live" clId="Web-{9FAC9CF7-1E8B-4D08-1D51-85444A5F1495}" dt="2020-09-01T11:07:09.584" v="16" actId="20577"/>
          <ac:spMkLst>
            <pc:docMk/>
            <pc:sldMk cId="1132449368" sldId="309"/>
            <ac:spMk id="3" creationId="{5F919B1A-BD00-471E-BFED-48C82842D93C}"/>
          </ac:spMkLst>
        </pc:spChg>
      </pc:sldChg>
      <pc:sldChg chg="modSp new">
        <pc:chgData name="Anku Jaiswal" userId="15fa42f86696cacf" providerId="Windows Live" clId="Web-{9FAC9CF7-1E8B-4D08-1D51-85444A5F1495}" dt="2020-09-01T11:16:17.586" v="232" actId="20577"/>
        <pc:sldMkLst>
          <pc:docMk/>
          <pc:sldMk cId="1833119630" sldId="311"/>
        </pc:sldMkLst>
        <pc:spChg chg="mod">
          <ac:chgData name="Anku Jaiswal" userId="15fa42f86696cacf" providerId="Windows Live" clId="Web-{9FAC9CF7-1E8B-4D08-1D51-85444A5F1495}" dt="2020-09-01T11:16:17.586" v="232" actId="20577"/>
          <ac:spMkLst>
            <pc:docMk/>
            <pc:sldMk cId="1833119630" sldId="311"/>
            <ac:spMk id="3" creationId="{D9371635-3197-428B-AB14-8D7A6BDAA112}"/>
          </ac:spMkLst>
        </pc:spChg>
      </pc:sldChg>
      <pc:sldChg chg="new del">
        <pc:chgData name="Anku Jaiswal" userId="15fa42f86696cacf" providerId="Windows Live" clId="Web-{9FAC9CF7-1E8B-4D08-1D51-85444A5F1495}" dt="2020-09-01T11:16:35.570" v="238"/>
        <pc:sldMkLst>
          <pc:docMk/>
          <pc:sldMk cId="61746155" sldId="312"/>
        </pc:sldMkLst>
      </pc:sldChg>
      <pc:sldChg chg="modSp new">
        <pc:chgData name="Anku Jaiswal" userId="15fa42f86696cacf" providerId="Windows Live" clId="Web-{9FAC9CF7-1E8B-4D08-1D51-85444A5F1495}" dt="2020-09-01T11:19:45.836" v="250" actId="20577"/>
        <pc:sldMkLst>
          <pc:docMk/>
          <pc:sldMk cId="1169293462" sldId="312"/>
        </pc:sldMkLst>
        <pc:spChg chg="mod">
          <ac:chgData name="Anku Jaiswal" userId="15fa42f86696cacf" providerId="Windows Live" clId="Web-{9FAC9CF7-1E8B-4D08-1D51-85444A5F1495}" dt="2020-09-01T11:19:45.836" v="250" actId="20577"/>
          <ac:spMkLst>
            <pc:docMk/>
            <pc:sldMk cId="1169293462" sldId="312"/>
            <ac:spMk id="3" creationId="{2DBCC7BE-63A2-4316-8A17-2D3FB38B0FE7}"/>
          </ac:spMkLst>
        </pc:spChg>
      </pc:sldChg>
      <pc:sldChg chg="modSp new">
        <pc:chgData name="Anku Jaiswal" userId="15fa42f86696cacf" providerId="Windows Live" clId="Web-{9FAC9CF7-1E8B-4D08-1D51-85444A5F1495}" dt="2020-09-01T11:24:57.228" v="308" actId="20577"/>
        <pc:sldMkLst>
          <pc:docMk/>
          <pc:sldMk cId="2832846198" sldId="313"/>
        </pc:sldMkLst>
        <pc:spChg chg="mod">
          <ac:chgData name="Anku Jaiswal" userId="15fa42f86696cacf" providerId="Windows Live" clId="Web-{9FAC9CF7-1E8B-4D08-1D51-85444A5F1495}" dt="2020-09-01T11:24:57.228" v="308" actId="20577"/>
          <ac:spMkLst>
            <pc:docMk/>
            <pc:sldMk cId="2832846198" sldId="313"/>
            <ac:spMk id="3" creationId="{5F3F1B75-D49A-43D0-A450-BE529EE2ADF5}"/>
          </ac:spMkLst>
        </pc:spChg>
      </pc:sldChg>
      <pc:sldChg chg="modSp new">
        <pc:chgData name="Anku Jaiswal" userId="15fa42f86696cacf" providerId="Windows Live" clId="Web-{9FAC9CF7-1E8B-4D08-1D51-85444A5F1495}" dt="2020-09-01T12:08:41.200" v="977" actId="20577"/>
        <pc:sldMkLst>
          <pc:docMk/>
          <pc:sldMk cId="2619607663" sldId="314"/>
        </pc:sldMkLst>
        <pc:spChg chg="mod">
          <ac:chgData name="Anku Jaiswal" userId="15fa42f86696cacf" providerId="Windows Live" clId="Web-{9FAC9CF7-1E8B-4D08-1D51-85444A5F1495}" dt="2020-09-01T12:08:41.200" v="977" actId="20577"/>
          <ac:spMkLst>
            <pc:docMk/>
            <pc:sldMk cId="2619607663" sldId="314"/>
            <ac:spMk id="3" creationId="{94ADA14B-D647-487C-A5C1-3E3E7C68C349}"/>
          </ac:spMkLst>
        </pc:spChg>
      </pc:sldChg>
      <pc:sldChg chg="modSp new">
        <pc:chgData name="Anku Jaiswal" userId="15fa42f86696cacf" providerId="Windows Live" clId="Web-{9FAC9CF7-1E8B-4D08-1D51-85444A5F1495}" dt="2020-09-01T12:10:11.779" v="1018" actId="20577"/>
        <pc:sldMkLst>
          <pc:docMk/>
          <pc:sldMk cId="4165343479" sldId="315"/>
        </pc:sldMkLst>
        <pc:spChg chg="mod">
          <ac:chgData name="Anku Jaiswal" userId="15fa42f86696cacf" providerId="Windows Live" clId="Web-{9FAC9CF7-1E8B-4D08-1D51-85444A5F1495}" dt="2020-09-01T12:08:50.497" v="982" actId="20577"/>
          <ac:spMkLst>
            <pc:docMk/>
            <pc:sldMk cId="4165343479" sldId="315"/>
            <ac:spMk id="2" creationId="{3DE5D9B2-5940-44B7-8923-09475A4BE92B}"/>
          </ac:spMkLst>
        </pc:spChg>
        <pc:spChg chg="mod">
          <ac:chgData name="Anku Jaiswal" userId="15fa42f86696cacf" providerId="Windows Live" clId="Web-{9FAC9CF7-1E8B-4D08-1D51-85444A5F1495}" dt="2020-09-01T12:10:11.779" v="1018" actId="20577"/>
          <ac:spMkLst>
            <pc:docMk/>
            <pc:sldMk cId="4165343479" sldId="315"/>
            <ac:spMk id="3" creationId="{141A1A2A-41DE-4920-BE3C-BB3F6D4725EC}"/>
          </ac:spMkLst>
        </pc:spChg>
      </pc:sldChg>
      <pc:sldChg chg="modSp new">
        <pc:chgData name="Anku Jaiswal" userId="15fa42f86696cacf" providerId="Windows Live" clId="Web-{9FAC9CF7-1E8B-4D08-1D51-85444A5F1495}" dt="2020-09-01T12:15:25.249" v="1050" actId="20577"/>
        <pc:sldMkLst>
          <pc:docMk/>
          <pc:sldMk cId="3484856900" sldId="316"/>
        </pc:sldMkLst>
        <pc:spChg chg="mod">
          <ac:chgData name="Anku Jaiswal" userId="15fa42f86696cacf" providerId="Windows Live" clId="Web-{9FAC9CF7-1E8B-4D08-1D51-85444A5F1495}" dt="2020-09-01T12:15:25.249" v="1050" actId="20577"/>
          <ac:spMkLst>
            <pc:docMk/>
            <pc:sldMk cId="3484856900" sldId="316"/>
            <ac:spMk id="3" creationId="{1192FA1A-DC1D-40B3-AA82-ABBEFB8136AD}"/>
          </ac:spMkLst>
        </pc:spChg>
      </pc:sldChg>
      <pc:sldChg chg="modSp new">
        <pc:chgData name="Anku Jaiswal" userId="15fa42f86696cacf" providerId="Windows Live" clId="Web-{9FAC9CF7-1E8B-4D08-1D51-85444A5F1495}" dt="2020-09-01T12:23:57.846" v="1156" actId="20577"/>
        <pc:sldMkLst>
          <pc:docMk/>
          <pc:sldMk cId="1968208959" sldId="317"/>
        </pc:sldMkLst>
        <pc:spChg chg="mod">
          <ac:chgData name="Anku Jaiswal" userId="15fa42f86696cacf" providerId="Windows Live" clId="Web-{9FAC9CF7-1E8B-4D08-1D51-85444A5F1495}" dt="2020-09-01T12:23:57.846" v="1156" actId="20577"/>
          <ac:spMkLst>
            <pc:docMk/>
            <pc:sldMk cId="1968208959" sldId="317"/>
            <ac:spMk id="3" creationId="{A025D3CA-7B1E-4015-8754-5875C60266F0}"/>
          </ac:spMkLst>
        </pc:spChg>
      </pc:sldChg>
      <pc:sldChg chg="modSp new">
        <pc:chgData name="Anku Jaiswal" userId="15fa42f86696cacf" providerId="Windows Live" clId="Web-{9FAC9CF7-1E8B-4D08-1D51-85444A5F1495}" dt="2020-09-01T12:27:23.050" v="1194" actId="20577"/>
        <pc:sldMkLst>
          <pc:docMk/>
          <pc:sldMk cId="4147287478" sldId="318"/>
        </pc:sldMkLst>
        <pc:spChg chg="mod">
          <ac:chgData name="Anku Jaiswal" userId="15fa42f86696cacf" providerId="Windows Live" clId="Web-{9FAC9CF7-1E8B-4D08-1D51-85444A5F1495}" dt="2020-09-01T12:27:23.050" v="1194" actId="20577"/>
          <ac:spMkLst>
            <pc:docMk/>
            <pc:sldMk cId="4147287478" sldId="318"/>
            <ac:spMk id="3" creationId="{31F4FBB9-9ABF-4C63-8C5D-1DDD7E0CB548}"/>
          </ac:spMkLst>
        </pc:spChg>
      </pc:sldChg>
      <pc:sldChg chg="modSp new">
        <pc:chgData name="Anku Jaiswal" userId="15fa42f86696cacf" providerId="Windows Live" clId="Web-{9FAC9CF7-1E8B-4D08-1D51-85444A5F1495}" dt="2020-09-01T12:32:56.239" v="1211" actId="20577"/>
        <pc:sldMkLst>
          <pc:docMk/>
          <pc:sldMk cId="918272379" sldId="319"/>
        </pc:sldMkLst>
        <pc:spChg chg="mod">
          <ac:chgData name="Anku Jaiswal" userId="15fa42f86696cacf" providerId="Windows Live" clId="Web-{9FAC9CF7-1E8B-4D08-1D51-85444A5F1495}" dt="2020-09-01T12:32:56.239" v="1211" actId="20577"/>
          <ac:spMkLst>
            <pc:docMk/>
            <pc:sldMk cId="918272379" sldId="319"/>
            <ac:spMk id="3" creationId="{FDB473EC-DD4A-40DD-9DE7-506281E6B057}"/>
          </ac:spMkLst>
        </pc:spChg>
      </pc:sldChg>
      <pc:sldChg chg="modSp new">
        <pc:chgData name="Anku Jaiswal" userId="15fa42f86696cacf" providerId="Windows Live" clId="Web-{9FAC9CF7-1E8B-4D08-1D51-85444A5F1495}" dt="2020-09-01T12:39:38.006" v="1279" actId="20577"/>
        <pc:sldMkLst>
          <pc:docMk/>
          <pc:sldMk cId="429004524" sldId="320"/>
        </pc:sldMkLst>
        <pc:spChg chg="mod">
          <ac:chgData name="Anku Jaiswal" userId="15fa42f86696cacf" providerId="Windows Live" clId="Web-{9FAC9CF7-1E8B-4D08-1D51-85444A5F1495}" dt="2020-09-01T12:39:38.006" v="1279" actId="20577"/>
          <ac:spMkLst>
            <pc:docMk/>
            <pc:sldMk cId="429004524" sldId="320"/>
            <ac:spMk id="3" creationId="{976B0E52-2976-4E51-AACD-FA651DF79C07}"/>
          </ac:spMkLst>
        </pc:spChg>
      </pc:sldChg>
      <pc:sldChg chg="addSp delSp modSp new mod setBg">
        <pc:chgData name="Anku Jaiswal" userId="15fa42f86696cacf" providerId="Windows Live" clId="Web-{9FAC9CF7-1E8B-4D08-1D51-85444A5F1495}" dt="2020-09-01T12:37:52.334" v="1272"/>
        <pc:sldMkLst>
          <pc:docMk/>
          <pc:sldMk cId="1928807541" sldId="321"/>
        </pc:sldMkLst>
        <pc:spChg chg="mod">
          <ac:chgData name="Anku Jaiswal" userId="15fa42f86696cacf" providerId="Windows Live" clId="Web-{9FAC9CF7-1E8B-4D08-1D51-85444A5F1495}" dt="2020-09-01T12:37:52.334" v="1272"/>
          <ac:spMkLst>
            <pc:docMk/>
            <pc:sldMk cId="1928807541" sldId="321"/>
            <ac:spMk id="2" creationId="{635D4DCA-7F73-4F8B-8EA3-D5D294652DDA}"/>
          </ac:spMkLst>
        </pc:spChg>
        <pc:spChg chg="del">
          <ac:chgData name="Anku Jaiswal" userId="15fa42f86696cacf" providerId="Windows Live" clId="Web-{9FAC9CF7-1E8B-4D08-1D51-85444A5F1495}" dt="2020-09-01T12:37:44.928" v="1271"/>
          <ac:spMkLst>
            <pc:docMk/>
            <pc:sldMk cId="1928807541" sldId="321"/>
            <ac:spMk id="3" creationId="{33142049-F34D-4EAD-8C7F-B55825558EE4}"/>
          </ac:spMkLst>
        </pc:spChg>
        <pc:spChg chg="add">
          <ac:chgData name="Anku Jaiswal" userId="15fa42f86696cacf" providerId="Windows Live" clId="Web-{9FAC9CF7-1E8B-4D08-1D51-85444A5F1495}" dt="2020-09-01T12:37:52.334" v="1272"/>
          <ac:spMkLst>
            <pc:docMk/>
            <pc:sldMk cId="1928807541" sldId="321"/>
            <ac:spMk id="9" creationId="{8D06CE56-3881-4ADA-8CEF-D18B02C242A3}"/>
          </ac:spMkLst>
        </pc:spChg>
        <pc:spChg chg="add">
          <ac:chgData name="Anku Jaiswal" userId="15fa42f86696cacf" providerId="Windows Live" clId="Web-{9FAC9CF7-1E8B-4D08-1D51-85444A5F1495}" dt="2020-09-01T12:37:52.334" v="1272"/>
          <ac:spMkLst>
            <pc:docMk/>
            <pc:sldMk cId="1928807541" sldId="321"/>
            <ac:spMk id="11" creationId="{79F3C543-62EC-4433-9C93-A2CD8764E9B4}"/>
          </ac:spMkLst>
        </pc:spChg>
        <pc:spChg chg="add">
          <ac:chgData name="Anku Jaiswal" userId="15fa42f86696cacf" providerId="Windows Live" clId="Web-{9FAC9CF7-1E8B-4D08-1D51-85444A5F1495}" dt="2020-09-01T12:37:52.334" v="1272"/>
          <ac:spMkLst>
            <pc:docMk/>
            <pc:sldMk cId="1928807541" sldId="321"/>
            <ac:spMk id="13" creationId="{017517EF-BD4D-4055-BDB4-A322C53568AD}"/>
          </ac:spMkLst>
        </pc:spChg>
        <pc:spChg chg="add">
          <ac:chgData name="Anku Jaiswal" userId="15fa42f86696cacf" providerId="Windows Live" clId="Web-{9FAC9CF7-1E8B-4D08-1D51-85444A5F1495}" dt="2020-09-01T12:37:52.334" v="1272"/>
          <ac:spMkLst>
            <pc:docMk/>
            <pc:sldMk cId="1928807541" sldId="321"/>
            <ac:spMk id="15" creationId="{0ADDB668-2CA4-4D2B-9C34-3487CA330BA8}"/>
          </ac:spMkLst>
        </pc:spChg>
        <pc:spChg chg="add">
          <ac:chgData name="Anku Jaiswal" userId="15fa42f86696cacf" providerId="Windows Live" clId="Web-{9FAC9CF7-1E8B-4D08-1D51-85444A5F1495}" dt="2020-09-01T12:37:52.334" v="1272"/>
          <ac:spMkLst>
            <pc:docMk/>
            <pc:sldMk cId="1928807541" sldId="321"/>
            <ac:spMk id="17" creationId="{2568BC19-F052-4108-93E1-6A3D1DEC072F}"/>
          </ac:spMkLst>
        </pc:spChg>
        <pc:spChg chg="add">
          <ac:chgData name="Anku Jaiswal" userId="15fa42f86696cacf" providerId="Windows Live" clId="Web-{9FAC9CF7-1E8B-4D08-1D51-85444A5F1495}" dt="2020-09-01T12:37:52.334" v="1272"/>
          <ac:spMkLst>
            <pc:docMk/>
            <pc:sldMk cId="1928807541" sldId="321"/>
            <ac:spMk id="19" creationId="{D5FD337D-4D6B-4C8B-B6F5-121097E09881}"/>
          </ac:spMkLst>
        </pc:spChg>
        <pc:picChg chg="add mod ord">
          <ac:chgData name="Anku Jaiswal" userId="15fa42f86696cacf" providerId="Windows Live" clId="Web-{9FAC9CF7-1E8B-4D08-1D51-85444A5F1495}" dt="2020-09-01T12:37:52.334" v="1272"/>
          <ac:picMkLst>
            <pc:docMk/>
            <pc:sldMk cId="1928807541" sldId="321"/>
            <ac:picMk id="4" creationId="{2848FDB4-31E1-4A49-9699-E4E6FF4CB7B1}"/>
          </ac:picMkLst>
        </pc:picChg>
      </pc:sldChg>
      <pc:sldChg chg="modSp new">
        <pc:chgData name="Anku Jaiswal" userId="15fa42f86696cacf" providerId="Windows Live" clId="Web-{9FAC9CF7-1E8B-4D08-1D51-85444A5F1495}" dt="2020-09-01T12:37:09.334" v="1269" actId="20577"/>
        <pc:sldMkLst>
          <pc:docMk/>
          <pc:sldMk cId="3566570912" sldId="322"/>
        </pc:sldMkLst>
        <pc:spChg chg="mod">
          <ac:chgData name="Anku Jaiswal" userId="15fa42f86696cacf" providerId="Windows Live" clId="Web-{9FAC9CF7-1E8B-4D08-1D51-85444A5F1495}" dt="2020-09-01T12:37:09.334" v="1269" actId="20577"/>
          <ac:spMkLst>
            <pc:docMk/>
            <pc:sldMk cId="3566570912" sldId="322"/>
            <ac:spMk id="3" creationId="{7C9D8D54-1848-4277-B0F8-4A11F2A1EBB7}"/>
          </ac:spMkLst>
        </pc:spChg>
      </pc:sldChg>
      <pc:sldChg chg="modSp new">
        <pc:chgData name="Anku Jaiswal" userId="15fa42f86696cacf" providerId="Windows Live" clId="Web-{9FAC9CF7-1E8B-4D08-1D51-85444A5F1495}" dt="2020-09-01T12:37:06.349" v="1266" actId="20577"/>
        <pc:sldMkLst>
          <pc:docMk/>
          <pc:sldMk cId="1107055871" sldId="323"/>
        </pc:sldMkLst>
        <pc:spChg chg="mod">
          <ac:chgData name="Anku Jaiswal" userId="15fa42f86696cacf" providerId="Windows Live" clId="Web-{9FAC9CF7-1E8B-4D08-1D51-85444A5F1495}" dt="2020-09-01T12:37:06.349" v="1266" actId="20577"/>
          <ac:spMkLst>
            <pc:docMk/>
            <pc:sldMk cId="1107055871" sldId="323"/>
            <ac:spMk id="3" creationId="{E6E9AE98-A2F3-4C9C-97EA-545E63359102}"/>
          </ac:spMkLst>
        </pc:spChg>
      </pc:sldChg>
      <pc:sldChg chg="modSp new">
        <pc:chgData name="Anku Jaiswal" userId="15fa42f86696cacf" providerId="Windows Live" clId="Web-{9FAC9CF7-1E8B-4D08-1D51-85444A5F1495}" dt="2020-09-01T12:36:46.177" v="1262" actId="20577"/>
        <pc:sldMkLst>
          <pc:docMk/>
          <pc:sldMk cId="4041553846" sldId="324"/>
        </pc:sldMkLst>
        <pc:spChg chg="mod">
          <ac:chgData name="Anku Jaiswal" userId="15fa42f86696cacf" providerId="Windows Live" clId="Web-{9FAC9CF7-1E8B-4D08-1D51-85444A5F1495}" dt="2020-09-01T12:36:46.177" v="1262" actId="20577"/>
          <ac:spMkLst>
            <pc:docMk/>
            <pc:sldMk cId="4041553846" sldId="324"/>
            <ac:spMk id="3" creationId="{1306532E-A852-4547-A4A3-8CFD5215E7A3}"/>
          </ac:spMkLst>
        </pc:spChg>
      </pc:sldChg>
      <pc:sldChg chg="addSp delSp modSp new">
        <pc:chgData name="Anku Jaiswal" userId="15fa42f86696cacf" providerId="Windows Live" clId="Web-{9FAC9CF7-1E8B-4D08-1D51-85444A5F1495}" dt="2020-09-01T12:36:34.349" v="1256" actId="20577"/>
        <pc:sldMkLst>
          <pc:docMk/>
          <pc:sldMk cId="1926859859" sldId="325"/>
        </pc:sldMkLst>
        <pc:spChg chg="mod">
          <ac:chgData name="Anku Jaiswal" userId="15fa42f86696cacf" providerId="Windows Live" clId="Web-{9FAC9CF7-1E8B-4D08-1D51-85444A5F1495}" dt="2020-09-01T12:36:34.349" v="1256" actId="20577"/>
          <ac:spMkLst>
            <pc:docMk/>
            <pc:sldMk cId="1926859859" sldId="325"/>
            <ac:spMk id="3" creationId="{7D85C982-49E4-41CB-86F5-27F99E906BB9}"/>
          </ac:spMkLst>
        </pc:spChg>
        <pc:spChg chg="add del mod">
          <ac:chgData name="Anku Jaiswal" userId="15fa42f86696cacf" providerId="Windows Live" clId="Web-{9FAC9CF7-1E8B-4D08-1D51-85444A5F1495}" dt="2020-09-01T12:36:12.021" v="1253"/>
          <ac:spMkLst>
            <pc:docMk/>
            <pc:sldMk cId="1926859859" sldId="325"/>
            <ac:spMk id="4" creationId="{0B83CFDC-6846-4828-825F-96DA973B1DF6}"/>
          </ac:spMkLst>
        </pc:spChg>
      </pc:sldChg>
      <pc:sldChg chg="modSp new">
        <pc:chgData name="Anku Jaiswal" userId="15fa42f86696cacf" providerId="Windows Live" clId="Web-{9FAC9CF7-1E8B-4D08-1D51-85444A5F1495}" dt="2020-09-01T12:36:07.880" v="1248" actId="20577"/>
        <pc:sldMkLst>
          <pc:docMk/>
          <pc:sldMk cId="345975642" sldId="326"/>
        </pc:sldMkLst>
        <pc:spChg chg="mod">
          <ac:chgData name="Anku Jaiswal" userId="15fa42f86696cacf" providerId="Windows Live" clId="Web-{9FAC9CF7-1E8B-4D08-1D51-85444A5F1495}" dt="2020-09-01T12:36:07.880" v="1248" actId="20577"/>
          <ac:spMkLst>
            <pc:docMk/>
            <pc:sldMk cId="345975642" sldId="326"/>
            <ac:spMk id="2" creationId="{44F96E30-5FE9-4404-A37F-AC719DB4E018}"/>
          </ac:spMkLst>
        </pc:spChg>
        <pc:spChg chg="mod">
          <ac:chgData name="Anku Jaiswal" userId="15fa42f86696cacf" providerId="Windows Live" clId="Web-{9FAC9CF7-1E8B-4D08-1D51-85444A5F1495}" dt="2020-09-01T12:35:41.255" v="1244" actId="20577"/>
          <ac:spMkLst>
            <pc:docMk/>
            <pc:sldMk cId="345975642" sldId="326"/>
            <ac:spMk id="3" creationId="{F2D3AEA5-9A23-4A09-8741-33AB496F4099}"/>
          </ac:spMkLst>
        </pc:spChg>
      </pc:sldChg>
      <pc:sldChg chg="modSp new">
        <pc:chgData name="Anku Jaiswal" userId="15fa42f86696cacf" providerId="Windows Live" clId="Web-{9FAC9CF7-1E8B-4D08-1D51-85444A5F1495}" dt="2020-09-01T12:40:25.975" v="1423" actId="20577"/>
        <pc:sldMkLst>
          <pc:docMk/>
          <pc:sldMk cId="3667638252" sldId="327"/>
        </pc:sldMkLst>
        <pc:spChg chg="mod">
          <ac:chgData name="Anku Jaiswal" userId="15fa42f86696cacf" providerId="Windows Live" clId="Web-{9FAC9CF7-1E8B-4D08-1D51-85444A5F1495}" dt="2020-09-01T12:40:25.975" v="1423" actId="20577"/>
          <ac:spMkLst>
            <pc:docMk/>
            <pc:sldMk cId="3667638252" sldId="327"/>
            <ac:spMk id="3" creationId="{EBEEF195-E132-4DAA-9B59-A0892E81F155}"/>
          </ac:spMkLst>
        </pc:spChg>
      </pc:sldChg>
      <pc:sldChg chg="modSp new">
        <pc:chgData name="Anku Jaiswal" userId="15fa42f86696cacf" providerId="Windows Live" clId="Web-{9FAC9CF7-1E8B-4D08-1D51-85444A5F1495}" dt="2020-09-01T12:39:41.960" v="1282" actId="20577"/>
        <pc:sldMkLst>
          <pc:docMk/>
          <pc:sldMk cId="81304831" sldId="328"/>
        </pc:sldMkLst>
        <pc:spChg chg="mod">
          <ac:chgData name="Anku Jaiswal" userId="15fa42f86696cacf" providerId="Windows Live" clId="Web-{9FAC9CF7-1E8B-4D08-1D51-85444A5F1495}" dt="2020-09-01T12:39:41.960" v="1282" actId="20577"/>
          <ac:spMkLst>
            <pc:docMk/>
            <pc:sldMk cId="81304831" sldId="328"/>
            <ac:spMk id="3" creationId="{C45786A1-86BF-4D88-B931-AF9B62C57431}"/>
          </ac:spMkLst>
        </pc:spChg>
      </pc:sldChg>
      <pc:sldChg chg="modSp new">
        <pc:chgData name="Anku Jaiswal" userId="15fa42f86696cacf" providerId="Windows Live" clId="Web-{9FAC9CF7-1E8B-4D08-1D51-85444A5F1495}" dt="2020-09-01T12:41:09.007" v="1434" actId="20577"/>
        <pc:sldMkLst>
          <pc:docMk/>
          <pc:sldMk cId="2017223184" sldId="329"/>
        </pc:sldMkLst>
        <pc:spChg chg="mod">
          <ac:chgData name="Anku Jaiswal" userId="15fa42f86696cacf" providerId="Windows Live" clId="Web-{9FAC9CF7-1E8B-4D08-1D51-85444A5F1495}" dt="2020-09-01T12:40:57.897" v="1430" actId="20577"/>
          <ac:spMkLst>
            <pc:docMk/>
            <pc:sldMk cId="2017223184" sldId="329"/>
            <ac:spMk id="2" creationId="{6748E601-5D64-46C2-BD61-4B5DACC7D1B4}"/>
          </ac:spMkLst>
        </pc:spChg>
        <pc:spChg chg="mod">
          <ac:chgData name="Anku Jaiswal" userId="15fa42f86696cacf" providerId="Windows Live" clId="Web-{9FAC9CF7-1E8B-4D08-1D51-85444A5F1495}" dt="2020-09-01T12:41:09.007" v="1434" actId="20577"/>
          <ac:spMkLst>
            <pc:docMk/>
            <pc:sldMk cId="2017223184" sldId="329"/>
            <ac:spMk id="3" creationId="{8A196ADE-E53F-4A0D-935F-460DEDC0FECF}"/>
          </ac:spMkLst>
        </pc:spChg>
      </pc:sldChg>
      <pc:sldChg chg="modSp new">
        <pc:chgData name="Anku Jaiswal" userId="15fa42f86696cacf" providerId="Windows Live" clId="Web-{9FAC9CF7-1E8B-4D08-1D51-85444A5F1495}" dt="2020-09-01T12:41:36.382" v="1437" actId="20577"/>
        <pc:sldMkLst>
          <pc:docMk/>
          <pc:sldMk cId="2218278104" sldId="330"/>
        </pc:sldMkLst>
        <pc:spChg chg="mod">
          <ac:chgData name="Anku Jaiswal" userId="15fa42f86696cacf" providerId="Windows Live" clId="Web-{9FAC9CF7-1E8B-4D08-1D51-85444A5F1495}" dt="2020-09-01T12:41:36.382" v="1437" actId="20577"/>
          <ac:spMkLst>
            <pc:docMk/>
            <pc:sldMk cId="2218278104" sldId="330"/>
            <ac:spMk id="3" creationId="{4866245B-6662-49E8-8814-53F42EE1C1F1}"/>
          </ac:spMkLst>
        </pc:spChg>
      </pc:sldChg>
      <pc:sldChg chg="modSp new">
        <pc:chgData name="Anku Jaiswal" userId="15fa42f86696cacf" providerId="Windows Live" clId="Web-{9FAC9CF7-1E8B-4D08-1D51-85444A5F1495}" dt="2020-09-01T12:41:51.241" v="1440" actId="20577"/>
        <pc:sldMkLst>
          <pc:docMk/>
          <pc:sldMk cId="411539181" sldId="331"/>
        </pc:sldMkLst>
        <pc:spChg chg="mod">
          <ac:chgData name="Anku Jaiswal" userId="15fa42f86696cacf" providerId="Windows Live" clId="Web-{9FAC9CF7-1E8B-4D08-1D51-85444A5F1495}" dt="2020-09-01T12:41:51.241" v="1440" actId="20577"/>
          <ac:spMkLst>
            <pc:docMk/>
            <pc:sldMk cId="411539181" sldId="331"/>
            <ac:spMk id="3" creationId="{9DC35A97-A92E-4B80-A393-45A91965C94F}"/>
          </ac:spMkLst>
        </pc:spChg>
      </pc:sldChg>
      <pc:sldChg chg="modSp new">
        <pc:chgData name="Anku Jaiswal" userId="15fa42f86696cacf" providerId="Windows Live" clId="Web-{9FAC9CF7-1E8B-4D08-1D51-85444A5F1495}" dt="2020-09-01T12:42:17.804" v="1445" actId="20577"/>
        <pc:sldMkLst>
          <pc:docMk/>
          <pc:sldMk cId="3975639465" sldId="332"/>
        </pc:sldMkLst>
        <pc:spChg chg="mod">
          <ac:chgData name="Anku Jaiswal" userId="15fa42f86696cacf" providerId="Windows Live" clId="Web-{9FAC9CF7-1E8B-4D08-1D51-85444A5F1495}" dt="2020-09-01T12:42:17.804" v="1445" actId="20577"/>
          <ac:spMkLst>
            <pc:docMk/>
            <pc:sldMk cId="3975639465" sldId="332"/>
            <ac:spMk id="3" creationId="{7F70E854-DD01-49D8-B68D-C7C40E180492}"/>
          </ac:spMkLst>
        </pc:spChg>
      </pc:sldChg>
      <pc:sldChg chg="modSp new">
        <pc:chgData name="Anku Jaiswal" userId="15fa42f86696cacf" providerId="Windows Live" clId="Web-{9FAC9CF7-1E8B-4D08-1D51-85444A5F1495}" dt="2020-09-01T12:42:25.476" v="1450" actId="20577"/>
        <pc:sldMkLst>
          <pc:docMk/>
          <pc:sldMk cId="372510983" sldId="333"/>
        </pc:sldMkLst>
        <pc:spChg chg="mod">
          <ac:chgData name="Anku Jaiswal" userId="15fa42f86696cacf" providerId="Windows Live" clId="Web-{9FAC9CF7-1E8B-4D08-1D51-85444A5F1495}" dt="2020-09-01T12:42:25.476" v="1450" actId="20577"/>
          <ac:spMkLst>
            <pc:docMk/>
            <pc:sldMk cId="372510983" sldId="333"/>
            <ac:spMk id="3" creationId="{085E748F-BC2A-4925-879F-09FBBD9CB18D}"/>
          </ac:spMkLst>
        </pc:spChg>
      </pc:sldChg>
      <pc:sldChg chg="modSp new">
        <pc:chgData name="Anku Jaiswal" userId="15fa42f86696cacf" providerId="Windows Live" clId="Web-{9FAC9CF7-1E8B-4D08-1D51-85444A5F1495}" dt="2020-09-01T12:42:37.945" v="1454" actId="20577"/>
        <pc:sldMkLst>
          <pc:docMk/>
          <pc:sldMk cId="2982692728" sldId="334"/>
        </pc:sldMkLst>
        <pc:spChg chg="mod">
          <ac:chgData name="Anku Jaiswal" userId="15fa42f86696cacf" providerId="Windows Live" clId="Web-{9FAC9CF7-1E8B-4D08-1D51-85444A5F1495}" dt="2020-09-01T12:42:37.945" v="1454" actId="20577"/>
          <ac:spMkLst>
            <pc:docMk/>
            <pc:sldMk cId="2982692728" sldId="334"/>
            <ac:spMk id="3" creationId="{0E237A3F-5F98-443E-B8A8-48552959EF38}"/>
          </ac:spMkLst>
        </pc:spChg>
      </pc:sldChg>
      <pc:sldChg chg="modSp new">
        <pc:chgData name="Anku Jaiswal" userId="15fa42f86696cacf" providerId="Windows Live" clId="Web-{9FAC9CF7-1E8B-4D08-1D51-85444A5F1495}" dt="2020-09-01T12:43:19.898" v="1467" actId="20577"/>
        <pc:sldMkLst>
          <pc:docMk/>
          <pc:sldMk cId="1224023375" sldId="335"/>
        </pc:sldMkLst>
        <pc:spChg chg="mod">
          <ac:chgData name="Anku Jaiswal" userId="15fa42f86696cacf" providerId="Windows Live" clId="Web-{9FAC9CF7-1E8B-4D08-1D51-85444A5F1495}" dt="2020-09-01T12:43:19.898" v="1467" actId="20577"/>
          <ac:spMkLst>
            <pc:docMk/>
            <pc:sldMk cId="1224023375" sldId="335"/>
            <ac:spMk id="2" creationId="{FD469CFB-B27A-4ED4-9409-7190C9EB1CBF}"/>
          </ac:spMkLst>
        </pc:spChg>
      </pc:sldChg>
      <pc:sldChg chg="modSp new">
        <pc:chgData name="Anku Jaiswal" userId="15fa42f86696cacf" providerId="Windows Live" clId="Web-{9FAC9CF7-1E8B-4D08-1D51-85444A5F1495}" dt="2020-09-01T12:44:43.227" v="1481" actId="20577"/>
        <pc:sldMkLst>
          <pc:docMk/>
          <pc:sldMk cId="2688798866" sldId="336"/>
        </pc:sldMkLst>
        <pc:spChg chg="mod">
          <ac:chgData name="Anku Jaiswal" userId="15fa42f86696cacf" providerId="Windows Live" clId="Web-{9FAC9CF7-1E8B-4D08-1D51-85444A5F1495}" dt="2020-09-01T12:43:36.023" v="1472" actId="20577"/>
          <ac:spMkLst>
            <pc:docMk/>
            <pc:sldMk cId="2688798866" sldId="336"/>
            <ac:spMk id="2" creationId="{067B6A0C-2C87-4841-B54E-D295D979A19E}"/>
          </ac:spMkLst>
        </pc:spChg>
        <pc:spChg chg="mod">
          <ac:chgData name="Anku Jaiswal" userId="15fa42f86696cacf" providerId="Windows Live" clId="Web-{9FAC9CF7-1E8B-4D08-1D51-85444A5F1495}" dt="2020-09-01T12:44:43.227" v="1481" actId="20577"/>
          <ac:spMkLst>
            <pc:docMk/>
            <pc:sldMk cId="2688798866" sldId="336"/>
            <ac:spMk id="3" creationId="{5A727449-80EB-4BCE-A2D3-697AA44055F0}"/>
          </ac:spMkLst>
        </pc:spChg>
      </pc:sldChg>
      <pc:sldChg chg="modSp new">
        <pc:chgData name="Anku Jaiswal" userId="15fa42f86696cacf" providerId="Windows Live" clId="Web-{9FAC9CF7-1E8B-4D08-1D51-85444A5F1495}" dt="2020-09-01T12:44:47.320" v="1484" actId="20577"/>
        <pc:sldMkLst>
          <pc:docMk/>
          <pc:sldMk cId="1708831430" sldId="337"/>
        </pc:sldMkLst>
        <pc:spChg chg="mod">
          <ac:chgData name="Anku Jaiswal" userId="15fa42f86696cacf" providerId="Windows Live" clId="Web-{9FAC9CF7-1E8B-4D08-1D51-85444A5F1495}" dt="2020-09-01T12:44:47.320" v="1484" actId="20577"/>
          <ac:spMkLst>
            <pc:docMk/>
            <pc:sldMk cId="1708831430" sldId="337"/>
            <ac:spMk id="3" creationId="{C1860B00-82CB-479B-B807-18B979F03660}"/>
          </ac:spMkLst>
        </pc:spChg>
      </pc:sldChg>
      <pc:sldChg chg="modSp new">
        <pc:chgData name="Anku Jaiswal" userId="15fa42f86696cacf" providerId="Windows Live" clId="Web-{9FAC9CF7-1E8B-4D08-1D51-85444A5F1495}" dt="2020-09-01T12:45:50.102" v="1492" actId="20577"/>
        <pc:sldMkLst>
          <pc:docMk/>
          <pc:sldMk cId="1842702437" sldId="338"/>
        </pc:sldMkLst>
        <pc:spChg chg="mod">
          <ac:chgData name="Anku Jaiswal" userId="15fa42f86696cacf" providerId="Windows Live" clId="Web-{9FAC9CF7-1E8B-4D08-1D51-85444A5F1495}" dt="2020-09-01T12:45:50.102" v="1492" actId="20577"/>
          <ac:spMkLst>
            <pc:docMk/>
            <pc:sldMk cId="1842702437" sldId="338"/>
            <ac:spMk id="3" creationId="{BC47AE7F-1E01-409F-B8D2-61B9B171642B}"/>
          </ac:spMkLst>
        </pc:spChg>
      </pc:sldChg>
      <pc:sldChg chg="modSp new">
        <pc:chgData name="Anku Jaiswal" userId="15fa42f86696cacf" providerId="Windows Live" clId="Web-{9FAC9CF7-1E8B-4D08-1D51-85444A5F1495}" dt="2020-09-01T12:45:02.524" v="1487" actId="20577"/>
        <pc:sldMkLst>
          <pc:docMk/>
          <pc:sldMk cId="1643215222" sldId="339"/>
        </pc:sldMkLst>
        <pc:spChg chg="mod">
          <ac:chgData name="Anku Jaiswal" userId="15fa42f86696cacf" providerId="Windows Live" clId="Web-{9FAC9CF7-1E8B-4D08-1D51-85444A5F1495}" dt="2020-09-01T12:45:02.524" v="1487" actId="20577"/>
          <ac:spMkLst>
            <pc:docMk/>
            <pc:sldMk cId="1643215222" sldId="339"/>
            <ac:spMk id="3" creationId="{BC008091-F4BD-47EC-8354-1204C1E14824}"/>
          </ac:spMkLst>
        </pc:spChg>
      </pc:sldChg>
      <pc:sldChg chg="modSp new">
        <pc:chgData name="Anku Jaiswal" userId="15fa42f86696cacf" providerId="Windows Live" clId="Web-{9FAC9CF7-1E8B-4D08-1D51-85444A5F1495}" dt="2020-09-01T12:46:10.790" v="1498" actId="20577"/>
        <pc:sldMkLst>
          <pc:docMk/>
          <pc:sldMk cId="2875300459" sldId="340"/>
        </pc:sldMkLst>
        <pc:spChg chg="mod">
          <ac:chgData name="Anku Jaiswal" userId="15fa42f86696cacf" providerId="Windows Live" clId="Web-{9FAC9CF7-1E8B-4D08-1D51-85444A5F1495}" dt="2020-09-01T12:46:10.790" v="1498" actId="20577"/>
          <ac:spMkLst>
            <pc:docMk/>
            <pc:sldMk cId="2875300459" sldId="340"/>
            <ac:spMk id="3" creationId="{A6B2E3C1-B426-4D78-9FD2-2A66EF54F640}"/>
          </ac:spMkLst>
        </pc:spChg>
      </pc:sldChg>
      <pc:sldChg chg="modSp new">
        <pc:chgData name="Anku Jaiswal" userId="15fa42f86696cacf" providerId="Windows Live" clId="Web-{9FAC9CF7-1E8B-4D08-1D51-85444A5F1495}" dt="2020-09-01T12:46:12.321" v="1501" actId="20577"/>
        <pc:sldMkLst>
          <pc:docMk/>
          <pc:sldMk cId="3780982284" sldId="341"/>
        </pc:sldMkLst>
        <pc:spChg chg="mod">
          <ac:chgData name="Anku Jaiswal" userId="15fa42f86696cacf" providerId="Windows Live" clId="Web-{9FAC9CF7-1E8B-4D08-1D51-85444A5F1495}" dt="2020-09-01T12:46:12.321" v="1501" actId="20577"/>
          <ac:spMkLst>
            <pc:docMk/>
            <pc:sldMk cId="3780982284" sldId="341"/>
            <ac:spMk id="3" creationId="{A8052B11-3D79-4083-81A6-F9C971B59D68}"/>
          </ac:spMkLst>
        </pc:spChg>
      </pc:sldChg>
      <pc:sldChg chg="new">
        <pc:chgData name="Anku Jaiswal" userId="15fa42f86696cacf" providerId="Windows Live" clId="Web-{9FAC9CF7-1E8B-4D08-1D51-85444A5F1495}" dt="2020-09-01T12:46:16.243" v="1503"/>
        <pc:sldMkLst>
          <pc:docMk/>
          <pc:sldMk cId="141835032" sldId="342"/>
        </pc:sldMkLst>
      </pc:sldChg>
      <pc:sldChg chg="modSp new">
        <pc:chgData name="Anku Jaiswal" userId="15fa42f86696cacf" providerId="Windows Live" clId="Web-{9FAC9CF7-1E8B-4D08-1D51-85444A5F1495}" dt="2020-09-01T12:46:44.977" v="1511" actId="20577"/>
        <pc:sldMkLst>
          <pc:docMk/>
          <pc:sldMk cId="1443803234" sldId="343"/>
        </pc:sldMkLst>
        <pc:spChg chg="mod">
          <ac:chgData name="Anku Jaiswal" userId="15fa42f86696cacf" providerId="Windows Live" clId="Web-{9FAC9CF7-1E8B-4D08-1D51-85444A5F1495}" dt="2020-09-01T12:46:44.977" v="1511" actId="20577"/>
          <ac:spMkLst>
            <pc:docMk/>
            <pc:sldMk cId="1443803234" sldId="343"/>
            <ac:spMk id="3" creationId="{50349882-6B78-4877-AF80-C3904BB608BC}"/>
          </ac:spMkLst>
        </pc:spChg>
      </pc:sldChg>
      <pc:sldChg chg="modSp new">
        <pc:chgData name="Anku Jaiswal" userId="15fa42f86696cacf" providerId="Windows Live" clId="Web-{9FAC9CF7-1E8B-4D08-1D51-85444A5F1495}" dt="2020-09-01T12:46:49.055" v="1514" actId="20577"/>
        <pc:sldMkLst>
          <pc:docMk/>
          <pc:sldMk cId="2509066634" sldId="344"/>
        </pc:sldMkLst>
        <pc:spChg chg="mod">
          <ac:chgData name="Anku Jaiswal" userId="15fa42f86696cacf" providerId="Windows Live" clId="Web-{9FAC9CF7-1E8B-4D08-1D51-85444A5F1495}" dt="2020-09-01T12:46:49.055" v="1514" actId="20577"/>
          <ac:spMkLst>
            <pc:docMk/>
            <pc:sldMk cId="2509066634" sldId="344"/>
            <ac:spMk id="3" creationId="{8C68CF0F-1A5D-43F9-A55E-FBFEDB1CB521}"/>
          </ac:spMkLst>
        </pc:spChg>
      </pc:sldChg>
    </pc:docChg>
  </pc:docChgLst>
  <pc:docChgLst>
    <pc:chgData name="Anku Jaiswal" userId="15fa42f86696cacf" providerId="Windows Live" clId="Web-{452B6EF6-D6AA-4C3B-C439-718AD7F2F102}"/>
    <pc:docChg chg="addSld modSld">
      <pc:chgData name="Anku Jaiswal" userId="15fa42f86696cacf" providerId="Windows Live" clId="Web-{452B6EF6-D6AA-4C3B-C439-718AD7F2F102}" dt="2020-09-02T02:14:30.252" v="635" actId="20577"/>
      <pc:docMkLst>
        <pc:docMk/>
      </pc:docMkLst>
      <pc:sldChg chg="modSp">
        <pc:chgData name="Anku Jaiswal" userId="15fa42f86696cacf" providerId="Windows Live" clId="Web-{452B6EF6-D6AA-4C3B-C439-718AD7F2F102}" dt="2020-09-02T01:10:24.819" v="4" actId="20577"/>
        <pc:sldMkLst>
          <pc:docMk/>
          <pc:sldMk cId="2106297207" sldId="298"/>
        </pc:sldMkLst>
        <pc:spChg chg="mod">
          <ac:chgData name="Anku Jaiswal" userId="15fa42f86696cacf" providerId="Windows Live" clId="Web-{452B6EF6-D6AA-4C3B-C439-718AD7F2F102}" dt="2020-09-02T01:10:24.819" v="4" actId="20577"/>
          <ac:spMkLst>
            <pc:docMk/>
            <pc:sldMk cId="2106297207" sldId="298"/>
            <ac:spMk id="3" creationId="{6224E6F9-7E5F-47B9-A877-2FAF2D20D947}"/>
          </ac:spMkLst>
        </pc:spChg>
      </pc:sldChg>
      <pc:sldChg chg="modSp">
        <pc:chgData name="Anku Jaiswal" userId="15fa42f86696cacf" providerId="Windows Live" clId="Web-{452B6EF6-D6AA-4C3B-C439-718AD7F2F102}" dt="2020-09-02T01:16:24.365" v="201" actId="20577"/>
        <pc:sldMkLst>
          <pc:docMk/>
          <pc:sldMk cId="934787925" sldId="302"/>
        </pc:sldMkLst>
        <pc:spChg chg="mod">
          <ac:chgData name="Anku Jaiswal" userId="15fa42f86696cacf" providerId="Windows Live" clId="Web-{452B6EF6-D6AA-4C3B-C439-718AD7F2F102}" dt="2020-09-02T01:16:24.365" v="201" actId="20577"/>
          <ac:spMkLst>
            <pc:docMk/>
            <pc:sldMk cId="934787925" sldId="302"/>
            <ac:spMk id="3" creationId="{894F363F-446D-4181-9D1E-36A1DBB2C067}"/>
          </ac:spMkLst>
        </pc:spChg>
      </pc:sldChg>
      <pc:sldChg chg="modSp">
        <pc:chgData name="Anku Jaiswal" userId="15fa42f86696cacf" providerId="Windows Live" clId="Web-{452B6EF6-D6AA-4C3B-C439-718AD7F2F102}" dt="2020-09-02T01:15:15.912" v="148" actId="20577"/>
        <pc:sldMkLst>
          <pc:docMk/>
          <pc:sldMk cId="1689433397" sldId="303"/>
        </pc:sldMkLst>
        <pc:spChg chg="mod">
          <ac:chgData name="Anku Jaiswal" userId="15fa42f86696cacf" providerId="Windows Live" clId="Web-{452B6EF6-D6AA-4C3B-C439-718AD7F2F102}" dt="2020-09-02T01:15:15.912" v="148" actId="20577"/>
          <ac:spMkLst>
            <pc:docMk/>
            <pc:sldMk cId="1689433397" sldId="303"/>
            <ac:spMk id="3" creationId="{65F8C1C3-9115-403B-A9CD-37E75133C576}"/>
          </ac:spMkLst>
        </pc:spChg>
      </pc:sldChg>
      <pc:sldChg chg="modSp">
        <pc:chgData name="Anku Jaiswal" userId="15fa42f86696cacf" providerId="Windows Live" clId="Web-{452B6EF6-D6AA-4C3B-C439-718AD7F2F102}" dt="2020-09-02T01:10:52.319" v="8" actId="20577"/>
        <pc:sldMkLst>
          <pc:docMk/>
          <pc:sldMk cId="5678285" sldId="304"/>
        </pc:sldMkLst>
        <pc:spChg chg="mod">
          <ac:chgData name="Anku Jaiswal" userId="15fa42f86696cacf" providerId="Windows Live" clId="Web-{452B6EF6-D6AA-4C3B-C439-718AD7F2F102}" dt="2020-09-02T01:10:52.319" v="8" actId="20577"/>
          <ac:spMkLst>
            <pc:docMk/>
            <pc:sldMk cId="5678285" sldId="304"/>
            <ac:spMk id="3" creationId="{C89B5B2C-3953-4A67-83FC-31384BF71F52}"/>
          </ac:spMkLst>
        </pc:spChg>
      </pc:sldChg>
      <pc:sldChg chg="modSp">
        <pc:chgData name="Anku Jaiswal" userId="15fa42f86696cacf" providerId="Windows Live" clId="Web-{452B6EF6-D6AA-4C3B-C439-718AD7F2F102}" dt="2020-09-02T01:14:20.771" v="115" actId="20577"/>
        <pc:sldMkLst>
          <pc:docMk/>
          <pc:sldMk cId="3021292465" sldId="305"/>
        </pc:sldMkLst>
        <pc:spChg chg="mod">
          <ac:chgData name="Anku Jaiswal" userId="15fa42f86696cacf" providerId="Windows Live" clId="Web-{452B6EF6-D6AA-4C3B-C439-718AD7F2F102}" dt="2020-09-02T01:14:20.771" v="115" actId="20577"/>
          <ac:spMkLst>
            <pc:docMk/>
            <pc:sldMk cId="3021292465" sldId="305"/>
            <ac:spMk id="3" creationId="{AA7AED96-A31E-4CD2-B3A6-DE19836554D2}"/>
          </ac:spMkLst>
        </pc:spChg>
      </pc:sldChg>
      <pc:sldChg chg="modSp">
        <pc:chgData name="Anku Jaiswal" userId="15fa42f86696cacf" providerId="Windows Live" clId="Web-{452B6EF6-D6AA-4C3B-C439-718AD7F2F102}" dt="2020-09-02T01:12:54.069" v="104" actId="20577"/>
        <pc:sldMkLst>
          <pc:docMk/>
          <pc:sldMk cId="2409372771" sldId="306"/>
        </pc:sldMkLst>
        <pc:spChg chg="mod">
          <ac:chgData name="Anku Jaiswal" userId="15fa42f86696cacf" providerId="Windows Live" clId="Web-{452B6EF6-D6AA-4C3B-C439-718AD7F2F102}" dt="2020-09-02T01:12:54.069" v="104" actId="20577"/>
          <ac:spMkLst>
            <pc:docMk/>
            <pc:sldMk cId="2409372771" sldId="306"/>
            <ac:spMk id="3" creationId="{8F11A6B9-3530-4964-ABEE-439319E8AC8A}"/>
          </ac:spMkLst>
        </pc:spChg>
      </pc:sldChg>
      <pc:sldChg chg="modSp">
        <pc:chgData name="Anku Jaiswal" userId="15fa42f86696cacf" providerId="Windows Live" clId="Web-{452B6EF6-D6AA-4C3B-C439-718AD7F2F102}" dt="2020-09-02T01:11:19.741" v="14" actId="20577"/>
        <pc:sldMkLst>
          <pc:docMk/>
          <pc:sldMk cId="918272379" sldId="319"/>
        </pc:sldMkLst>
        <pc:spChg chg="mod">
          <ac:chgData name="Anku Jaiswal" userId="15fa42f86696cacf" providerId="Windows Live" clId="Web-{452B6EF6-D6AA-4C3B-C439-718AD7F2F102}" dt="2020-09-02T01:11:19.741" v="14" actId="20577"/>
          <ac:spMkLst>
            <pc:docMk/>
            <pc:sldMk cId="918272379" sldId="319"/>
            <ac:spMk id="3" creationId="{FDB473EC-DD4A-40DD-9DE7-506281E6B057}"/>
          </ac:spMkLst>
        </pc:spChg>
      </pc:sldChg>
      <pc:sldChg chg="modSp">
        <pc:chgData name="Anku Jaiswal" userId="15fa42f86696cacf" providerId="Windows Live" clId="Web-{452B6EF6-D6AA-4C3B-C439-718AD7F2F102}" dt="2020-09-02T01:54:58.389" v="383" actId="20577"/>
        <pc:sldMkLst>
          <pc:docMk/>
          <pc:sldMk cId="429004524" sldId="320"/>
        </pc:sldMkLst>
        <pc:spChg chg="mod">
          <ac:chgData name="Anku Jaiswal" userId="15fa42f86696cacf" providerId="Windows Live" clId="Web-{452B6EF6-D6AA-4C3B-C439-718AD7F2F102}" dt="2020-09-02T01:54:58.389" v="383" actId="20577"/>
          <ac:spMkLst>
            <pc:docMk/>
            <pc:sldMk cId="429004524" sldId="320"/>
            <ac:spMk id="3" creationId="{976B0E52-2976-4E51-AACD-FA651DF79C07}"/>
          </ac:spMkLst>
        </pc:spChg>
      </pc:sldChg>
      <pc:sldChg chg="modSp">
        <pc:chgData name="Anku Jaiswal" userId="15fa42f86696cacf" providerId="Windows Live" clId="Web-{452B6EF6-D6AA-4C3B-C439-718AD7F2F102}" dt="2020-09-02T01:53:46.013" v="360" actId="20577"/>
        <pc:sldMkLst>
          <pc:docMk/>
          <pc:sldMk cId="3566570912" sldId="322"/>
        </pc:sldMkLst>
        <pc:spChg chg="mod">
          <ac:chgData name="Anku Jaiswal" userId="15fa42f86696cacf" providerId="Windows Live" clId="Web-{452B6EF6-D6AA-4C3B-C439-718AD7F2F102}" dt="2020-09-02T01:53:37.123" v="354" actId="20577"/>
          <ac:spMkLst>
            <pc:docMk/>
            <pc:sldMk cId="3566570912" sldId="322"/>
            <ac:spMk id="2" creationId="{93B964D7-B286-4740-AB4E-095581D1AF4C}"/>
          </ac:spMkLst>
        </pc:spChg>
        <pc:spChg chg="mod">
          <ac:chgData name="Anku Jaiswal" userId="15fa42f86696cacf" providerId="Windows Live" clId="Web-{452B6EF6-D6AA-4C3B-C439-718AD7F2F102}" dt="2020-09-02T01:53:46.013" v="360" actId="20577"/>
          <ac:spMkLst>
            <pc:docMk/>
            <pc:sldMk cId="3566570912" sldId="322"/>
            <ac:spMk id="3" creationId="{7C9D8D54-1848-4277-B0F8-4A11F2A1EBB7}"/>
          </ac:spMkLst>
        </pc:spChg>
      </pc:sldChg>
      <pc:sldChg chg="delSp modSp">
        <pc:chgData name="Anku Jaiswal" userId="15fa42f86696cacf" providerId="Windows Live" clId="Web-{452B6EF6-D6AA-4C3B-C439-718AD7F2F102}" dt="2020-09-02T01:53:06.841" v="350" actId="14100"/>
        <pc:sldMkLst>
          <pc:docMk/>
          <pc:sldMk cId="1107055871" sldId="323"/>
        </pc:sldMkLst>
        <pc:spChg chg="del">
          <ac:chgData name="Anku Jaiswal" userId="15fa42f86696cacf" providerId="Windows Live" clId="Web-{452B6EF6-D6AA-4C3B-C439-718AD7F2F102}" dt="2020-09-02T01:53:03.107" v="349"/>
          <ac:spMkLst>
            <pc:docMk/>
            <pc:sldMk cId="1107055871" sldId="323"/>
            <ac:spMk id="2" creationId="{CCAC2021-8D60-4076-9BBD-50D97E357B10}"/>
          </ac:spMkLst>
        </pc:spChg>
        <pc:spChg chg="mod">
          <ac:chgData name="Anku Jaiswal" userId="15fa42f86696cacf" providerId="Windows Live" clId="Web-{452B6EF6-D6AA-4C3B-C439-718AD7F2F102}" dt="2020-09-02T01:53:06.841" v="350" actId="14100"/>
          <ac:spMkLst>
            <pc:docMk/>
            <pc:sldMk cId="1107055871" sldId="323"/>
            <ac:spMk id="3" creationId="{E6E9AE98-A2F3-4C9C-97EA-545E63359102}"/>
          </ac:spMkLst>
        </pc:spChg>
      </pc:sldChg>
      <pc:sldChg chg="modSp">
        <pc:chgData name="Anku Jaiswal" userId="15fa42f86696cacf" providerId="Windows Live" clId="Web-{452B6EF6-D6AA-4C3B-C439-718AD7F2F102}" dt="2020-09-02T01:51:32.669" v="330" actId="20577"/>
        <pc:sldMkLst>
          <pc:docMk/>
          <pc:sldMk cId="4041553846" sldId="324"/>
        </pc:sldMkLst>
        <pc:spChg chg="mod">
          <ac:chgData name="Anku Jaiswal" userId="15fa42f86696cacf" providerId="Windows Live" clId="Web-{452B6EF6-D6AA-4C3B-C439-718AD7F2F102}" dt="2020-09-02T01:49:02.747" v="271" actId="20577"/>
          <ac:spMkLst>
            <pc:docMk/>
            <pc:sldMk cId="4041553846" sldId="324"/>
            <ac:spMk id="2" creationId="{33948277-297F-4D2D-8130-C99DFA0CEB0B}"/>
          </ac:spMkLst>
        </pc:spChg>
        <pc:spChg chg="mod">
          <ac:chgData name="Anku Jaiswal" userId="15fa42f86696cacf" providerId="Windows Live" clId="Web-{452B6EF6-D6AA-4C3B-C439-718AD7F2F102}" dt="2020-09-02T01:51:32.669" v="330" actId="20577"/>
          <ac:spMkLst>
            <pc:docMk/>
            <pc:sldMk cId="4041553846" sldId="324"/>
            <ac:spMk id="3" creationId="{1306532E-A852-4547-A4A3-8CFD5215E7A3}"/>
          </ac:spMkLst>
        </pc:spChg>
      </pc:sldChg>
      <pc:sldChg chg="modSp">
        <pc:chgData name="Anku Jaiswal" userId="15fa42f86696cacf" providerId="Windows Live" clId="Web-{452B6EF6-D6AA-4C3B-C439-718AD7F2F102}" dt="2020-09-02T01:48:50.110" v="262" actId="20577"/>
        <pc:sldMkLst>
          <pc:docMk/>
          <pc:sldMk cId="1926859859" sldId="325"/>
        </pc:sldMkLst>
        <pc:spChg chg="mod">
          <ac:chgData name="Anku Jaiswal" userId="15fa42f86696cacf" providerId="Windows Live" clId="Web-{452B6EF6-D6AA-4C3B-C439-718AD7F2F102}" dt="2020-09-02T01:48:20.528" v="248" actId="20577"/>
          <ac:spMkLst>
            <pc:docMk/>
            <pc:sldMk cId="1926859859" sldId="325"/>
            <ac:spMk id="2" creationId="{67946B89-697D-43FB-9C97-AB669312B2B4}"/>
          </ac:spMkLst>
        </pc:spChg>
        <pc:spChg chg="mod">
          <ac:chgData name="Anku Jaiswal" userId="15fa42f86696cacf" providerId="Windows Live" clId="Web-{452B6EF6-D6AA-4C3B-C439-718AD7F2F102}" dt="2020-09-02T01:48:50.110" v="262" actId="20577"/>
          <ac:spMkLst>
            <pc:docMk/>
            <pc:sldMk cId="1926859859" sldId="325"/>
            <ac:spMk id="3" creationId="{7D85C982-49E4-41CB-86F5-27F99E906BB9}"/>
          </ac:spMkLst>
        </pc:spChg>
      </pc:sldChg>
      <pc:sldChg chg="modSp">
        <pc:chgData name="Anku Jaiswal" userId="15fa42f86696cacf" providerId="Windows Live" clId="Web-{452B6EF6-D6AA-4C3B-C439-718AD7F2F102}" dt="2020-09-02T01:48:06.528" v="242" actId="14100"/>
        <pc:sldMkLst>
          <pc:docMk/>
          <pc:sldMk cId="345975642" sldId="326"/>
        </pc:sldMkLst>
        <pc:spChg chg="mod">
          <ac:chgData name="Anku Jaiswal" userId="15fa42f86696cacf" providerId="Windows Live" clId="Web-{452B6EF6-D6AA-4C3B-C439-718AD7F2F102}" dt="2020-09-02T01:48:06.528" v="242" actId="14100"/>
          <ac:spMkLst>
            <pc:docMk/>
            <pc:sldMk cId="345975642" sldId="326"/>
            <ac:spMk id="3" creationId="{F2D3AEA5-9A23-4A09-8741-33AB496F4099}"/>
          </ac:spMkLst>
        </pc:spChg>
      </pc:sldChg>
      <pc:sldChg chg="modSp">
        <pc:chgData name="Anku Jaiswal" userId="15fa42f86696cacf" providerId="Windows Live" clId="Web-{452B6EF6-D6AA-4C3B-C439-718AD7F2F102}" dt="2020-09-02T01:54:33.936" v="372" actId="20577"/>
        <pc:sldMkLst>
          <pc:docMk/>
          <pc:sldMk cId="3667638252" sldId="327"/>
        </pc:sldMkLst>
        <pc:spChg chg="mod">
          <ac:chgData name="Anku Jaiswal" userId="15fa42f86696cacf" providerId="Windows Live" clId="Web-{452B6EF6-D6AA-4C3B-C439-718AD7F2F102}" dt="2020-09-02T01:54:33.936" v="372" actId="20577"/>
          <ac:spMkLst>
            <pc:docMk/>
            <pc:sldMk cId="3667638252" sldId="327"/>
            <ac:spMk id="3" creationId="{EBEEF195-E132-4DAA-9B59-A0892E81F155}"/>
          </ac:spMkLst>
        </pc:spChg>
      </pc:sldChg>
      <pc:sldChg chg="delSp modSp">
        <pc:chgData name="Anku Jaiswal" userId="15fa42f86696cacf" providerId="Windows Live" clId="Web-{452B6EF6-D6AA-4C3B-C439-718AD7F2F102}" dt="2020-09-02T01:55:24.733" v="396" actId="20577"/>
        <pc:sldMkLst>
          <pc:docMk/>
          <pc:sldMk cId="81304831" sldId="328"/>
        </pc:sldMkLst>
        <pc:spChg chg="del">
          <ac:chgData name="Anku Jaiswal" userId="15fa42f86696cacf" providerId="Windows Live" clId="Web-{452B6EF6-D6AA-4C3B-C439-718AD7F2F102}" dt="2020-09-02T01:55:10.326" v="390"/>
          <ac:spMkLst>
            <pc:docMk/>
            <pc:sldMk cId="81304831" sldId="328"/>
            <ac:spMk id="2" creationId="{27856590-6BA7-41FC-9A39-F7985046DC9B}"/>
          </ac:spMkLst>
        </pc:spChg>
        <pc:spChg chg="mod">
          <ac:chgData name="Anku Jaiswal" userId="15fa42f86696cacf" providerId="Windows Live" clId="Web-{452B6EF6-D6AA-4C3B-C439-718AD7F2F102}" dt="2020-09-02T01:55:24.733" v="396" actId="20577"/>
          <ac:spMkLst>
            <pc:docMk/>
            <pc:sldMk cId="81304831" sldId="328"/>
            <ac:spMk id="3" creationId="{C45786A1-86BF-4D88-B931-AF9B62C57431}"/>
          </ac:spMkLst>
        </pc:spChg>
      </pc:sldChg>
      <pc:sldChg chg="modSp">
        <pc:chgData name="Anku Jaiswal" userId="15fa42f86696cacf" providerId="Windows Live" clId="Web-{452B6EF6-D6AA-4C3B-C439-718AD7F2F102}" dt="2020-09-02T01:56:59.608" v="406" actId="20577"/>
        <pc:sldMkLst>
          <pc:docMk/>
          <pc:sldMk cId="2017223184" sldId="329"/>
        </pc:sldMkLst>
        <pc:spChg chg="mod">
          <ac:chgData name="Anku Jaiswal" userId="15fa42f86696cacf" providerId="Windows Live" clId="Web-{452B6EF6-D6AA-4C3B-C439-718AD7F2F102}" dt="2020-09-02T01:56:59.608" v="406" actId="20577"/>
          <ac:spMkLst>
            <pc:docMk/>
            <pc:sldMk cId="2017223184" sldId="329"/>
            <ac:spMk id="3" creationId="{8A196ADE-E53F-4A0D-935F-460DEDC0FECF}"/>
          </ac:spMkLst>
        </pc:spChg>
      </pc:sldChg>
      <pc:sldChg chg="modSp">
        <pc:chgData name="Anku Jaiswal" userId="15fa42f86696cacf" providerId="Windows Live" clId="Web-{452B6EF6-D6AA-4C3B-C439-718AD7F2F102}" dt="2020-09-02T01:57:18.405" v="417" actId="20577"/>
        <pc:sldMkLst>
          <pc:docMk/>
          <pc:sldMk cId="2218278104" sldId="330"/>
        </pc:sldMkLst>
        <pc:spChg chg="mod">
          <ac:chgData name="Anku Jaiswal" userId="15fa42f86696cacf" providerId="Windows Live" clId="Web-{452B6EF6-D6AA-4C3B-C439-718AD7F2F102}" dt="2020-09-02T01:57:18.405" v="417" actId="20577"/>
          <ac:spMkLst>
            <pc:docMk/>
            <pc:sldMk cId="2218278104" sldId="330"/>
            <ac:spMk id="2" creationId="{F0AA3576-306F-473C-89EB-BFA9855D111C}"/>
          </ac:spMkLst>
        </pc:spChg>
        <pc:spChg chg="mod">
          <ac:chgData name="Anku Jaiswal" userId="15fa42f86696cacf" providerId="Windows Live" clId="Web-{452B6EF6-D6AA-4C3B-C439-718AD7F2F102}" dt="2020-09-02T01:57:15.202" v="415" actId="20577"/>
          <ac:spMkLst>
            <pc:docMk/>
            <pc:sldMk cId="2218278104" sldId="330"/>
            <ac:spMk id="3" creationId="{4866245B-6662-49E8-8814-53F42EE1C1F1}"/>
          </ac:spMkLst>
        </pc:spChg>
      </pc:sldChg>
      <pc:sldChg chg="modSp">
        <pc:chgData name="Anku Jaiswal" userId="15fa42f86696cacf" providerId="Windows Live" clId="Web-{452B6EF6-D6AA-4C3B-C439-718AD7F2F102}" dt="2020-09-02T01:57:57.686" v="436" actId="20577"/>
        <pc:sldMkLst>
          <pc:docMk/>
          <pc:sldMk cId="411539181" sldId="331"/>
        </pc:sldMkLst>
        <pc:spChg chg="mod">
          <ac:chgData name="Anku Jaiswal" userId="15fa42f86696cacf" providerId="Windows Live" clId="Web-{452B6EF6-D6AA-4C3B-C439-718AD7F2F102}" dt="2020-09-02T01:57:41.749" v="431" actId="20577"/>
          <ac:spMkLst>
            <pc:docMk/>
            <pc:sldMk cId="411539181" sldId="331"/>
            <ac:spMk id="2" creationId="{E6ECA0B9-FAA2-4C4B-8A9E-4F98B4899EF5}"/>
          </ac:spMkLst>
        </pc:spChg>
        <pc:spChg chg="mod">
          <ac:chgData name="Anku Jaiswal" userId="15fa42f86696cacf" providerId="Windows Live" clId="Web-{452B6EF6-D6AA-4C3B-C439-718AD7F2F102}" dt="2020-09-02T01:57:57.686" v="436" actId="20577"/>
          <ac:spMkLst>
            <pc:docMk/>
            <pc:sldMk cId="411539181" sldId="331"/>
            <ac:spMk id="3" creationId="{9DC35A97-A92E-4B80-A393-45A91965C94F}"/>
          </ac:spMkLst>
        </pc:spChg>
      </pc:sldChg>
      <pc:sldChg chg="modSp">
        <pc:chgData name="Anku Jaiswal" userId="15fa42f86696cacf" providerId="Windows Live" clId="Web-{452B6EF6-D6AA-4C3B-C439-718AD7F2F102}" dt="2020-09-02T01:58:04.577" v="441" actId="20577"/>
        <pc:sldMkLst>
          <pc:docMk/>
          <pc:sldMk cId="3975639465" sldId="332"/>
        </pc:sldMkLst>
        <pc:spChg chg="mod">
          <ac:chgData name="Anku Jaiswal" userId="15fa42f86696cacf" providerId="Windows Live" clId="Web-{452B6EF6-D6AA-4C3B-C439-718AD7F2F102}" dt="2020-09-02T01:58:04.577" v="441" actId="20577"/>
          <ac:spMkLst>
            <pc:docMk/>
            <pc:sldMk cId="3975639465" sldId="332"/>
            <ac:spMk id="2" creationId="{99BC6D52-B962-41AF-A63E-7C28CEB6906F}"/>
          </ac:spMkLst>
        </pc:spChg>
        <pc:spChg chg="mod">
          <ac:chgData name="Anku Jaiswal" userId="15fa42f86696cacf" providerId="Windows Live" clId="Web-{452B6EF6-D6AA-4C3B-C439-718AD7F2F102}" dt="2020-09-02T01:58:02.389" v="438" actId="20577"/>
          <ac:spMkLst>
            <pc:docMk/>
            <pc:sldMk cId="3975639465" sldId="332"/>
            <ac:spMk id="3" creationId="{7F70E854-DD01-49D8-B68D-C7C40E180492}"/>
          </ac:spMkLst>
        </pc:spChg>
      </pc:sldChg>
      <pc:sldChg chg="delSp modSp">
        <pc:chgData name="Anku Jaiswal" userId="15fa42f86696cacf" providerId="Windows Live" clId="Web-{452B6EF6-D6AA-4C3B-C439-718AD7F2F102}" dt="2020-09-02T01:59:00.233" v="459" actId="20577"/>
        <pc:sldMkLst>
          <pc:docMk/>
          <pc:sldMk cId="372510983" sldId="333"/>
        </pc:sldMkLst>
        <pc:spChg chg="del">
          <ac:chgData name="Anku Jaiswal" userId="15fa42f86696cacf" providerId="Windows Live" clId="Web-{452B6EF6-D6AA-4C3B-C439-718AD7F2F102}" dt="2020-09-02T01:58:45.499" v="457"/>
          <ac:spMkLst>
            <pc:docMk/>
            <pc:sldMk cId="372510983" sldId="333"/>
            <ac:spMk id="2" creationId="{F2D5AA7A-251B-48E7-A76A-D6EA964C2C9F}"/>
          </ac:spMkLst>
        </pc:spChg>
        <pc:spChg chg="mod">
          <ac:chgData name="Anku Jaiswal" userId="15fa42f86696cacf" providerId="Windows Live" clId="Web-{452B6EF6-D6AA-4C3B-C439-718AD7F2F102}" dt="2020-09-02T01:59:00.233" v="459" actId="20577"/>
          <ac:spMkLst>
            <pc:docMk/>
            <pc:sldMk cId="372510983" sldId="333"/>
            <ac:spMk id="3" creationId="{085E748F-BC2A-4925-879F-09FBBD9CB18D}"/>
          </ac:spMkLst>
        </pc:spChg>
      </pc:sldChg>
      <pc:sldChg chg="modSp">
        <pc:chgData name="Anku Jaiswal" userId="15fa42f86696cacf" providerId="Windows Live" clId="Web-{452B6EF6-D6AA-4C3B-C439-718AD7F2F102}" dt="2020-09-02T01:59:29.030" v="467" actId="20577"/>
        <pc:sldMkLst>
          <pc:docMk/>
          <pc:sldMk cId="2982692728" sldId="334"/>
        </pc:sldMkLst>
        <pc:spChg chg="mod">
          <ac:chgData name="Anku Jaiswal" userId="15fa42f86696cacf" providerId="Windows Live" clId="Web-{452B6EF6-D6AA-4C3B-C439-718AD7F2F102}" dt="2020-09-02T01:59:29.030" v="467" actId="20577"/>
          <ac:spMkLst>
            <pc:docMk/>
            <pc:sldMk cId="2982692728" sldId="334"/>
            <ac:spMk id="2" creationId="{4043F560-EE5A-4D14-A71D-5B7E5E428B6B}"/>
          </ac:spMkLst>
        </pc:spChg>
        <pc:spChg chg="mod">
          <ac:chgData name="Anku Jaiswal" userId="15fa42f86696cacf" providerId="Windows Live" clId="Web-{452B6EF6-D6AA-4C3B-C439-718AD7F2F102}" dt="2020-09-02T01:59:27.358" v="465" actId="20577"/>
          <ac:spMkLst>
            <pc:docMk/>
            <pc:sldMk cId="2982692728" sldId="334"/>
            <ac:spMk id="3" creationId="{0E237A3F-5F98-443E-B8A8-48552959EF38}"/>
          </ac:spMkLst>
        </pc:spChg>
      </pc:sldChg>
      <pc:sldChg chg="modSp">
        <pc:chgData name="Anku Jaiswal" userId="15fa42f86696cacf" providerId="Windows Live" clId="Web-{452B6EF6-D6AA-4C3B-C439-718AD7F2F102}" dt="2020-09-02T02:12:23.220" v="592" actId="20577"/>
        <pc:sldMkLst>
          <pc:docMk/>
          <pc:sldMk cId="1224023375" sldId="335"/>
        </pc:sldMkLst>
        <pc:spChg chg="mod">
          <ac:chgData name="Anku Jaiswal" userId="15fa42f86696cacf" providerId="Windows Live" clId="Web-{452B6EF6-D6AA-4C3B-C439-718AD7F2F102}" dt="2020-09-02T02:12:23.220" v="592" actId="20577"/>
          <ac:spMkLst>
            <pc:docMk/>
            <pc:sldMk cId="1224023375" sldId="335"/>
            <ac:spMk id="3" creationId="{D8717010-A9F8-422F-8EC9-3D57DC189F35}"/>
          </ac:spMkLst>
        </pc:spChg>
      </pc:sldChg>
      <pc:sldChg chg="modSp">
        <pc:chgData name="Anku Jaiswal" userId="15fa42f86696cacf" providerId="Windows Live" clId="Web-{452B6EF6-D6AA-4C3B-C439-718AD7F2F102}" dt="2020-09-02T02:00:06.860" v="480" actId="14100"/>
        <pc:sldMkLst>
          <pc:docMk/>
          <pc:sldMk cId="2688798866" sldId="336"/>
        </pc:sldMkLst>
        <pc:spChg chg="mod">
          <ac:chgData name="Anku Jaiswal" userId="15fa42f86696cacf" providerId="Windows Live" clId="Web-{452B6EF6-D6AA-4C3B-C439-718AD7F2F102}" dt="2020-09-02T02:00:06.860" v="480" actId="14100"/>
          <ac:spMkLst>
            <pc:docMk/>
            <pc:sldMk cId="2688798866" sldId="336"/>
            <ac:spMk id="3" creationId="{5A727449-80EB-4BCE-A2D3-697AA44055F0}"/>
          </ac:spMkLst>
        </pc:spChg>
      </pc:sldChg>
      <pc:sldChg chg="delSp modSp">
        <pc:chgData name="Anku Jaiswal" userId="15fa42f86696cacf" providerId="Windows Live" clId="Web-{452B6EF6-D6AA-4C3B-C439-718AD7F2F102}" dt="2020-09-02T02:00:36.671" v="490" actId="20577"/>
        <pc:sldMkLst>
          <pc:docMk/>
          <pc:sldMk cId="1708831430" sldId="337"/>
        </pc:sldMkLst>
        <pc:spChg chg="del">
          <ac:chgData name="Anku Jaiswal" userId="15fa42f86696cacf" providerId="Windows Live" clId="Web-{452B6EF6-D6AA-4C3B-C439-718AD7F2F102}" dt="2020-09-02T02:00:12.155" v="481"/>
          <ac:spMkLst>
            <pc:docMk/>
            <pc:sldMk cId="1708831430" sldId="337"/>
            <ac:spMk id="2" creationId="{653E994C-359F-4910-A67F-72D257DF0242}"/>
          </ac:spMkLst>
        </pc:spChg>
        <pc:spChg chg="mod">
          <ac:chgData name="Anku Jaiswal" userId="15fa42f86696cacf" providerId="Windows Live" clId="Web-{452B6EF6-D6AA-4C3B-C439-718AD7F2F102}" dt="2020-09-02T02:00:36.671" v="490" actId="20577"/>
          <ac:spMkLst>
            <pc:docMk/>
            <pc:sldMk cId="1708831430" sldId="337"/>
            <ac:spMk id="3" creationId="{C1860B00-82CB-479B-B807-18B979F03660}"/>
          </ac:spMkLst>
        </pc:spChg>
      </pc:sldChg>
      <pc:sldChg chg="modSp">
        <pc:chgData name="Anku Jaiswal" userId="15fa42f86696cacf" providerId="Windows Live" clId="Web-{452B6EF6-D6AA-4C3B-C439-718AD7F2F102}" dt="2020-09-02T02:01:48.875" v="524" actId="20577"/>
        <pc:sldMkLst>
          <pc:docMk/>
          <pc:sldMk cId="1842702437" sldId="338"/>
        </pc:sldMkLst>
        <pc:spChg chg="mod">
          <ac:chgData name="Anku Jaiswal" userId="15fa42f86696cacf" providerId="Windows Live" clId="Web-{452B6EF6-D6AA-4C3B-C439-718AD7F2F102}" dt="2020-09-02T02:01:37.140" v="513" actId="20577"/>
          <ac:spMkLst>
            <pc:docMk/>
            <pc:sldMk cId="1842702437" sldId="338"/>
            <ac:spMk id="2" creationId="{51DCF7BF-BC81-444D-8F82-53B20289DD23}"/>
          </ac:spMkLst>
        </pc:spChg>
        <pc:spChg chg="mod">
          <ac:chgData name="Anku Jaiswal" userId="15fa42f86696cacf" providerId="Windows Live" clId="Web-{452B6EF6-D6AA-4C3B-C439-718AD7F2F102}" dt="2020-09-02T02:01:48.875" v="524" actId="20577"/>
          <ac:spMkLst>
            <pc:docMk/>
            <pc:sldMk cId="1842702437" sldId="338"/>
            <ac:spMk id="3" creationId="{BC47AE7F-1E01-409F-B8D2-61B9B171642B}"/>
          </ac:spMkLst>
        </pc:spChg>
      </pc:sldChg>
      <pc:sldChg chg="delSp modSp">
        <pc:chgData name="Anku Jaiswal" userId="15fa42f86696cacf" providerId="Windows Live" clId="Web-{452B6EF6-D6AA-4C3B-C439-718AD7F2F102}" dt="2020-09-02T02:01:29.359" v="508" actId="20577"/>
        <pc:sldMkLst>
          <pc:docMk/>
          <pc:sldMk cId="1643215222" sldId="339"/>
        </pc:sldMkLst>
        <pc:spChg chg="del">
          <ac:chgData name="Anku Jaiswal" userId="15fa42f86696cacf" providerId="Windows Live" clId="Web-{452B6EF6-D6AA-4C3B-C439-718AD7F2F102}" dt="2020-09-02T02:00:43.671" v="492"/>
          <ac:spMkLst>
            <pc:docMk/>
            <pc:sldMk cId="1643215222" sldId="339"/>
            <ac:spMk id="2" creationId="{D65E8F62-5F90-482A-8951-113EE3E0AE11}"/>
          </ac:spMkLst>
        </pc:spChg>
        <pc:spChg chg="mod">
          <ac:chgData name="Anku Jaiswal" userId="15fa42f86696cacf" providerId="Windows Live" clId="Web-{452B6EF6-D6AA-4C3B-C439-718AD7F2F102}" dt="2020-09-02T02:01:29.359" v="508" actId="20577"/>
          <ac:spMkLst>
            <pc:docMk/>
            <pc:sldMk cId="1643215222" sldId="339"/>
            <ac:spMk id="3" creationId="{BC008091-F4BD-47EC-8354-1204C1E14824}"/>
          </ac:spMkLst>
        </pc:spChg>
      </pc:sldChg>
      <pc:sldChg chg="modSp">
        <pc:chgData name="Anku Jaiswal" userId="15fa42f86696cacf" providerId="Windows Live" clId="Web-{452B6EF6-D6AA-4C3B-C439-718AD7F2F102}" dt="2020-09-02T02:02:05.546" v="532" actId="20577"/>
        <pc:sldMkLst>
          <pc:docMk/>
          <pc:sldMk cId="2875300459" sldId="340"/>
        </pc:sldMkLst>
        <pc:spChg chg="mod">
          <ac:chgData name="Anku Jaiswal" userId="15fa42f86696cacf" providerId="Windows Live" clId="Web-{452B6EF6-D6AA-4C3B-C439-718AD7F2F102}" dt="2020-09-02T02:02:03.704" v="529" actId="20577"/>
          <ac:spMkLst>
            <pc:docMk/>
            <pc:sldMk cId="2875300459" sldId="340"/>
            <ac:spMk id="2" creationId="{1D440419-709A-4636-9F4B-D3D0A894FE25}"/>
          </ac:spMkLst>
        </pc:spChg>
        <pc:spChg chg="mod">
          <ac:chgData name="Anku Jaiswal" userId="15fa42f86696cacf" providerId="Windows Live" clId="Web-{452B6EF6-D6AA-4C3B-C439-718AD7F2F102}" dt="2020-09-02T02:02:05.546" v="532" actId="20577"/>
          <ac:spMkLst>
            <pc:docMk/>
            <pc:sldMk cId="2875300459" sldId="340"/>
            <ac:spMk id="3" creationId="{A6B2E3C1-B426-4D78-9FD2-2A66EF54F640}"/>
          </ac:spMkLst>
        </pc:spChg>
      </pc:sldChg>
      <pc:sldChg chg="modSp">
        <pc:chgData name="Anku Jaiswal" userId="15fa42f86696cacf" providerId="Windows Live" clId="Web-{452B6EF6-D6AA-4C3B-C439-718AD7F2F102}" dt="2020-09-02T02:02:21.156" v="544" actId="20577"/>
        <pc:sldMkLst>
          <pc:docMk/>
          <pc:sldMk cId="3780982284" sldId="341"/>
        </pc:sldMkLst>
        <pc:spChg chg="mod">
          <ac:chgData name="Anku Jaiswal" userId="15fa42f86696cacf" providerId="Windows Live" clId="Web-{452B6EF6-D6AA-4C3B-C439-718AD7F2F102}" dt="2020-09-02T02:02:14.890" v="538" actId="20577"/>
          <ac:spMkLst>
            <pc:docMk/>
            <pc:sldMk cId="3780982284" sldId="341"/>
            <ac:spMk id="2" creationId="{B663C93E-A744-46E2-9179-6D00DFECAA97}"/>
          </ac:spMkLst>
        </pc:spChg>
        <pc:spChg chg="mod">
          <ac:chgData name="Anku Jaiswal" userId="15fa42f86696cacf" providerId="Windows Live" clId="Web-{452B6EF6-D6AA-4C3B-C439-718AD7F2F102}" dt="2020-09-02T02:02:21.156" v="544" actId="20577"/>
          <ac:spMkLst>
            <pc:docMk/>
            <pc:sldMk cId="3780982284" sldId="341"/>
            <ac:spMk id="3" creationId="{A8052B11-3D79-4083-81A6-F9C971B59D68}"/>
          </ac:spMkLst>
        </pc:spChg>
      </pc:sldChg>
      <pc:sldChg chg="modSp">
        <pc:chgData name="Anku Jaiswal" userId="15fa42f86696cacf" providerId="Windows Live" clId="Web-{452B6EF6-D6AA-4C3B-C439-718AD7F2F102}" dt="2020-09-02T02:03:45.641" v="583" actId="20577"/>
        <pc:sldMkLst>
          <pc:docMk/>
          <pc:sldMk cId="1443803234" sldId="343"/>
        </pc:sldMkLst>
        <pc:spChg chg="mod">
          <ac:chgData name="Anku Jaiswal" userId="15fa42f86696cacf" providerId="Windows Live" clId="Web-{452B6EF6-D6AA-4C3B-C439-718AD7F2F102}" dt="2020-09-02T02:02:31.140" v="549" actId="20577"/>
          <ac:spMkLst>
            <pc:docMk/>
            <pc:sldMk cId="1443803234" sldId="343"/>
            <ac:spMk id="2" creationId="{EEC5C71B-6D67-4610-B4F3-AAE3B1DBDF31}"/>
          </ac:spMkLst>
        </pc:spChg>
        <pc:spChg chg="mod">
          <ac:chgData name="Anku Jaiswal" userId="15fa42f86696cacf" providerId="Windows Live" clId="Web-{452B6EF6-D6AA-4C3B-C439-718AD7F2F102}" dt="2020-09-02T02:03:45.641" v="583" actId="20577"/>
          <ac:spMkLst>
            <pc:docMk/>
            <pc:sldMk cId="1443803234" sldId="343"/>
            <ac:spMk id="3" creationId="{50349882-6B78-4877-AF80-C3904BB608BC}"/>
          </ac:spMkLst>
        </pc:spChg>
      </pc:sldChg>
      <pc:sldChg chg="modSp">
        <pc:chgData name="Anku Jaiswal" userId="15fa42f86696cacf" providerId="Windows Live" clId="Web-{452B6EF6-D6AA-4C3B-C439-718AD7F2F102}" dt="2020-09-02T02:03:29.750" v="579" actId="20577"/>
        <pc:sldMkLst>
          <pc:docMk/>
          <pc:sldMk cId="2509066634" sldId="344"/>
        </pc:sldMkLst>
        <pc:spChg chg="mod">
          <ac:chgData name="Anku Jaiswal" userId="15fa42f86696cacf" providerId="Windows Live" clId="Web-{452B6EF6-D6AA-4C3B-C439-718AD7F2F102}" dt="2020-09-02T02:03:29.750" v="579" actId="20577"/>
          <ac:spMkLst>
            <pc:docMk/>
            <pc:sldMk cId="2509066634" sldId="344"/>
            <ac:spMk id="3" creationId="{8C68CF0F-1A5D-43F9-A55E-FBFEDB1CB521}"/>
          </ac:spMkLst>
        </pc:spChg>
      </pc:sldChg>
      <pc:sldChg chg="modSp new">
        <pc:chgData name="Anku Jaiswal" userId="15fa42f86696cacf" providerId="Windows Live" clId="Web-{452B6EF6-D6AA-4C3B-C439-718AD7F2F102}" dt="2020-09-02T01:17:16.677" v="230" actId="20577"/>
        <pc:sldMkLst>
          <pc:docMk/>
          <pc:sldMk cId="1877359943" sldId="345"/>
        </pc:sldMkLst>
        <pc:spChg chg="mod">
          <ac:chgData name="Anku Jaiswal" userId="15fa42f86696cacf" providerId="Windows Live" clId="Web-{452B6EF6-D6AA-4C3B-C439-718AD7F2F102}" dt="2020-09-02T01:17:16.677" v="230" actId="20577"/>
          <ac:spMkLst>
            <pc:docMk/>
            <pc:sldMk cId="1877359943" sldId="345"/>
            <ac:spMk id="3" creationId="{1B1E31F7-50EF-4444-9447-E0DE2D2B34D8}"/>
          </ac:spMkLst>
        </pc:spChg>
      </pc:sldChg>
      <pc:sldChg chg="delSp modSp new">
        <pc:chgData name="Anku Jaiswal" userId="15fa42f86696cacf" providerId="Windows Live" clId="Web-{452B6EF6-D6AA-4C3B-C439-718AD7F2F102}" dt="2020-09-02T01:52:38.748" v="347" actId="20577"/>
        <pc:sldMkLst>
          <pc:docMk/>
          <pc:sldMk cId="447156838" sldId="346"/>
        </pc:sldMkLst>
        <pc:spChg chg="del">
          <ac:chgData name="Anku Jaiswal" userId="15fa42f86696cacf" providerId="Windows Live" clId="Web-{452B6EF6-D6AA-4C3B-C439-718AD7F2F102}" dt="2020-09-02T01:51:51.123" v="332"/>
          <ac:spMkLst>
            <pc:docMk/>
            <pc:sldMk cId="447156838" sldId="346"/>
            <ac:spMk id="2" creationId="{4A128FDC-DEEE-4E4F-B736-60C91A0BE6DA}"/>
          </ac:spMkLst>
        </pc:spChg>
        <pc:spChg chg="mod">
          <ac:chgData name="Anku Jaiswal" userId="15fa42f86696cacf" providerId="Windows Live" clId="Web-{452B6EF6-D6AA-4C3B-C439-718AD7F2F102}" dt="2020-09-02T01:52:38.748" v="347" actId="20577"/>
          <ac:spMkLst>
            <pc:docMk/>
            <pc:sldMk cId="447156838" sldId="346"/>
            <ac:spMk id="3" creationId="{2E556E92-EAAD-400D-B77B-47FE74A88B18}"/>
          </ac:spMkLst>
        </pc:spChg>
      </pc:sldChg>
      <pc:sldChg chg="delSp modSp new">
        <pc:chgData name="Anku Jaiswal" userId="15fa42f86696cacf" providerId="Windows Live" clId="Web-{452B6EF6-D6AA-4C3B-C439-718AD7F2F102}" dt="2020-09-02T01:59:18.531" v="463" actId="14100"/>
        <pc:sldMkLst>
          <pc:docMk/>
          <pc:sldMk cId="2575097354" sldId="347"/>
        </pc:sldMkLst>
        <pc:spChg chg="del">
          <ac:chgData name="Anku Jaiswal" userId="15fa42f86696cacf" providerId="Windows Live" clId="Web-{452B6EF6-D6AA-4C3B-C439-718AD7F2F102}" dt="2020-09-02T01:59:15.171" v="462"/>
          <ac:spMkLst>
            <pc:docMk/>
            <pc:sldMk cId="2575097354" sldId="347"/>
            <ac:spMk id="2" creationId="{24C995A8-F01E-4381-A96F-6B0CFE4F7424}"/>
          </ac:spMkLst>
        </pc:spChg>
        <pc:spChg chg="mod">
          <ac:chgData name="Anku Jaiswal" userId="15fa42f86696cacf" providerId="Windows Live" clId="Web-{452B6EF6-D6AA-4C3B-C439-718AD7F2F102}" dt="2020-09-02T01:59:18.531" v="463" actId="14100"/>
          <ac:spMkLst>
            <pc:docMk/>
            <pc:sldMk cId="2575097354" sldId="347"/>
            <ac:spMk id="3" creationId="{AA3940DE-D52A-49B6-8560-2FFD181CFF4B}"/>
          </ac:spMkLst>
        </pc:spChg>
      </pc:sldChg>
      <pc:sldChg chg="modSp new">
        <pc:chgData name="Anku Jaiswal" userId="15fa42f86696cacf" providerId="Windows Live" clId="Web-{452B6EF6-D6AA-4C3B-C439-718AD7F2F102}" dt="2020-09-02T02:03:57.188" v="589" actId="20577"/>
        <pc:sldMkLst>
          <pc:docMk/>
          <pc:sldMk cId="2208705376" sldId="348"/>
        </pc:sldMkLst>
        <pc:spChg chg="mod">
          <ac:chgData name="Anku Jaiswal" userId="15fa42f86696cacf" providerId="Windows Live" clId="Web-{452B6EF6-D6AA-4C3B-C439-718AD7F2F102}" dt="2020-09-02T02:03:57.188" v="589" actId="20577"/>
          <ac:spMkLst>
            <pc:docMk/>
            <pc:sldMk cId="2208705376" sldId="348"/>
            <ac:spMk id="3" creationId="{55F492D5-B4C1-4F18-9A73-64832E37DE01}"/>
          </ac:spMkLst>
        </pc:spChg>
      </pc:sldChg>
      <pc:sldChg chg="modSp new">
        <pc:chgData name="Anku Jaiswal" userId="15fa42f86696cacf" providerId="Windows Live" clId="Web-{452B6EF6-D6AA-4C3B-C439-718AD7F2F102}" dt="2020-09-02T02:13:29.111" v="611" actId="20577"/>
        <pc:sldMkLst>
          <pc:docMk/>
          <pc:sldMk cId="1466382218" sldId="349"/>
        </pc:sldMkLst>
        <pc:spChg chg="mod">
          <ac:chgData name="Anku Jaiswal" userId="15fa42f86696cacf" providerId="Windows Live" clId="Web-{452B6EF6-D6AA-4C3B-C439-718AD7F2F102}" dt="2020-09-02T02:12:57.596" v="601" actId="20577"/>
          <ac:spMkLst>
            <pc:docMk/>
            <pc:sldMk cId="1466382218" sldId="349"/>
            <ac:spMk id="2" creationId="{D817E1F7-01E6-4CB1-9314-8354E066FFB7}"/>
          </ac:spMkLst>
        </pc:spChg>
        <pc:spChg chg="mod">
          <ac:chgData name="Anku Jaiswal" userId="15fa42f86696cacf" providerId="Windows Live" clId="Web-{452B6EF6-D6AA-4C3B-C439-718AD7F2F102}" dt="2020-09-02T02:13:29.111" v="611" actId="20577"/>
          <ac:spMkLst>
            <pc:docMk/>
            <pc:sldMk cId="1466382218" sldId="349"/>
            <ac:spMk id="3" creationId="{0668DDA5-28DA-445A-9F54-112C1454281E}"/>
          </ac:spMkLst>
        </pc:spChg>
      </pc:sldChg>
      <pc:sldChg chg="modSp new">
        <pc:chgData name="Anku Jaiswal" userId="15fa42f86696cacf" providerId="Windows Live" clId="Web-{452B6EF6-D6AA-4C3B-C439-718AD7F2F102}" dt="2020-09-02T02:13:30.424" v="614" actId="20577"/>
        <pc:sldMkLst>
          <pc:docMk/>
          <pc:sldMk cId="384608478" sldId="350"/>
        </pc:sldMkLst>
        <pc:spChg chg="mod">
          <ac:chgData name="Anku Jaiswal" userId="15fa42f86696cacf" providerId="Windows Live" clId="Web-{452B6EF6-D6AA-4C3B-C439-718AD7F2F102}" dt="2020-09-02T02:13:30.424" v="614" actId="20577"/>
          <ac:spMkLst>
            <pc:docMk/>
            <pc:sldMk cId="384608478" sldId="350"/>
            <ac:spMk id="3" creationId="{DC7001DF-3F1E-47EE-B771-98EA3CD81E8E}"/>
          </ac:spMkLst>
        </pc:spChg>
      </pc:sldChg>
      <pc:sldChg chg="modSp new">
        <pc:chgData name="Anku Jaiswal" userId="15fa42f86696cacf" providerId="Windows Live" clId="Web-{452B6EF6-D6AA-4C3B-C439-718AD7F2F102}" dt="2020-09-02T02:14:06.315" v="626" actId="20577"/>
        <pc:sldMkLst>
          <pc:docMk/>
          <pc:sldMk cId="1723302205" sldId="351"/>
        </pc:sldMkLst>
        <pc:spChg chg="mod">
          <ac:chgData name="Anku Jaiswal" userId="15fa42f86696cacf" providerId="Windows Live" clId="Web-{452B6EF6-D6AA-4C3B-C439-718AD7F2F102}" dt="2020-09-02T02:14:06.315" v="626" actId="20577"/>
          <ac:spMkLst>
            <pc:docMk/>
            <pc:sldMk cId="1723302205" sldId="351"/>
            <ac:spMk id="3" creationId="{E94B1D19-8E31-4391-9ACA-A0F39BA8AC09}"/>
          </ac:spMkLst>
        </pc:spChg>
      </pc:sldChg>
      <pc:sldChg chg="modSp new">
        <pc:chgData name="Anku Jaiswal" userId="15fa42f86696cacf" providerId="Windows Live" clId="Web-{452B6EF6-D6AA-4C3B-C439-718AD7F2F102}" dt="2020-09-02T02:14:03.771" v="623" actId="20577"/>
        <pc:sldMkLst>
          <pc:docMk/>
          <pc:sldMk cId="1232908496" sldId="352"/>
        </pc:sldMkLst>
        <pc:spChg chg="mod">
          <ac:chgData name="Anku Jaiswal" userId="15fa42f86696cacf" providerId="Windows Live" clId="Web-{452B6EF6-D6AA-4C3B-C439-718AD7F2F102}" dt="2020-09-02T02:13:44.736" v="616" actId="20577"/>
          <ac:spMkLst>
            <pc:docMk/>
            <pc:sldMk cId="1232908496" sldId="352"/>
            <ac:spMk id="2" creationId="{9110D22C-FD27-4FF9-8B60-D1BF2E70E943}"/>
          </ac:spMkLst>
        </pc:spChg>
        <pc:spChg chg="mod">
          <ac:chgData name="Anku Jaiswal" userId="15fa42f86696cacf" providerId="Windows Live" clId="Web-{452B6EF6-D6AA-4C3B-C439-718AD7F2F102}" dt="2020-09-02T02:14:03.771" v="623" actId="20577"/>
          <ac:spMkLst>
            <pc:docMk/>
            <pc:sldMk cId="1232908496" sldId="352"/>
            <ac:spMk id="3" creationId="{38F5F0F0-0672-48EA-8306-BD7DDD221745}"/>
          </ac:spMkLst>
        </pc:spChg>
      </pc:sldChg>
      <pc:sldChg chg="modSp new">
        <pc:chgData name="Anku Jaiswal" userId="15fa42f86696cacf" providerId="Windows Live" clId="Web-{452B6EF6-D6AA-4C3B-C439-718AD7F2F102}" dt="2020-09-02T02:14:29.283" v="633" actId="20577"/>
        <pc:sldMkLst>
          <pc:docMk/>
          <pc:sldMk cId="1661384023" sldId="353"/>
        </pc:sldMkLst>
        <pc:spChg chg="mod">
          <ac:chgData name="Anku Jaiswal" userId="15fa42f86696cacf" providerId="Windows Live" clId="Web-{452B6EF6-D6AA-4C3B-C439-718AD7F2F102}" dt="2020-09-02T02:14:27.565" v="631" actId="20577"/>
          <ac:spMkLst>
            <pc:docMk/>
            <pc:sldMk cId="1661384023" sldId="353"/>
            <ac:spMk id="2" creationId="{BC6755BE-6AFE-4450-ABF2-8D10A80542BD}"/>
          </ac:spMkLst>
        </pc:spChg>
        <pc:spChg chg="mod">
          <ac:chgData name="Anku Jaiswal" userId="15fa42f86696cacf" providerId="Windows Live" clId="Web-{452B6EF6-D6AA-4C3B-C439-718AD7F2F102}" dt="2020-09-02T02:14:29.283" v="633" actId="20577"/>
          <ac:spMkLst>
            <pc:docMk/>
            <pc:sldMk cId="1661384023" sldId="353"/>
            <ac:spMk id="3" creationId="{652CB2CA-4B19-42BD-8865-1E9A1D33DA1C}"/>
          </ac:spMkLst>
        </pc:spChg>
      </pc:sldChg>
    </pc:docChg>
  </pc:docChgLst>
  <pc:docChgLst>
    <pc:chgData name="Anku Jaiswal" userId="15fa42f86696cacf" providerId="Windows Live" clId="Web-{E3E5BEEE-7F21-4672-5BB5-413CDA16E5A4}"/>
    <pc:docChg chg="addSld delSld modSld">
      <pc:chgData name="Anku Jaiswal" userId="15fa42f86696cacf" providerId="Windows Live" clId="Web-{E3E5BEEE-7F21-4672-5BB5-413CDA16E5A4}" dt="2020-09-04T04:50:40.019" v="111" actId="20577"/>
      <pc:docMkLst>
        <pc:docMk/>
      </pc:docMkLst>
      <pc:sldChg chg="modSp">
        <pc:chgData name="Anku Jaiswal" userId="15fa42f86696cacf" providerId="Windows Live" clId="Web-{E3E5BEEE-7F21-4672-5BB5-413CDA16E5A4}" dt="2020-09-04T04:41:33.750" v="2" actId="20577"/>
        <pc:sldMkLst>
          <pc:docMk/>
          <pc:sldMk cId="2431333913" sldId="301"/>
        </pc:sldMkLst>
        <pc:spChg chg="mod">
          <ac:chgData name="Anku Jaiswal" userId="15fa42f86696cacf" providerId="Windows Live" clId="Web-{E3E5BEEE-7F21-4672-5BB5-413CDA16E5A4}" dt="2020-09-04T04:41:33.750" v="2" actId="20577"/>
          <ac:spMkLst>
            <pc:docMk/>
            <pc:sldMk cId="2431333913" sldId="301"/>
            <ac:spMk id="3" creationId="{902983CE-3BC4-4F34-87A7-72466B7580F0}"/>
          </ac:spMkLst>
        </pc:spChg>
      </pc:sldChg>
      <pc:sldChg chg="modSp">
        <pc:chgData name="Anku Jaiswal" userId="15fa42f86696cacf" providerId="Windows Live" clId="Web-{E3E5BEEE-7F21-4672-5BB5-413CDA16E5A4}" dt="2020-09-04T04:46:26.814" v="102" actId="20577"/>
        <pc:sldMkLst>
          <pc:docMk/>
          <pc:sldMk cId="934787925" sldId="302"/>
        </pc:sldMkLst>
        <pc:spChg chg="mod">
          <ac:chgData name="Anku Jaiswal" userId="15fa42f86696cacf" providerId="Windows Live" clId="Web-{E3E5BEEE-7F21-4672-5BB5-413CDA16E5A4}" dt="2020-09-04T04:46:26.814" v="102" actId="20577"/>
          <ac:spMkLst>
            <pc:docMk/>
            <pc:sldMk cId="934787925" sldId="302"/>
            <ac:spMk id="3" creationId="{894F363F-446D-4181-9D1E-36A1DBB2C067}"/>
          </ac:spMkLst>
        </pc:spChg>
      </pc:sldChg>
      <pc:sldChg chg="modSp">
        <pc:chgData name="Anku Jaiswal" userId="15fa42f86696cacf" providerId="Windows Live" clId="Web-{E3E5BEEE-7F21-4672-5BB5-413CDA16E5A4}" dt="2020-09-04T04:42:41.829" v="49" actId="20577"/>
        <pc:sldMkLst>
          <pc:docMk/>
          <pc:sldMk cId="5678285" sldId="304"/>
        </pc:sldMkLst>
        <pc:spChg chg="mod">
          <ac:chgData name="Anku Jaiswal" userId="15fa42f86696cacf" providerId="Windows Live" clId="Web-{E3E5BEEE-7F21-4672-5BB5-413CDA16E5A4}" dt="2020-09-04T04:42:41.829" v="49" actId="20577"/>
          <ac:spMkLst>
            <pc:docMk/>
            <pc:sldMk cId="5678285" sldId="304"/>
            <ac:spMk id="2" creationId="{9CBDD670-B3E0-4D52-AC06-4CA0A84EBC9B}"/>
          </ac:spMkLst>
        </pc:spChg>
      </pc:sldChg>
      <pc:sldChg chg="modSp del">
        <pc:chgData name="Anku Jaiswal" userId="15fa42f86696cacf" providerId="Windows Live" clId="Web-{E3E5BEEE-7F21-4672-5BB5-413CDA16E5A4}" dt="2020-09-04T04:44:36.079" v="73"/>
        <pc:sldMkLst>
          <pc:docMk/>
          <pc:sldMk cId="2409372771" sldId="306"/>
        </pc:sldMkLst>
        <pc:spChg chg="mod">
          <ac:chgData name="Anku Jaiswal" userId="15fa42f86696cacf" providerId="Windows Live" clId="Web-{E3E5BEEE-7F21-4672-5BB5-413CDA16E5A4}" dt="2020-09-04T04:43:59.032" v="61" actId="20577"/>
          <ac:spMkLst>
            <pc:docMk/>
            <pc:sldMk cId="2409372771" sldId="306"/>
            <ac:spMk id="3" creationId="{8F11A6B9-3530-4964-ABEE-439319E8AC8A}"/>
          </ac:spMkLst>
        </pc:spChg>
      </pc:sldChg>
      <pc:sldChg chg="modSp">
        <pc:chgData name="Anku Jaiswal" userId="15fa42f86696cacf" providerId="Windows Live" clId="Web-{E3E5BEEE-7F21-4672-5BB5-413CDA16E5A4}" dt="2020-09-04T04:43:42.501" v="56" actId="20577"/>
        <pc:sldMkLst>
          <pc:docMk/>
          <pc:sldMk cId="918272379" sldId="319"/>
        </pc:sldMkLst>
        <pc:spChg chg="mod">
          <ac:chgData name="Anku Jaiswal" userId="15fa42f86696cacf" providerId="Windows Live" clId="Web-{E3E5BEEE-7F21-4672-5BB5-413CDA16E5A4}" dt="2020-09-04T04:43:42.501" v="56" actId="20577"/>
          <ac:spMkLst>
            <pc:docMk/>
            <pc:sldMk cId="918272379" sldId="319"/>
            <ac:spMk id="3" creationId="{FDB473EC-DD4A-40DD-9DE7-506281E6B057}"/>
          </ac:spMkLst>
        </pc:spChg>
      </pc:sldChg>
      <pc:sldChg chg="modSp">
        <pc:chgData name="Anku Jaiswal" userId="15fa42f86696cacf" providerId="Windows Live" clId="Web-{E3E5BEEE-7F21-4672-5BB5-413CDA16E5A4}" dt="2020-09-04T04:50:40.003" v="110" actId="20577"/>
        <pc:sldMkLst>
          <pc:docMk/>
          <pc:sldMk cId="4041553846" sldId="324"/>
        </pc:sldMkLst>
        <pc:spChg chg="mod">
          <ac:chgData name="Anku Jaiswal" userId="15fa42f86696cacf" providerId="Windows Live" clId="Web-{E3E5BEEE-7F21-4672-5BB5-413CDA16E5A4}" dt="2020-09-04T04:50:40.003" v="110" actId="20577"/>
          <ac:spMkLst>
            <pc:docMk/>
            <pc:sldMk cId="4041553846" sldId="324"/>
            <ac:spMk id="3" creationId="{1306532E-A852-4547-A4A3-8CFD5215E7A3}"/>
          </ac:spMkLst>
        </pc:spChg>
      </pc:sldChg>
      <pc:sldChg chg="modSp">
        <pc:chgData name="Anku Jaiswal" userId="15fa42f86696cacf" providerId="Windows Live" clId="Web-{E3E5BEEE-7F21-4672-5BB5-413CDA16E5A4}" dt="2020-09-04T04:50:09.425" v="106" actId="20577"/>
        <pc:sldMkLst>
          <pc:docMk/>
          <pc:sldMk cId="1926859859" sldId="325"/>
        </pc:sldMkLst>
        <pc:spChg chg="mod">
          <ac:chgData name="Anku Jaiswal" userId="15fa42f86696cacf" providerId="Windows Live" clId="Web-{E3E5BEEE-7F21-4672-5BB5-413CDA16E5A4}" dt="2020-09-04T04:50:09.425" v="106" actId="20577"/>
          <ac:spMkLst>
            <pc:docMk/>
            <pc:sldMk cId="1926859859" sldId="325"/>
            <ac:spMk id="3" creationId="{7D85C982-49E4-41CB-86F5-27F99E906BB9}"/>
          </ac:spMkLst>
        </pc:spChg>
      </pc:sldChg>
      <pc:sldChg chg="modSp">
        <pc:chgData name="Anku Jaiswal" userId="15fa42f86696cacf" providerId="Windows Live" clId="Web-{E3E5BEEE-7F21-4672-5BB5-413CDA16E5A4}" dt="2020-09-04T04:42:26.891" v="46" actId="20577"/>
        <pc:sldMkLst>
          <pc:docMk/>
          <pc:sldMk cId="1877359943" sldId="345"/>
        </pc:sldMkLst>
        <pc:spChg chg="mod">
          <ac:chgData name="Anku Jaiswal" userId="15fa42f86696cacf" providerId="Windows Live" clId="Web-{E3E5BEEE-7F21-4672-5BB5-413CDA16E5A4}" dt="2020-09-04T04:42:26.891" v="46" actId="20577"/>
          <ac:spMkLst>
            <pc:docMk/>
            <pc:sldMk cId="1877359943" sldId="345"/>
            <ac:spMk id="3" creationId="{1B1E31F7-50EF-4444-9447-E0DE2D2B34D8}"/>
          </ac:spMkLst>
        </pc:spChg>
      </pc:sldChg>
      <pc:sldChg chg="modSp new">
        <pc:chgData name="Anku Jaiswal" userId="15fa42f86696cacf" providerId="Windows Live" clId="Web-{E3E5BEEE-7F21-4672-5BB5-413CDA16E5A4}" dt="2020-09-04T04:45:11.845" v="95" actId="20577"/>
        <pc:sldMkLst>
          <pc:docMk/>
          <pc:sldMk cId="3301058916" sldId="355"/>
        </pc:sldMkLst>
        <pc:spChg chg="mod">
          <ac:chgData name="Anku Jaiswal" userId="15fa42f86696cacf" providerId="Windows Live" clId="Web-{E3E5BEEE-7F21-4672-5BB5-413CDA16E5A4}" dt="2020-09-04T04:44:08.657" v="71" actId="20577"/>
          <ac:spMkLst>
            <pc:docMk/>
            <pc:sldMk cId="3301058916" sldId="355"/>
            <ac:spMk id="2" creationId="{5B02B5AB-EE02-4133-8EED-22A16FF094CB}"/>
          </ac:spMkLst>
        </pc:spChg>
        <pc:spChg chg="mod">
          <ac:chgData name="Anku Jaiswal" userId="15fa42f86696cacf" providerId="Windows Live" clId="Web-{E3E5BEEE-7F21-4672-5BB5-413CDA16E5A4}" dt="2020-09-04T04:45:11.845" v="95" actId="20577"/>
          <ac:spMkLst>
            <pc:docMk/>
            <pc:sldMk cId="3301058916" sldId="355"/>
            <ac:spMk id="3" creationId="{4E33A35A-6B93-45A4-8F1B-183FC0AC29AB}"/>
          </ac:spMkLst>
        </pc:spChg>
      </pc:sldChg>
    </pc:docChg>
  </pc:docChgLst>
  <pc:docChgLst>
    <pc:chgData name="Anku Jaiswal" userId="15fa42f86696cacf" providerId="Windows Live" clId="Web-{1A62873B-210B-495A-AD7A-592CC30FA742}"/>
    <pc:docChg chg="addSld modSld addMainMaster delMainMaster">
      <pc:chgData name="Anku Jaiswal" userId="15fa42f86696cacf" providerId="Windows Live" clId="Web-{1A62873B-210B-495A-AD7A-592CC30FA742}" dt="2020-08-26T02:11:56.214" v="100"/>
      <pc:docMkLst>
        <pc:docMk/>
      </pc:docMkLst>
      <pc:sldChg chg="addSp delSp modSp mod setBg modClrScheme chgLayout">
        <pc:chgData name="Anku Jaiswal" userId="15fa42f86696cacf" providerId="Windows Live" clId="Web-{1A62873B-210B-495A-AD7A-592CC30FA742}" dt="2020-08-26T01:59:47.496" v="31"/>
        <pc:sldMkLst>
          <pc:docMk/>
          <pc:sldMk cId="109857222" sldId="256"/>
        </pc:sldMkLst>
        <pc:spChg chg="mod">
          <ac:chgData name="Anku Jaiswal" userId="15fa42f86696cacf" providerId="Windows Live" clId="Web-{1A62873B-210B-495A-AD7A-592CC30FA742}" dt="2020-08-26T01:59:47.496" v="31"/>
          <ac:spMkLst>
            <pc:docMk/>
            <pc:sldMk cId="109857222" sldId="256"/>
            <ac:spMk id="2" creationId="{00000000-0000-0000-0000-000000000000}"/>
          </ac:spMkLst>
        </pc:spChg>
        <pc:spChg chg="del mod">
          <ac:chgData name="Anku Jaiswal" userId="15fa42f86696cacf" providerId="Windows Live" clId="Web-{1A62873B-210B-495A-AD7A-592CC30FA742}" dt="2020-08-26T01:56:19.960" v="5"/>
          <ac:spMkLst>
            <pc:docMk/>
            <pc:sldMk cId="109857222" sldId="256"/>
            <ac:spMk id="3" creationId="{00000000-0000-0000-0000-000000000000}"/>
          </ac:spMkLst>
        </pc:spChg>
        <pc:spChg chg="add del">
          <ac:chgData name="Anku Jaiswal" userId="15fa42f86696cacf" providerId="Windows Live" clId="Web-{1A62873B-210B-495A-AD7A-592CC30FA742}" dt="2020-08-26T01:56:47.695" v="12"/>
          <ac:spMkLst>
            <pc:docMk/>
            <pc:sldMk cId="109857222" sldId="256"/>
            <ac:spMk id="8" creationId="{328C565D-A991-4381-AC37-76A58A4A128F}"/>
          </ac:spMkLst>
        </pc:spChg>
        <pc:spChg chg="add del">
          <ac:chgData name="Anku Jaiswal" userId="15fa42f86696cacf" providerId="Windows Live" clId="Web-{1A62873B-210B-495A-AD7A-592CC30FA742}" dt="2020-08-26T01:56:47.695" v="12"/>
          <ac:spMkLst>
            <pc:docMk/>
            <pc:sldMk cId="109857222" sldId="256"/>
            <ac:spMk id="10" creationId="{B7180431-F4DE-415D-BCBB-9316423C37C1}"/>
          </ac:spMkLst>
        </pc:spChg>
        <pc:spChg chg="add del">
          <ac:chgData name="Anku Jaiswal" userId="15fa42f86696cacf" providerId="Windows Live" clId="Web-{1A62873B-210B-495A-AD7A-592CC30FA742}" dt="2020-08-26T01:56:47.695" v="12"/>
          <ac:spMkLst>
            <pc:docMk/>
            <pc:sldMk cId="109857222" sldId="256"/>
            <ac:spMk id="12" creationId="{EEABD997-5EF9-4E9B-AFBB-F6DFAAF3ADF0}"/>
          </ac:spMkLst>
        </pc:spChg>
        <pc:spChg chg="add del">
          <ac:chgData name="Anku Jaiswal" userId="15fa42f86696cacf" providerId="Windows Live" clId="Web-{1A62873B-210B-495A-AD7A-592CC30FA742}" dt="2020-08-26T01:56:47.695" v="12"/>
          <ac:spMkLst>
            <pc:docMk/>
            <pc:sldMk cId="109857222" sldId="256"/>
            <ac:spMk id="14" creationId="{E9AB5EE6-A047-4B18-B998-D46DF3CC36FE}"/>
          </ac:spMkLst>
        </pc:spChg>
        <pc:spChg chg="add del">
          <ac:chgData name="Anku Jaiswal" userId="15fa42f86696cacf" providerId="Windows Live" clId="Web-{1A62873B-210B-495A-AD7A-592CC30FA742}" dt="2020-08-26T01:59:47.496" v="31"/>
          <ac:spMkLst>
            <pc:docMk/>
            <pc:sldMk cId="109857222" sldId="256"/>
            <ac:spMk id="19" creationId="{1ACA2EA0-FFD3-42EC-9406-B595015ED96E}"/>
          </ac:spMkLst>
        </pc:spChg>
        <pc:spChg chg="add del">
          <ac:chgData name="Anku Jaiswal" userId="15fa42f86696cacf" providerId="Windows Live" clId="Web-{1A62873B-210B-495A-AD7A-592CC30FA742}" dt="2020-08-26T01:59:47.496" v="31"/>
          <ac:spMkLst>
            <pc:docMk/>
            <pc:sldMk cId="109857222" sldId="256"/>
            <ac:spMk id="21" creationId="{D5288BCE-665C-472A-8C43-664BCFA31E43}"/>
          </ac:spMkLst>
        </pc:spChg>
        <pc:spChg chg="add del">
          <ac:chgData name="Anku Jaiswal" userId="15fa42f86696cacf" providerId="Windows Live" clId="Web-{1A62873B-210B-495A-AD7A-592CC30FA742}" dt="2020-08-26T01:59:47.496" v="31"/>
          <ac:spMkLst>
            <pc:docMk/>
            <pc:sldMk cId="109857222" sldId="256"/>
            <ac:spMk id="23" creationId="{46C57131-53A7-4C1A-BEA8-25F06A06AD29}"/>
          </ac:spMkLst>
        </pc:spChg>
        <pc:spChg chg="add">
          <ac:chgData name="Anku Jaiswal" userId="15fa42f86696cacf" providerId="Windows Live" clId="Web-{1A62873B-210B-495A-AD7A-592CC30FA742}" dt="2020-08-26T01:59:47.496" v="31"/>
          <ac:spMkLst>
            <pc:docMk/>
            <pc:sldMk cId="109857222" sldId="256"/>
            <ac:spMk id="28" creationId="{1ACA2EA0-FFD3-42EC-9406-B595015ED96E}"/>
          </ac:spMkLst>
        </pc:spChg>
        <pc:spChg chg="add">
          <ac:chgData name="Anku Jaiswal" userId="15fa42f86696cacf" providerId="Windows Live" clId="Web-{1A62873B-210B-495A-AD7A-592CC30FA742}" dt="2020-08-26T01:59:47.496" v="31"/>
          <ac:spMkLst>
            <pc:docMk/>
            <pc:sldMk cId="109857222" sldId="256"/>
            <ac:spMk id="30" creationId="{D5288BCE-665C-472A-8C43-664BCFA31E43}"/>
          </ac:spMkLst>
        </pc:spChg>
        <pc:spChg chg="add">
          <ac:chgData name="Anku Jaiswal" userId="15fa42f86696cacf" providerId="Windows Live" clId="Web-{1A62873B-210B-495A-AD7A-592CC30FA742}" dt="2020-08-26T01:59:47.496" v="31"/>
          <ac:spMkLst>
            <pc:docMk/>
            <pc:sldMk cId="109857222" sldId="256"/>
            <ac:spMk id="32" creationId="{46C57131-53A7-4C1A-BEA8-25F06A06AD29}"/>
          </ac:spMkLst>
        </pc:spChg>
      </pc:sldChg>
      <pc:sldChg chg="addSp delSp modSp new mod setBg">
        <pc:chgData name="Anku Jaiswal" userId="15fa42f86696cacf" providerId="Windows Live" clId="Web-{1A62873B-210B-495A-AD7A-592CC30FA742}" dt="2020-08-26T02:04:45.064" v="52" actId="20577"/>
        <pc:sldMkLst>
          <pc:docMk/>
          <pc:sldMk cId="4111892189" sldId="257"/>
        </pc:sldMkLst>
        <pc:spChg chg="mod">
          <ac:chgData name="Anku Jaiswal" userId="15fa42f86696cacf" providerId="Windows Live" clId="Web-{1A62873B-210B-495A-AD7A-592CC30FA742}" dt="2020-08-26T02:04:33.205" v="48" actId="20577"/>
          <ac:spMkLst>
            <pc:docMk/>
            <pc:sldMk cId="4111892189" sldId="257"/>
            <ac:spMk id="2" creationId="{C5687A25-38B8-436D-8DF7-3045DB04334E}"/>
          </ac:spMkLst>
        </pc:spChg>
        <pc:spChg chg="mod">
          <ac:chgData name="Anku Jaiswal" userId="15fa42f86696cacf" providerId="Windows Live" clId="Web-{1A62873B-210B-495A-AD7A-592CC30FA742}" dt="2020-08-26T02:04:45.064" v="52" actId="20577"/>
          <ac:spMkLst>
            <pc:docMk/>
            <pc:sldMk cId="4111892189" sldId="257"/>
            <ac:spMk id="3" creationId="{230CFF3F-B3CB-4D4D-8B3D-8D96C569BD7E}"/>
          </ac:spMkLst>
        </pc:spChg>
        <pc:spChg chg="add del">
          <ac:chgData name="Anku Jaiswal" userId="15fa42f86696cacf" providerId="Windows Live" clId="Web-{1A62873B-210B-495A-AD7A-592CC30FA742}" dt="2020-08-26T02:00:00.418" v="32"/>
          <ac:spMkLst>
            <pc:docMk/>
            <pc:sldMk cId="4111892189" sldId="257"/>
            <ac:spMk id="8" creationId="{E777E57D-6A88-4B5B-A068-2BA7FF4E8CCA}"/>
          </ac:spMkLst>
        </pc:spChg>
        <pc:spChg chg="add del">
          <ac:chgData name="Anku Jaiswal" userId="15fa42f86696cacf" providerId="Windows Live" clId="Web-{1A62873B-210B-495A-AD7A-592CC30FA742}" dt="2020-08-26T02:00:00.418" v="32"/>
          <ac:spMkLst>
            <pc:docMk/>
            <pc:sldMk cId="4111892189" sldId="257"/>
            <ac:spMk id="10" creationId="{F7117410-A2A4-4085-9ADC-46744551DBDE}"/>
          </ac:spMkLst>
        </pc:spChg>
        <pc:spChg chg="add del">
          <ac:chgData name="Anku Jaiswal" userId="15fa42f86696cacf" providerId="Windows Live" clId="Web-{1A62873B-210B-495A-AD7A-592CC30FA742}" dt="2020-08-26T02:00:00.418" v="32"/>
          <ac:spMkLst>
            <pc:docMk/>
            <pc:sldMk cId="4111892189" sldId="257"/>
            <ac:spMk id="12" creationId="{99F74EB5-E547-4FB4-95F5-BCC788F3C4A0}"/>
          </ac:spMkLst>
        </pc:spChg>
        <pc:spChg chg="add">
          <ac:chgData name="Anku Jaiswal" userId="15fa42f86696cacf" providerId="Windows Live" clId="Web-{1A62873B-210B-495A-AD7A-592CC30FA742}" dt="2020-08-26T02:00:00.418" v="32"/>
          <ac:spMkLst>
            <pc:docMk/>
            <pc:sldMk cId="4111892189" sldId="257"/>
            <ac:spMk id="17" creationId="{2029D5AD-8348-4446-B191-6A9B6FE03F21}"/>
          </ac:spMkLst>
        </pc:spChg>
        <pc:spChg chg="add">
          <ac:chgData name="Anku Jaiswal" userId="15fa42f86696cacf" providerId="Windows Live" clId="Web-{1A62873B-210B-495A-AD7A-592CC30FA742}" dt="2020-08-26T02:00:00.418" v="32"/>
          <ac:spMkLst>
            <pc:docMk/>
            <pc:sldMk cId="4111892189" sldId="257"/>
            <ac:spMk id="19" creationId="{A3F395A2-2B64-4749-BD93-2F159C7E1FB5}"/>
          </ac:spMkLst>
        </pc:spChg>
        <pc:spChg chg="add">
          <ac:chgData name="Anku Jaiswal" userId="15fa42f86696cacf" providerId="Windows Live" clId="Web-{1A62873B-210B-495A-AD7A-592CC30FA742}" dt="2020-08-26T02:00:00.418" v="32"/>
          <ac:spMkLst>
            <pc:docMk/>
            <pc:sldMk cId="4111892189" sldId="257"/>
            <ac:spMk id="21" creationId="{5CF0135B-EAB8-4CA0-896C-2D897ECD28BC}"/>
          </ac:spMkLst>
        </pc:spChg>
        <pc:spChg chg="add">
          <ac:chgData name="Anku Jaiswal" userId="15fa42f86696cacf" providerId="Windows Live" clId="Web-{1A62873B-210B-495A-AD7A-592CC30FA742}" dt="2020-08-26T02:00:00.418" v="32"/>
          <ac:spMkLst>
            <pc:docMk/>
            <pc:sldMk cId="4111892189" sldId="257"/>
            <ac:spMk id="23" creationId="{92C3387C-D24F-4737-8A37-1DC5CFF09CFA}"/>
          </ac:spMkLst>
        </pc:spChg>
      </pc:sldChg>
      <pc:sldChg chg="modSp new">
        <pc:chgData name="Anku Jaiswal" userId="15fa42f86696cacf" providerId="Windows Live" clId="Web-{1A62873B-210B-495A-AD7A-592CC30FA742}" dt="2020-08-26T02:10:08.852" v="71" actId="20577"/>
        <pc:sldMkLst>
          <pc:docMk/>
          <pc:sldMk cId="1249730923" sldId="258"/>
        </pc:sldMkLst>
        <pc:spChg chg="mod">
          <ac:chgData name="Anku Jaiswal" userId="15fa42f86696cacf" providerId="Windows Live" clId="Web-{1A62873B-210B-495A-AD7A-592CC30FA742}" dt="2020-08-26T02:05:15.799" v="61" actId="14100"/>
          <ac:spMkLst>
            <pc:docMk/>
            <pc:sldMk cId="1249730923" sldId="258"/>
            <ac:spMk id="2" creationId="{C381823D-831A-460B-BF40-7557FB41D605}"/>
          </ac:spMkLst>
        </pc:spChg>
        <pc:spChg chg="mod">
          <ac:chgData name="Anku Jaiswal" userId="15fa42f86696cacf" providerId="Windows Live" clId="Web-{1A62873B-210B-495A-AD7A-592CC30FA742}" dt="2020-08-26T02:10:08.852" v="71" actId="20577"/>
          <ac:spMkLst>
            <pc:docMk/>
            <pc:sldMk cId="1249730923" sldId="258"/>
            <ac:spMk id="3" creationId="{D4E8A82E-1449-4A16-8053-7013C3B99D15}"/>
          </ac:spMkLst>
        </pc:spChg>
      </pc:sldChg>
      <pc:sldChg chg="modSp new">
        <pc:chgData name="Anku Jaiswal" userId="15fa42f86696cacf" providerId="Windows Live" clId="Web-{1A62873B-210B-495A-AD7A-592CC30FA742}" dt="2020-08-26T02:10:15.258" v="75" actId="20577"/>
        <pc:sldMkLst>
          <pc:docMk/>
          <pc:sldMk cId="2586380704" sldId="259"/>
        </pc:sldMkLst>
        <pc:spChg chg="mod">
          <ac:chgData name="Anku Jaiswal" userId="15fa42f86696cacf" providerId="Windows Live" clId="Web-{1A62873B-210B-495A-AD7A-592CC30FA742}" dt="2020-08-26T02:10:15.258" v="75" actId="20577"/>
          <ac:spMkLst>
            <pc:docMk/>
            <pc:sldMk cId="2586380704" sldId="259"/>
            <ac:spMk id="3" creationId="{3404656A-624C-4737-A48E-0F8898FB2414}"/>
          </ac:spMkLst>
        </pc:spChg>
      </pc:sldChg>
      <pc:sldChg chg="new">
        <pc:chgData name="Anku Jaiswal" userId="15fa42f86696cacf" providerId="Windows Live" clId="Web-{1A62873B-210B-495A-AD7A-592CC30FA742}" dt="2020-08-26T02:10:16.899" v="77"/>
        <pc:sldMkLst>
          <pc:docMk/>
          <pc:sldMk cId="1359219602" sldId="260"/>
        </pc:sldMkLst>
      </pc:sldChg>
      <pc:sldChg chg="new">
        <pc:chgData name="Anku Jaiswal" userId="15fa42f86696cacf" providerId="Windows Live" clId="Web-{1A62873B-210B-495A-AD7A-592CC30FA742}" dt="2020-08-26T02:10:20.212" v="78"/>
        <pc:sldMkLst>
          <pc:docMk/>
          <pc:sldMk cId="80029895" sldId="261"/>
        </pc:sldMkLst>
      </pc:sldChg>
      <pc:sldChg chg="new">
        <pc:chgData name="Anku Jaiswal" userId="15fa42f86696cacf" providerId="Windows Live" clId="Web-{1A62873B-210B-495A-AD7A-592CC30FA742}" dt="2020-08-26T02:10:22.368" v="79"/>
        <pc:sldMkLst>
          <pc:docMk/>
          <pc:sldMk cId="3715024760" sldId="262"/>
        </pc:sldMkLst>
      </pc:sldChg>
      <pc:sldChg chg="addSp delSp modSp new mod setBg">
        <pc:chgData name="Anku Jaiswal" userId="15fa42f86696cacf" providerId="Windows Live" clId="Web-{1A62873B-210B-495A-AD7A-592CC30FA742}" dt="2020-08-26T02:11:56.214" v="100"/>
        <pc:sldMkLst>
          <pc:docMk/>
          <pc:sldMk cId="1125268546" sldId="263"/>
        </pc:sldMkLst>
        <pc:spChg chg="mod">
          <ac:chgData name="Anku Jaiswal" userId="15fa42f86696cacf" providerId="Windows Live" clId="Web-{1A62873B-210B-495A-AD7A-592CC30FA742}" dt="2020-08-26T02:11:56.214" v="100"/>
          <ac:spMkLst>
            <pc:docMk/>
            <pc:sldMk cId="1125268546" sldId="263"/>
            <ac:spMk id="2" creationId="{D84F81C7-DA9E-4F19-9BC0-93F3401847BB}"/>
          </ac:spMkLst>
        </pc:spChg>
        <pc:spChg chg="del">
          <ac:chgData name="Anku Jaiswal" userId="15fa42f86696cacf" providerId="Windows Live" clId="Web-{1A62873B-210B-495A-AD7A-592CC30FA742}" dt="2020-08-26T02:11:56.214" v="100"/>
          <ac:spMkLst>
            <pc:docMk/>
            <pc:sldMk cId="1125268546" sldId="263"/>
            <ac:spMk id="3" creationId="{D074BBD9-926D-4D38-8F2F-CC68E64922B8}"/>
          </ac:spMkLst>
        </pc:spChg>
        <pc:spChg chg="add">
          <ac:chgData name="Anku Jaiswal" userId="15fa42f86696cacf" providerId="Windows Live" clId="Web-{1A62873B-210B-495A-AD7A-592CC30FA742}" dt="2020-08-26T02:11:56.214" v="100"/>
          <ac:spMkLst>
            <pc:docMk/>
            <pc:sldMk cId="1125268546" sldId="263"/>
            <ac:spMk id="8" creationId="{8D06CE56-3881-4ADA-8CEF-D18B02C242A3}"/>
          </ac:spMkLst>
        </pc:spChg>
        <pc:spChg chg="add">
          <ac:chgData name="Anku Jaiswal" userId="15fa42f86696cacf" providerId="Windows Live" clId="Web-{1A62873B-210B-495A-AD7A-592CC30FA742}" dt="2020-08-26T02:11:56.214" v="100"/>
          <ac:spMkLst>
            <pc:docMk/>
            <pc:sldMk cId="1125268546" sldId="263"/>
            <ac:spMk id="10" creationId="{79F3C543-62EC-4433-9C93-A2CD8764E9B4}"/>
          </ac:spMkLst>
        </pc:spChg>
        <pc:spChg chg="add">
          <ac:chgData name="Anku Jaiswal" userId="15fa42f86696cacf" providerId="Windows Live" clId="Web-{1A62873B-210B-495A-AD7A-592CC30FA742}" dt="2020-08-26T02:11:56.214" v="100"/>
          <ac:spMkLst>
            <pc:docMk/>
            <pc:sldMk cId="1125268546" sldId="263"/>
            <ac:spMk id="12" creationId="{1ACA2EA0-FFD3-42EC-9406-B595015ED96E}"/>
          </ac:spMkLst>
        </pc:spChg>
        <pc:spChg chg="add">
          <ac:chgData name="Anku Jaiswal" userId="15fa42f86696cacf" providerId="Windows Live" clId="Web-{1A62873B-210B-495A-AD7A-592CC30FA742}" dt="2020-08-26T02:11:56.214" v="100"/>
          <ac:spMkLst>
            <pc:docMk/>
            <pc:sldMk cId="1125268546" sldId="263"/>
            <ac:spMk id="14" creationId="{D5288BCE-665C-472A-8C43-664BCFA31E43}"/>
          </ac:spMkLst>
        </pc:spChg>
        <pc:spChg chg="add">
          <ac:chgData name="Anku Jaiswal" userId="15fa42f86696cacf" providerId="Windows Live" clId="Web-{1A62873B-210B-495A-AD7A-592CC30FA742}" dt="2020-08-26T02:11:56.214" v="100"/>
          <ac:spMkLst>
            <pc:docMk/>
            <pc:sldMk cId="1125268546" sldId="263"/>
            <ac:spMk id="16" creationId="{46C57131-53A7-4C1A-BEA8-25F06A06AD29}"/>
          </ac:spMkLst>
        </pc:spChg>
      </pc:sldChg>
      <pc:sldChg chg="modSp new">
        <pc:chgData name="Anku Jaiswal" userId="15fa42f86696cacf" providerId="Windows Live" clId="Web-{1A62873B-210B-495A-AD7A-592CC30FA742}" dt="2020-08-26T02:10:47.275" v="84" actId="20577"/>
        <pc:sldMkLst>
          <pc:docMk/>
          <pc:sldMk cId="3557451618" sldId="264"/>
        </pc:sldMkLst>
        <pc:spChg chg="mod">
          <ac:chgData name="Anku Jaiswal" userId="15fa42f86696cacf" providerId="Windows Live" clId="Web-{1A62873B-210B-495A-AD7A-592CC30FA742}" dt="2020-08-26T02:10:47.275" v="84" actId="20577"/>
          <ac:spMkLst>
            <pc:docMk/>
            <pc:sldMk cId="3557451618" sldId="264"/>
            <ac:spMk id="3" creationId="{8051286D-8C5F-445D-A370-B903155CAD87}"/>
          </ac:spMkLst>
        </pc:spChg>
      </pc:sldChg>
      <pc:sldMasterChg chg="del delSldLayout">
        <pc:chgData name="Anku Jaiswal" userId="15fa42f86696cacf" providerId="Windows Live" clId="Web-{1A62873B-210B-495A-AD7A-592CC30FA742}" dt="2020-08-26T01:56:02.710" v="0"/>
        <pc:sldMasterMkLst>
          <pc:docMk/>
          <pc:sldMasterMk cId="2460954070" sldId="2147483660"/>
        </pc:sldMasterMkLst>
        <pc:sldLayoutChg chg="del">
          <pc:chgData name="Anku Jaiswal" userId="15fa42f86696cacf" providerId="Windows Live" clId="Web-{1A62873B-210B-495A-AD7A-592CC30FA742}" dt="2020-08-26T01:56:02.710" v="0"/>
          <pc:sldLayoutMkLst>
            <pc:docMk/>
            <pc:sldMasterMk cId="2460954070" sldId="2147483660"/>
            <pc:sldLayoutMk cId="2385387890" sldId="2147483661"/>
          </pc:sldLayoutMkLst>
        </pc:sldLayoutChg>
        <pc:sldLayoutChg chg="del">
          <pc:chgData name="Anku Jaiswal" userId="15fa42f86696cacf" providerId="Windows Live" clId="Web-{1A62873B-210B-495A-AD7A-592CC30FA742}" dt="2020-08-26T01:56:02.710" v="0"/>
          <pc:sldLayoutMkLst>
            <pc:docMk/>
            <pc:sldMasterMk cId="2460954070" sldId="2147483660"/>
            <pc:sldLayoutMk cId="949138452" sldId="2147483662"/>
          </pc:sldLayoutMkLst>
        </pc:sldLayoutChg>
        <pc:sldLayoutChg chg="del">
          <pc:chgData name="Anku Jaiswal" userId="15fa42f86696cacf" providerId="Windows Live" clId="Web-{1A62873B-210B-495A-AD7A-592CC30FA742}" dt="2020-08-26T01:56:02.710" v="0"/>
          <pc:sldLayoutMkLst>
            <pc:docMk/>
            <pc:sldMasterMk cId="2460954070" sldId="2147483660"/>
            <pc:sldLayoutMk cId="2591524520" sldId="2147483663"/>
          </pc:sldLayoutMkLst>
        </pc:sldLayoutChg>
        <pc:sldLayoutChg chg="del">
          <pc:chgData name="Anku Jaiswal" userId="15fa42f86696cacf" providerId="Windows Live" clId="Web-{1A62873B-210B-495A-AD7A-592CC30FA742}" dt="2020-08-26T01:56:02.710" v="0"/>
          <pc:sldLayoutMkLst>
            <pc:docMk/>
            <pc:sldMasterMk cId="2460954070" sldId="2147483660"/>
            <pc:sldLayoutMk cId="1203092039" sldId="2147483664"/>
          </pc:sldLayoutMkLst>
        </pc:sldLayoutChg>
        <pc:sldLayoutChg chg="del">
          <pc:chgData name="Anku Jaiswal" userId="15fa42f86696cacf" providerId="Windows Live" clId="Web-{1A62873B-210B-495A-AD7A-592CC30FA742}" dt="2020-08-26T01:56:02.710" v="0"/>
          <pc:sldLayoutMkLst>
            <pc:docMk/>
            <pc:sldMasterMk cId="2460954070" sldId="2147483660"/>
            <pc:sldLayoutMk cId="3733172339" sldId="2147483665"/>
          </pc:sldLayoutMkLst>
        </pc:sldLayoutChg>
        <pc:sldLayoutChg chg="del">
          <pc:chgData name="Anku Jaiswal" userId="15fa42f86696cacf" providerId="Windows Live" clId="Web-{1A62873B-210B-495A-AD7A-592CC30FA742}" dt="2020-08-26T01:56:02.710" v="0"/>
          <pc:sldLayoutMkLst>
            <pc:docMk/>
            <pc:sldMasterMk cId="2460954070" sldId="2147483660"/>
            <pc:sldLayoutMk cId="3210312558" sldId="2147483666"/>
          </pc:sldLayoutMkLst>
        </pc:sldLayoutChg>
        <pc:sldLayoutChg chg="del">
          <pc:chgData name="Anku Jaiswal" userId="15fa42f86696cacf" providerId="Windows Live" clId="Web-{1A62873B-210B-495A-AD7A-592CC30FA742}" dt="2020-08-26T01:56:02.710" v="0"/>
          <pc:sldLayoutMkLst>
            <pc:docMk/>
            <pc:sldMasterMk cId="2460954070" sldId="2147483660"/>
            <pc:sldLayoutMk cId="3146388984" sldId="2147483667"/>
          </pc:sldLayoutMkLst>
        </pc:sldLayoutChg>
        <pc:sldLayoutChg chg="del">
          <pc:chgData name="Anku Jaiswal" userId="15fa42f86696cacf" providerId="Windows Live" clId="Web-{1A62873B-210B-495A-AD7A-592CC30FA742}" dt="2020-08-26T01:56:02.710" v="0"/>
          <pc:sldLayoutMkLst>
            <pc:docMk/>
            <pc:sldMasterMk cId="2460954070" sldId="2147483660"/>
            <pc:sldLayoutMk cId="3171841454" sldId="2147483668"/>
          </pc:sldLayoutMkLst>
        </pc:sldLayoutChg>
        <pc:sldLayoutChg chg="del">
          <pc:chgData name="Anku Jaiswal" userId="15fa42f86696cacf" providerId="Windows Live" clId="Web-{1A62873B-210B-495A-AD7A-592CC30FA742}" dt="2020-08-26T01:56:02.710" v="0"/>
          <pc:sldLayoutMkLst>
            <pc:docMk/>
            <pc:sldMasterMk cId="2460954070" sldId="2147483660"/>
            <pc:sldLayoutMk cId="1718958274" sldId="2147483669"/>
          </pc:sldLayoutMkLst>
        </pc:sldLayoutChg>
        <pc:sldLayoutChg chg="del">
          <pc:chgData name="Anku Jaiswal" userId="15fa42f86696cacf" providerId="Windows Live" clId="Web-{1A62873B-210B-495A-AD7A-592CC30FA742}" dt="2020-08-26T01:56:02.710" v="0"/>
          <pc:sldLayoutMkLst>
            <pc:docMk/>
            <pc:sldMasterMk cId="2460954070" sldId="2147483660"/>
            <pc:sldLayoutMk cId="2202905451" sldId="2147483670"/>
          </pc:sldLayoutMkLst>
        </pc:sldLayoutChg>
        <pc:sldLayoutChg chg="del">
          <pc:chgData name="Anku Jaiswal" userId="15fa42f86696cacf" providerId="Windows Live" clId="Web-{1A62873B-210B-495A-AD7A-592CC30FA742}" dt="2020-08-26T01:56:02.710" v="0"/>
          <pc:sldLayoutMkLst>
            <pc:docMk/>
            <pc:sldMasterMk cId="2460954070" sldId="2147483660"/>
            <pc:sldLayoutMk cId="3479445657" sldId="2147483671"/>
          </pc:sldLayoutMkLst>
        </pc:sldLayoutChg>
      </pc:sldMasterChg>
      <pc:sldMasterChg chg="add del addSldLayout delSldLayout">
        <pc:chgData name="Anku Jaiswal" userId="15fa42f86696cacf" providerId="Windows Live" clId="Web-{1A62873B-210B-495A-AD7A-592CC30FA742}" dt="2020-08-26T01:56:47.695" v="12"/>
        <pc:sldMasterMkLst>
          <pc:docMk/>
          <pc:sldMasterMk cId="2959148809" sldId="2147483685"/>
        </pc:sldMasterMkLst>
        <pc:sldLayoutChg chg="add del">
          <pc:chgData name="Anku Jaiswal" userId="15fa42f86696cacf" providerId="Windows Live" clId="Web-{1A62873B-210B-495A-AD7A-592CC30FA742}" dt="2020-08-26T01:56:47.695" v="12"/>
          <pc:sldLayoutMkLst>
            <pc:docMk/>
            <pc:sldMasterMk cId="2959148809" sldId="2147483685"/>
            <pc:sldLayoutMk cId="27898159" sldId="2147483674"/>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2778086866" sldId="2147483675"/>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1967986529" sldId="2147483676"/>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1586667400" sldId="2147483677"/>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1544208237" sldId="2147483678"/>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2612622407" sldId="2147483679"/>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251585292" sldId="2147483680"/>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3557523302" sldId="2147483681"/>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2468076638" sldId="2147483682"/>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1167783946" sldId="2147483683"/>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1271179185" sldId="2147483684"/>
          </pc:sldLayoutMkLst>
        </pc:sldLayoutChg>
      </pc:sldMasterChg>
      <pc:sldMasterChg chg="add addSldLayout">
        <pc:chgData name="Anku Jaiswal" userId="15fa42f86696cacf" providerId="Windows Live" clId="Web-{1A62873B-210B-495A-AD7A-592CC30FA742}" dt="2020-08-26T01:56:47.695" v="12"/>
        <pc:sldMasterMkLst>
          <pc:docMk/>
          <pc:sldMasterMk cId="1726470361" sldId="2147483735"/>
        </pc:sldMasterMkLst>
        <pc:sldLayoutChg chg="add">
          <pc:chgData name="Anku Jaiswal" userId="15fa42f86696cacf" providerId="Windows Live" clId="Web-{1A62873B-210B-495A-AD7A-592CC30FA742}" dt="2020-08-26T01:56:47.695" v="12"/>
          <pc:sldLayoutMkLst>
            <pc:docMk/>
            <pc:sldMasterMk cId="1726470361" sldId="2147483735"/>
            <pc:sldLayoutMk cId="3712167597" sldId="2147483724"/>
          </pc:sldLayoutMkLst>
        </pc:sldLayoutChg>
        <pc:sldLayoutChg chg="add">
          <pc:chgData name="Anku Jaiswal" userId="15fa42f86696cacf" providerId="Windows Live" clId="Web-{1A62873B-210B-495A-AD7A-592CC30FA742}" dt="2020-08-26T01:56:47.695" v="12"/>
          <pc:sldLayoutMkLst>
            <pc:docMk/>
            <pc:sldMasterMk cId="1726470361" sldId="2147483735"/>
            <pc:sldLayoutMk cId="1467190392" sldId="2147483725"/>
          </pc:sldLayoutMkLst>
        </pc:sldLayoutChg>
        <pc:sldLayoutChg chg="add">
          <pc:chgData name="Anku Jaiswal" userId="15fa42f86696cacf" providerId="Windows Live" clId="Web-{1A62873B-210B-495A-AD7A-592CC30FA742}" dt="2020-08-26T01:56:47.695" v="12"/>
          <pc:sldLayoutMkLst>
            <pc:docMk/>
            <pc:sldMasterMk cId="1726470361" sldId="2147483735"/>
            <pc:sldLayoutMk cId="8523307" sldId="2147483726"/>
          </pc:sldLayoutMkLst>
        </pc:sldLayoutChg>
        <pc:sldLayoutChg chg="add">
          <pc:chgData name="Anku Jaiswal" userId="15fa42f86696cacf" providerId="Windows Live" clId="Web-{1A62873B-210B-495A-AD7A-592CC30FA742}" dt="2020-08-26T01:56:47.695" v="12"/>
          <pc:sldLayoutMkLst>
            <pc:docMk/>
            <pc:sldMasterMk cId="1726470361" sldId="2147483735"/>
            <pc:sldLayoutMk cId="3615939728" sldId="2147483727"/>
          </pc:sldLayoutMkLst>
        </pc:sldLayoutChg>
        <pc:sldLayoutChg chg="add">
          <pc:chgData name="Anku Jaiswal" userId="15fa42f86696cacf" providerId="Windows Live" clId="Web-{1A62873B-210B-495A-AD7A-592CC30FA742}" dt="2020-08-26T01:56:47.695" v="12"/>
          <pc:sldLayoutMkLst>
            <pc:docMk/>
            <pc:sldMasterMk cId="1726470361" sldId="2147483735"/>
            <pc:sldLayoutMk cId="2995213389" sldId="2147483728"/>
          </pc:sldLayoutMkLst>
        </pc:sldLayoutChg>
        <pc:sldLayoutChg chg="add">
          <pc:chgData name="Anku Jaiswal" userId="15fa42f86696cacf" providerId="Windows Live" clId="Web-{1A62873B-210B-495A-AD7A-592CC30FA742}" dt="2020-08-26T01:56:47.695" v="12"/>
          <pc:sldLayoutMkLst>
            <pc:docMk/>
            <pc:sldMasterMk cId="1726470361" sldId="2147483735"/>
            <pc:sldLayoutMk cId="1398563733" sldId="2147483729"/>
          </pc:sldLayoutMkLst>
        </pc:sldLayoutChg>
        <pc:sldLayoutChg chg="add">
          <pc:chgData name="Anku Jaiswal" userId="15fa42f86696cacf" providerId="Windows Live" clId="Web-{1A62873B-210B-495A-AD7A-592CC30FA742}" dt="2020-08-26T01:56:47.695" v="12"/>
          <pc:sldLayoutMkLst>
            <pc:docMk/>
            <pc:sldMasterMk cId="1726470361" sldId="2147483735"/>
            <pc:sldLayoutMk cId="3709221359" sldId="2147483730"/>
          </pc:sldLayoutMkLst>
        </pc:sldLayoutChg>
        <pc:sldLayoutChg chg="add">
          <pc:chgData name="Anku Jaiswal" userId="15fa42f86696cacf" providerId="Windows Live" clId="Web-{1A62873B-210B-495A-AD7A-592CC30FA742}" dt="2020-08-26T01:56:47.695" v="12"/>
          <pc:sldLayoutMkLst>
            <pc:docMk/>
            <pc:sldMasterMk cId="1726470361" sldId="2147483735"/>
            <pc:sldLayoutMk cId="151740733" sldId="2147483731"/>
          </pc:sldLayoutMkLst>
        </pc:sldLayoutChg>
        <pc:sldLayoutChg chg="add">
          <pc:chgData name="Anku Jaiswal" userId="15fa42f86696cacf" providerId="Windows Live" clId="Web-{1A62873B-210B-495A-AD7A-592CC30FA742}" dt="2020-08-26T01:56:47.695" v="12"/>
          <pc:sldLayoutMkLst>
            <pc:docMk/>
            <pc:sldMasterMk cId="1726470361" sldId="2147483735"/>
            <pc:sldLayoutMk cId="4189059203" sldId="2147483732"/>
          </pc:sldLayoutMkLst>
        </pc:sldLayoutChg>
        <pc:sldLayoutChg chg="add">
          <pc:chgData name="Anku Jaiswal" userId="15fa42f86696cacf" providerId="Windows Live" clId="Web-{1A62873B-210B-495A-AD7A-592CC30FA742}" dt="2020-08-26T01:56:47.695" v="12"/>
          <pc:sldLayoutMkLst>
            <pc:docMk/>
            <pc:sldMasterMk cId="1726470361" sldId="2147483735"/>
            <pc:sldLayoutMk cId="1596360106" sldId="2147483733"/>
          </pc:sldLayoutMkLst>
        </pc:sldLayoutChg>
        <pc:sldLayoutChg chg="add">
          <pc:chgData name="Anku Jaiswal" userId="15fa42f86696cacf" providerId="Windows Live" clId="Web-{1A62873B-210B-495A-AD7A-592CC30FA742}" dt="2020-08-26T01:56:47.695" v="12"/>
          <pc:sldLayoutMkLst>
            <pc:docMk/>
            <pc:sldMasterMk cId="1726470361" sldId="2147483735"/>
            <pc:sldLayoutMk cId="3704399881" sldId="2147483734"/>
          </pc:sldLayoutMkLst>
        </pc:sldLayoutChg>
      </pc:sldMasterChg>
    </pc:docChg>
  </pc:docChgLst>
  <pc:docChgLst>
    <pc:chgData name="Anku Jaiswal" userId="15fa42f86696cacf" providerId="Windows Live" clId="Web-{D4ABAE8F-542D-4576-86C0-84E48BC1962F}"/>
    <pc:docChg chg="addSld modSld">
      <pc:chgData name="Anku Jaiswal" userId="15fa42f86696cacf" providerId="Windows Live" clId="Web-{D4ABAE8F-542D-4576-86C0-84E48BC1962F}" dt="2020-08-28T07:23:58.211" v="646" actId="20577"/>
      <pc:docMkLst>
        <pc:docMk/>
      </pc:docMkLst>
      <pc:sldChg chg="modSp">
        <pc:chgData name="Anku Jaiswal" userId="15fa42f86696cacf" providerId="Windows Live" clId="Web-{D4ABAE8F-542D-4576-86C0-84E48BC1962F}" dt="2020-08-28T07:08:52.706" v="619" actId="20577"/>
        <pc:sldMkLst>
          <pc:docMk/>
          <pc:sldMk cId="1249730923" sldId="258"/>
        </pc:sldMkLst>
        <pc:spChg chg="mod">
          <ac:chgData name="Anku Jaiswal" userId="15fa42f86696cacf" providerId="Windows Live" clId="Web-{D4ABAE8F-542D-4576-86C0-84E48BC1962F}" dt="2020-08-28T07:08:52.706" v="619" actId="20577"/>
          <ac:spMkLst>
            <pc:docMk/>
            <pc:sldMk cId="1249730923" sldId="258"/>
            <ac:spMk id="3" creationId="{D4E8A82E-1449-4A16-8053-7013C3B99D15}"/>
          </ac:spMkLst>
        </pc:spChg>
      </pc:sldChg>
      <pc:sldChg chg="modSp">
        <pc:chgData name="Anku Jaiswal" userId="15fa42f86696cacf" providerId="Windows Live" clId="Web-{D4ABAE8F-542D-4576-86C0-84E48BC1962F}" dt="2020-08-28T06:48:10.340" v="266" actId="20577"/>
        <pc:sldMkLst>
          <pc:docMk/>
          <pc:sldMk cId="2586380704" sldId="259"/>
        </pc:sldMkLst>
        <pc:spChg chg="mod">
          <ac:chgData name="Anku Jaiswal" userId="15fa42f86696cacf" providerId="Windows Live" clId="Web-{D4ABAE8F-542D-4576-86C0-84E48BC1962F}" dt="2020-08-28T06:48:10.340" v="266" actId="20577"/>
          <ac:spMkLst>
            <pc:docMk/>
            <pc:sldMk cId="2586380704" sldId="259"/>
            <ac:spMk id="3" creationId="{3404656A-624C-4737-A48E-0F8898FB2414}"/>
          </ac:spMkLst>
        </pc:spChg>
      </pc:sldChg>
      <pc:sldChg chg="modSp">
        <pc:chgData name="Anku Jaiswal" userId="15fa42f86696cacf" providerId="Windows Live" clId="Web-{D4ABAE8F-542D-4576-86C0-84E48BC1962F}" dt="2020-08-28T07:23:58.211" v="645" actId="20577"/>
        <pc:sldMkLst>
          <pc:docMk/>
          <pc:sldMk cId="80029895" sldId="261"/>
        </pc:sldMkLst>
        <pc:spChg chg="mod">
          <ac:chgData name="Anku Jaiswal" userId="15fa42f86696cacf" providerId="Windows Live" clId="Web-{D4ABAE8F-542D-4576-86C0-84E48BC1962F}" dt="2020-08-28T07:23:58.211" v="645" actId="20577"/>
          <ac:spMkLst>
            <pc:docMk/>
            <pc:sldMk cId="80029895" sldId="261"/>
            <ac:spMk id="3" creationId="{43D7F780-9DAB-453E-89C5-ECB7D8606AF4}"/>
          </ac:spMkLst>
        </pc:spChg>
      </pc:sldChg>
      <pc:sldChg chg="modSp">
        <pc:chgData name="Anku Jaiswal" userId="15fa42f86696cacf" providerId="Windows Live" clId="Web-{D4ABAE8F-542D-4576-86C0-84E48BC1962F}" dt="2020-08-28T06:53:10.811" v="336" actId="20577"/>
        <pc:sldMkLst>
          <pc:docMk/>
          <pc:sldMk cId="3715024760" sldId="262"/>
        </pc:sldMkLst>
        <pc:spChg chg="mod">
          <ac:chgData name="Anku Jaiswal" userId="15fa42f86696cacf" providerId="Windows Live" clId="Web-{D4ABAE8F-542D-4576-86C0-84E48BC1962F}" dt="2020-08-28T06:53:10.811" v="336" actId="20577"/>
          <ac:spMkLst>
            <pc:docMk/>
            <pc:sldMk cId="3715024760" sldId="262"/>
            <ac:spMk id="3" creationId="{9472818E-99D7-4399-94E5-B01EB219E24B}"/>
          </ac:spMkLst>
        </pc:spChg>
      </pc:sldChg>
      <pc:sldChg chg="modSp">
        <pc:chgData name="Anku Jaiswal" userId="15fa42f86696cacf" providerId="Windows Live" clId="Web-{D4ABAE8F-542D-4576-86C0-84E48BC1962F}" dt="2020-08-28T07:09:18.269" v="623" actId="20577"/>
        <pc:sldMkLst>
          <pc:docMk/>
          <pc:sldMk cId="1125268546" sldId="263"/>
        </pc:sldMkLst>
        <pc:spChg chg="mod">
          <ac:chgData name="Anku Jaiswal" userId="15fa42f86696cacf" providerId="Windows Live" clId="Web-{D4ABAE8F-542D-4576-86C0-84E48BC1962F}" dt="2020-08-28T07:09:18.269" v="623" actId="20577"/>
          <ac:spMkLst>
            <pc:docMk/>
            <pc:sldMk cId="1125268546" sldId="263"/>
            <ac:spMk id="2" creationId="{D84F81C7-DA9E-4F19-9BC0-93F3401847BB}"/>
          </ac:spMkLst>
        </pc:spChg>
      </pc:sldChg>
      <pc:sldChg chg="modSp">
        <pc:chgData name="Anku Jaiswal" userId="15fa42f86696cacf" providerId="Windows Live" clId="Web-{D4ABAE8F-542D-4576-86C0-84E48BC1962F}" dt="2020-08-28T06:48:48.153" v="280" actId="20577"/>
        <pc:sldMkLst>
          <pc:docMk/>
          <pc:sldMk cId="3557451618" sldId="264"/>
        </pc:sldMkLst>
        <pc:spChg chg="mod">
          <ac:chgData name="Anku Jaiswal" userId="15fa42f86696cacf" providerId="Windows Live" clId="Web-{D4ABAE8F-542D-4576-86C0-84E48BC1962F}" dt="2020-08-28T06:48:48.153" v="280" actId="20577"/>
          <ac:spMkLst>
            <pc:docMk/>
            <pc:sldMk cId="3557451618" sldId="264"/>
            <ac:spMk id="3" creationId="{8051286D-8C5F-445D-A370-B903155CAD87}"/>
          </ac:spMkLst>
        </pc:spChg>
      </pc:sldChg>
      <pc:sldChg chg="modSp">
        <pc:chgData name="Anku Jaiswal" userId="15fa42f86696cacf" providerId="Windows Live" clId="Web-{D4ABAE8F-542D-4576-86C0-84E48BC1962F}" dt="2020-08-28T07:01:21.064" v="509" actId="20577"/>
        <pc:sldMkLst>
          <pc:docMk/>
          <pc:sldMk cId="2351835237" sldId="265"/>
        </pc:sldMkLst>
        <pc:spChg chg="mod">
          <ac:chgData name="Anku Jaiswal" userId="15fa42f86696cacf" providerId="Windows Live" clId="Web-{D4ABAE8F-542D-4576-86C0-84E48BC1962F}" dt="2020-08-28T07:01:21.064" v="509" actId="20577"/>
          <ac:spMkLst>
            <pc:docMk/>
            <pc:sldMk cId="2351835237" sldId="265"/>
            <ac:spMk id="3" creationId="{0A63F7BF-294D-4717-B09C-1AC9F6CE956F}"/>
          </ac:spMkLst>
        </pc:spChg>
      </pc:sldChg>
      <pc:sldChg chg="modSp">
        <pc:chgData name="Anku Jaiswal" userId="15fa42f86696cacf" providerId="Windows Live" clId="Web-{D4ABAE8F-542D-4576-86C0-84E48BC1962F}" dt="2020-08-28T07:00:42.344" v="492" actId="20577"/>
        <pc:sldMkLst>
          <pc:docMk/>
          <pc:sldMk cId="601333387" sldId="266"/>
        </pc:sldMkLst>
        <pc:spChg chg="mod">
          <ac:chgData name="Anku Jaiswal" userId="15fa42f86696cacf" providerId="Windows Live" clId="Web-{D4ABAE8F-542D-4576-86C0-84E48BC1962F}" dt="2020-08-28T07:00:42.344" v="492" actId="20577"/>
          <ac:spMkLst>
            <pc:docMk/>
            <pc:sldMk cId="601333387" sldId="266"/>
            <ac:spMk id="3" creationId="{380A81B0-D1A6-43A3-BB0D-3BABF4FF5A54}"/>
          </ac:spMkLst>
        </pc:spChg>
      </pc:sldChg>
      <pc:sldChg chg="modSp">
        <pc:chgData name="Anku Jaiswal" userId="15fa42f86696cacf" providerId="Windows Live" clId="Web-{D4ABAE8F-542D-4576-86C0-84E48BC1962F}" dt="2020-08-28T06:58:04.828" v="434" actId="20577"/>
        <pc:sldMkLst>
          <pc:docMk/>
          <pc:sldMk cId="2464429842" sldId="267"/>
        </pc:sldMkLst>
        <pc:spChg chg="mod">
          <ac:chgData name="Anku Jaiswal" userId="15fa42f86696cacf" providerId="Windows Live" clId="Web-{D4ABAE8F-542D-4576-86C0-84E48BC1962F}" dt="2020-08-28T06:58:04.828" v="434" actId="20577"/>
          <ac:spMkLst>
            <pc:docMk/>
            <pc:sldMk cId="2464429842" sldId="267"/>
            <ac:spMk id="3" creationId="{58B9929C-B588-450E-B691-FE1A70AFE11D}"/>
          </ac:spMkLst>
        </pc:spChg>
      </pc:sldChg>
      <pc:sldChg chg="modSp">
        <pc:chgData name="Anku Jaiswal" userId="15fa42f86696cacf" providerId="Windows Live" clId="Web-{D4ABAE8F-542D-4576-86C0-84E48BC1962F}" dt="2020-08-28T06:59:39.047" v="467" actId="20577"/>
        <pc:sldMkLst>
          <pc:docMk/>
          <pc:sldMk cId="948927307" sldId="268"/>
        </pc:sldMkLst>
        <pc:spChg chg="mod">
          <ac:chgData name="Anku Jaiswal" userId="15fa42f86696cacf" providerId="Windows Live" clId="Web-{D4ABAE8F-542D-4576-86C0-84E48BC1962F}" dt="2020-08-28T06:59:39.047" v="467" actId="20577"/>
          <ac:spMkLst>
            <pc:docMk/>
            <pc:sldMk cId="948927307" sldId="268"/>
            <ac:spMk id="3" creationId="{5DACC779-C128-44DF-8E18-6E43D4920243}"/>
          </ac:spMkLst>
        </pc:spChg>
      </pc:sldChg>
      <pc:sldChg chg="modSp">
        <pc:chgData name="Anku Jaiswal" userId="15fa42f86696cacf" providerId="Windows Live" clId="Web-{D4ABAE8F-542D-4576-86C0-84E48BC1962F}" dt="2020-08-28T06:57:23.125" v="424" actId="20577"/>
        <pc:sldMkLst>
          <pc:docMk/>
          <pc:sldMk cId="3339841593" sldId="269"/>
        </pc:sldMkLst>
        <pc:spChg chg="mod">
          <ac:chgData name="Anku Jaiswal" userId="15fa42f86696cacf" providerId="Windows Live" clId="Web-{D4ABAE8F-542D-4576-86C0-84E48BC1962F}" dt="2020-08-28T06:57:23.125" v="424" actId="20577"/>
          <ac:spMkLst>
            <pc:docMk/>
            <pc:sldMk cId="3339841593" sldId="269"/>
            <ac:spMk id="3" creationId="{B67EDCE2-2954-45FA-AABA-DECEF7CF146C}"/>
          </ac:spMkLst>
        </pc:spChg>
      </pc:sldChg>
      <pc:sldChg chg="modSp">
        <pc:chgData name="Anku Jaiswal" userId="15fa42f86696cacf" providerId="Windows Live" clId="Web-{D4ABAE8F-542D-4576-86C0-84E48BC1962F}" dt="2020-08-28T06:58:37.297" v="446" actId="20577"/>
        <pc:sldMkLst>
          <pc:docMk/>
          <pc:sldMk cId="2044082371" sldId="270"/>
        </pc:sldMkLst>
        <pc:spChg chg="mod">
          <ac:chgData name="Anku Jaiswal" userId="15fa42f86696cacf" providerId="Windows Live" clId="Web-{D4ABAE8F-542D-4576-86C0-84E48BC1962F}" dt="2020-08-28T06:58:37.297" v="446" actId="20577"/>
          <ac:spMkLst>
            <pc:docMk/>
            <pc:sldMk cId="2044082371" sldId="270"/>
            <ac:spMk id="3" creationId="{8ED1BF4C-4A58-4C4F-A984-F69FA69549EF}"/>
          </ac:spMkLst>
        </pc:spChg>
      </pc:sldChg>
      <pc:sldChg chg="modSp">
        <pc:chgData name="Anku Jaiswal" userId="15fa42f86696cacf" providerId="Windows Live" clId="Web-{D4ABAE8F-542D-4576-86C0-84E48BC1962F}" dt="2020-08-28T07:01:52.454" v="514" actId="20577"/>
        <pc:sldMkLst>
          <pc:docMk/>
          <pc:sldMk cId="505899111" sldId="276"/>
        </pc:sldMkLst>
        <pc:spChg chg="mod">
          <ac:chgData name="Anku Jaiswal" userId="15fa42f86696cacf" providerId="Windows Live" clId="Web-{D4ABAE8F-542D-4576-86C0-84E48BC1962F}" dt="2020-08-28T07:01:52.454" v="514" actId="20577"/>
          <ac:spMkLst>
            <pc:docMk/>
            <pc:sldMk cId="505899111" sldId="276"/>
            <ac:spMk id="3" creationId="{5802E105-3A57-4C52-A66B-DFA84BED783D}"/>
          </ac:spMkLst>
        </pc:spChg>
      </pc:sldChg>
      <pc:sldChg chg="modSp new">
        <pc:chgData name="Anku Jaiswal" userId="15fa42f86696cacf" providerId="Windows Live" clId="Web-{D4ABAE8F-542D-4576-86C0-84E48BC1962F}" dt="2020-08-28T06:33:43.289" v="36" actId="20577"/>
        <pc:sldMkLst>
          <pc:docMk/>
          <pc:sldMk cId="2176785783" sldId="281"/>
        </pc:sldMkLst>
        <pc:spChg chg="mod">
          <ac:chgData name="Anku Jaiswal" userId="15fa42f86696cacf" providerId="Windows Live" clId="Web-{D4ABAE8F-542D-4576-86C0-84E48BC1962F}" dt="2020-08-28T06:33:32.992" v="32" actId="20577"/>
          <ac:spMkLst>
            <pc:docMk/>
            <pc:sldMk cId="2176785783" sldId="281"/>
            <ac:spMk id="2" creationId="{208C9394-5D9E-4088-98A6-319F86CBC2DF}"/>
          </ac:spMkLst>
        </pc:spChg>
        <pc:spChg chg="mod">
          <ac:chgData name="Anku Jaiswal" userId="15fa42f86696cacf" providerId="Windows Live" clId="Web-{D4ABAE8F-542D-4576-86C0-84E48BC1962F}" dt="2020-08-28T06:33:43.289" v="36" actId="20577"/>
          <ac:spMkLst>
            <pc:docMk/>
            <pc:sldMk cId="2176785783" sldId="281"/>
            <ac:spMk id="3" creationId="{1079A323-7C23-4F51-B586-B4AF88603E0A}"/>
          </ac:spMkLst>
        </pc:spChg>
      </pc:sldChg>
      <pc:sldChg chg="addSp delSp modSp new mod setBg">
        <pc:chgData name="Anku Jaiswal" userId="15fa42f86696cacf" providerId="Windows Live" clId="Web-{D4ABAE8F-542D-4576-86C0-84E48BC1962F}" dt="2020-08-28T06:33:11.632" v="29"/>
        <pc:sldMkLst>
          <pc:docMk/>
          <pc:sldMk cId="3570473881" sldId="282"/>
        </pc:sldMkLst>
        <pc:spChg chg="mod">
          <ac:chgData name="Anku Jaiswal" userId="15fa42f86696cacf" providerId="Windows Live" clId="Web-{D4ABAE8F-542D-4576-86C0-84E48BC1962F}" dt="2020-08-28T06:33:11.632" v="29"/>
          <ac:spMkLst>
            <pc:docMk/>
            <pc:sldMk cId="3570473881" sldId="282"/>
            <ac:spMk id="2" creationId="{236479B6-D3B7-4AC1-94B0-88B2C2E31630}"/>
          </ac:spMkLst>
        </pc:spChg>
        <pc:spChg chg="del">
          <ac:chgData name="Anku Jaiswal" userId="15fa42f86696cacf" providerId="Windows Live" clId="Web-{D4ABAE8F-542D-4576-86C0-84E48BC1962F}" dt="2020-08-28T06:33:02.867" v="28"/>
          <ac:spMkLst>
            <pc:docMk/>
            <pc:sldMk cId="3570473881" sldId="282"/>
            <ac:spMk id="3" creationId="{5F338D34-424A-4C44-945D-68D91D7ABA18}"/>
          </ac:spMkLst>
        </pc:spChg>
        <pc:spChg chg="add">
          <ac:chgData name="Anku Jaiswal" userId="15fa42f86696cacf" providerId="Windows Live" clId="Web-{D4ABAE8F-542D-4576-86C0-84E48BC1962F}" dt="2020-08-28T06:33:11.632" v="29"/>
          <ac:spMkLst>
            <pc:docMk/>
            <pc:sldMk cId="3570473881" sldId="282"/>
            <ac:spMk id="9" creationId="{8D06CE56-3881-4ADA-8CEF-D18B02C242A3}"/>
          </ac:spMkLst>
        </pc:spChg>
        <pc:spChg chg="add">
          <ac:chgData name="Anku Jaiswal" userId="15fa42f86696cacf" providerId="Windows Live" clId="Web-{D4ABAE8F-542D-4576-86C0-84E48BC1962F}" dt="2020-08-28T06:33:11.632" v="29"/>
          <ac:spMkLst>
            <pc:docMk/>
            <pc:sldMk cId="3570473881" sldId="282"/>
            <ac:spMk id="11" creationId="{79F3C543-62EC-4433-9C93-A2CD8764E9B4}"/>
          </ac:spMkLst>
        </pc:spChg>
        <pc:spChg chg="add">
          <ac:chgData name="Anku Jaiswal" userId="15fa42f86696cacf" providerId="Windows Live" clId="Web-{D4ABAE8F-542D-4576-86C0-84E48BC1962F}" dt="2020-08-28T06:33:11.632" v="29"/>
          <ac:spMkLst>
            <pc:docMk/>
            <pc:sldMk cId="3570473881" sldId="282"/>
            <ac:spMk id="13" creationId="{017517EF-BD4D-4055-BDB4-A322C53568AD}"/>
          </ac:spMkLst>
        </pc:spChg>
        <pc:spChg chg="add">
          <ac:chgData name="Anku Jaiswal" userId="15fa42f86696cacf" providerId="Windows Live" clId="Web-{D4ABAE8F-542D-4576-86C0-84E48BC1962F}" dt="2020-08-28T06:33:11.632" v="29"/>
          <ac:spMkLst>
            <pc:docMk/>
            <pc:sldMk cId="3570473881" sldId="282"/>
            <ac:spMk id="15" creationId="{0ADDB668-2CA4-4D2B-9C34-3487CA330BA8}"/>
          </ac:spMkLst>
        </pc:spChg>
        <pc:spChg chg="add">
          <ac:chgData name="Anku Jaiswal" userId="15fa42f86696cacf" providerId="Windows Live" clId="Web-{D4ABAE8F-542D-4576-86C0-84E48BC1962F}" dt="2020-08-28T06:33:11.632" v="29"/>
          <ac:spMkLst>
            <pc:docMk/>
            <pc:sldMk cId="3570473881" sldId="282"/>
            <ac:spMk id="17" creationId="{2568BC19-F052-4108-93E1-6A3D1DEC072F}"/>
          </ac:spMkLst>
        </pc:spChg>
        <pc:spChg chg="add">
          <ac:chgData name="Anku Jaiswal" userId="15fa42f86696cacf" providerId="Windows Live" clId="Web-{D4ABAE8F-542D-4576-86C0-84E48BC1962F}" dt="2020-08-28T06:33:11.632" v="29"/>
          <ac:spMkLst>
            <pc:docMk/>
            <pc:sldMk cId="3570473881" sldId="282"/>
            <ac:spMk id="19" creationId="{D5FD337D-4D6B-4C8B-B6F5-121097E09881}"/>
          </ac:spMkLst>
        </pc:spChg>
        <pc:picChg chg="add mod ord">
          <ac:chgData name="Anku Jaiswal" userId="15fa42f86696cacf" providerId="Windows Live" clId="Web-{D4ABAE8F-542D-4576-86C0-84E48BC1962F}" dt="2020-08-28T06:33:11.632" v="29"/>
          <ac:picMkLst>
            <pc:docMk/>
            <pc:sldMk cId="3570473881" sldId="282"/>
            <ac:picMk id="4" creationId="{F299FF18-F64C-434E-A3A8-A079E1CB1958}"/>
          </ac:picMkLst>
        </pc:picChg>
      </pc:sldChg>
      <pc:sldChg chg="addSp delSp modSp new mod setBg">
        <pc:chgData name="Anku Jaiswal" userId="15fa42f86696cacf" providerId="Windows Live" clId="Web-{D4ABAE8F-542D-4576-86C0-84E48BC1962F}" dt="2020-08-28T06:32:05.897" v="13"/>
        <pc:sldMkLst>
          <pc:docMk/>
          <pc:sldMk cId="2720722448" sldId="283"/>
        </pc:sldMkLst>
        <pc:spChg chg="mod">
          <ac:chgData name="Anku Jaiswal" userId="15fa42f86696cacf" providerId="Windows Live" clId="Web-{D4ABAE8F-542D-4576-86C0-84E48BC1962F}" dt="2020-08-28T06:32:05.897" v="13"/>
          <ac:spMkLst>
            <pc:docMk/>
            <pc:sldMk cId="2720722448" sldId="283"/>
            <ac:spMk id="2" creationId="{76B5A3E7-891F-4891-86AD-B4C9D5601605}"/>
          </ac:spMkLst>
        </pc:spChg>
        <pc:spChg chg="del">
          <ac:chgData name="Anku Jaiswal" userId="15fa42f86696cacf" providerId="Windows Live" clId="Web-{D4ABAE8F-542D-4576-86C0-84E48BC1962F}" dt="2020-08-28T06:32:05.897" v="13"/>
          <ac:spMkLst>
            <pc:docMk/>
            <pc:sldMk cId="2720722448" sldId="283"/>
            <ac:spMk id="3" creationId="{D450F952-93D1-4E91-AC8C-D1F9FA77144B}"/>
          </ac:spMkLst>
        </pc:spChg>
        <pc:spChg chg="add del mod">
          <ac:chgData name="Anku Jaiswal" userId="15fa42f86696cacf" providerId="Windows Live" clId="Web-{D4ABAE8F-542D-4576-86C0-84E48BC1962F}" dt="2020-08-28T06:31:32.366" v="8"/>
          <ac:spMkLst>
            <pc:docMk/>
            <pc:sldMk cId="2720722448" sldId="283"/>
            <ac:spMk id="4" creationId="{828B681E-1006-4B2E-8CA1-4B7DF0B9C5FF}"/>
          </ac:spMkLst>
        </pc:spChg>
        <pc:spChg chg="add">
          <ac:chgData name="Anku Jaiswal" userId="15fa42f86696cacf" providerId="Windows Live" clId="Web-{D4ABAE8F-542D-4576-86C0-84E48BC1962F}" dt="2020-08-28T06:32:05.897" v="13"/>
          <ac:spMkLst>
            <pc:docMk/>
            <pc:sldMk cId="2720722448" sldId="283"/>
            <ac:spMk id="8" creationId="{8D06CE56-3881-4ADA-8CEF-D18B02C242A3}"/>
          </ac:spMkLst>
        </pc:spChg>
        <pc:spChg chg="add">
          <ac:chgData name="Anku Jaiswal" userId="15fa42f86696cacf" providerId="Windows Live" clId="Web-{D4ABAE8F-542D-4576-86C0-84E48BC1962F}" dt="2020-08-28T06:32:05.897" v="13"/>
          <ac:spMkLst>
            <pc:docMk/>
            <pc:sldMk cId="2720722448" sldId="283"/>
            <ac:spMk id="10" creationId="{79F3C543-62EC-4433-9C93-A2CD8764E9B4}"/>
          </ac:spMkLst>
        </pc:spChg>
        <pc:spChg chg="add">
          <ac:chgData name="Anku Jaiswal" userId="15fa42f86696cacf" providerId="Windows Live" clId="Web-{D4ABAE8F-542D-4576-86C0-84E48BC1962F}" dt="2020-08-28T06:32:05.897" v="13"/>
          <ac:spMkLst>
            <pc:docMk/>
            <pc:sldMk cId="2720722448" sldId="283"/>
            <ac:spMk id="12" creationId="{1ACA2EA0-FFD3-42EC-9406-B595015ED96E}"/>
          </ac:spMkLst>
        </pc:spChg>
        <pc:spChg chg="add">
          <ac:chgData name="Anku Jaiswal" userId="15fa42f86696cacf" providerId="Windows Live" clId="Web-{D4ABAE8F-542D-4576-86C0-84E48BC1962F}" dt="2020-08-28T06:32:05.897" v="13"/>
          <ac:spMkLst>
            <pc:docMk/>
            <pc:sldMk cId="2720722448" sldId="283"/>
            <ac:spMk id="14" creationId="{D5288BCE-665C-472A-8C43-664BCFA31E43}"/>
          </ac:spMkLst>
        </pc:spChg>
        <pc:spChg chg="add">
          <ac:chgData name="Anku Jaiswal" userId="15fa42f86696cacf" providerId="Windows Live" clId="Web-{D4ABAE8F-542D-4576-86C0-84E48BC1962F}" dt="2020-08-28T06:32:05.897" v="13"/>
          <ac:spMkLst>
            <pc:docMk/>
            <pc:sldMk cId="2720722448" sldId="283"/>
            <ac:spMk id="16" creationId="{46C57131-53A7-4C1A-BEA8-25F06A06AD29}"/>
          </ac:spMkLst>
        </pc:spChg>
      </pc:sldChg>
      <pc:sldChg chg="modSp new">
        <pc:chgData name="Anku Jaiswal" userId="15fa42f86696cacf" providerId="Windows Live" clId="Web-{D4ABAE8F-542D-4576-86C0-84E48BC1962F}" dt="2020-08-28T06:32:32.163" v="22" actId="20577"/>
        <pc:sldMkLst>
          <pc:docMk/>
          <pc:sldMk cId="3713839692" sldId="284"/>
        </pc:sldMkLst>
        <pc:spChg chg="mod">
          <ac:chgData name="Anku Jaiswal" userId="15fa42f86696cacf" providerId="Windows Live" clId="Web-{D4ABAE8F-542D-4576-86C0-84E48BC1962F}" dt="2020-08-28T06:32:25.726" v="16" actId="20577"/>
          <ac:spMkLst>
            <pc:docMk/>
            <pc:sldMk cId="3713839692" sldId="284"/>
            <ac:spMk id="2" creationId="{9BAA8291-5EBC-48F2-8A1E-77ACCD0E49A5}"/>
          </ac:spMkLst>
        </pc:spChg>
        <pc:spChg chg="mod">
          <ac:chgData name="Anku Jaiswal" userId="15fa42f86696cacf" providerId="Windows Live" clId="Web-{D4ABAE8F-542D-4576-86C0-84E48BC1962F}" dt="2020-08-28T06:32:32.163" v="22" actId="20577"/>
          <ac:spMkLst>
            <pc:docMk/>
            <pc:sldMk cId="3713839692" sldId="284"/>
            <ac:spMk id="3" creationId="{4F5C042B-474D-455F-B863-D116ECF6EC66}"/>
          </ac:spMkLst>
        </pc:spChg>
      </pc:sldChg>
      <pc:sldChg chg="modSp new">
        <pc:chgData name="Anku Jaiswal" userId="15fa42f86696cacf" providerId="Windows Live" clId="Web-{D4ABAE8F-542D-4576-86C0-84E48BC1962F}" dt="2020-08-28T06:33:01.304" v="26" actId="20577"/>
        <pc:sldMkLst>
          <pc:docMk/>
          <pc:sldMk cId="3423731860" sldId="285"/>
        </pc:sldMkLst>
        <pc:spChg chg="mod">
          <ac:chgData name="Anku Jaiswal" userId="15fa42f86696cacf" providerId="Windows Live" clId="Web-{D4ABAE8F-542D-4576-86C0-84E48BC1962F}" dt="2020-08-28T06:33:01.304" v="26" actId="20577"/>
          <ac:spMkLst>
            <pc:docMk/>
            <pc:sldMk cId="3423731860" sldId="285"/>
            <ac:spMk id="3" creationId="{4C342E84-E102-47A4-8E5A-1DFA3105EFD6}"/>
          </ac:spMkLst>
        </pc:spChg>
      </pc:sldChg>
      <pc:sldChg chg="modSp new">
        <pc:chgData name="Anku Jaiswal" userId="15fa42f86696cacf" providerId="Windows Live" clId="Web-{D4ABAE8F-542D-4576-86C0-84E48BC1962F}" dt="2020-08-28T06:37:40.259" v="105" actId="20577"/>
        <pc:sldMkLst>
          <pc:docMk/>
          <pc:sldMk cId="2855207243" sldId="286"/>
        </pc:sldMkLst>
        <pc:spChg chg="mod">
          <ac:chgData name="Anku Jaiswal" userId="15fa42f86696cacf" providerId="Windows Live" clId="Web-{D4ABAE8F-542D-4576-86C0-84E48BC1962F}" dt="2020-08-28T06:37:40.259" v="105" actId="20577"/>
          <ac:spMkLst>
            <pc:docMk/>
            <pc:sldMk cId="2855207243" sldId="286"/>
            <ac:spMk id="3" creationId="{A5820AEB-A77A-434D-BBEA-1CCD283572BE}"/>
          </ac:spMkLst>
        </pc:spChg>
      </pc:sldChg>
      <pc:sldChg chg="modSp new">
        <pc:chgData name="Anku Jaiswal" userId="15fa42f86696cacf" providerId="Windows Live" clId="Web-{D4ABAE8F-542D-4576-86C0-84E48BC1962F}" dt="2020-08-28T06:37:32.040" v="101" actId="20577"/>
        <pc:sldMkLst>
          <pc:docMk/>
          <pc:sldMk cId="3600791474" sldId="287"/>
        </pc:sldMkLst>
        <pc:spChg chg="mod">
          <ac:chgData name="Anku Jaiswal" userId="15fa42f86696cacf" providerId="Windows Live" clId="Web-{D4ABAE8F-542D-4576-86C0-84E48BC1962F}" dt="2020-08-28T06:37:23.493" v="95" actId="20577"/>
          <ac:spMkLst>
            <pc:docMk/>
            <pc:sldMk cId="3600791474" sldId="287"/>
            <ac:spMk id="2" creationId="{32A80427-AD7E-47D3-AC0F-319634048F8E}"/>
          </ac:spMkLst>
        </pc:spChg>
        <pc:spChg chg="mod">
          <ac:chgData name="Anku Jaiswal" userId="15fa42f86696cacf" providerId="Windows Live" clId="Web-{D4ABAE8F-542D-4576-86C0-84E48BC1962F}" dt="2020-08-28T06:37:32.040" v="101" actId="20577"/>
          <ac:spMkLst>
            <pc:docMk/>
            <pc:sldMk cId="3600791474" sldId="287"/>
            <ac:spMk id="3" creationId="{ABDCAED0-2A9D-4AB4-92A2-CC91B9B77C2F}"/>
          </ac:spMkLst>
        </pc:spChg>
      </pc:sldChg>
      <pc:sldChg chg="modSp new">
        <pc:chgData name="Anku Jaiswal" userId="15fa42f86696cacf" providerId="Windows Live" clId="Web-{D4ABAE8F-542D-4576-86C0-84E48BC1962F}" dt="2020-08-28T06:37:04.712" v="91" actId="20577"/>
        <pc:sldMkLst>
          <pc:docMk/>
          <pc:sldMk cId="1583890784" sldId="288"/>
        </pc:sldMkLst>
        <pc:spChg chg="mod">
          <ac:chgData name="Anku Jaiswal" userId="15fa42f86696cacf" providerId="Windows Live" clId="Web-{D4ABAE8F-542D-4576-86C0-84E48BC1962F}" dt="2020-08-28T06:37:01.602" v="87" actId="20577"/>
          <ac:spMkLst>
            <pc:docMk/>
            <pc:sldMk cId="1583890784" sldId="288"/>
            <ac:spMk id="2" creationId="{7A66C8BA-87E8-4897-9295-CDBAFA89302C}"/>
          </ac:spMkLst>
        </pc:spChg>
        <pc:spChg chg="mod">
          <ac:chgData name="Anku Jaiswal" userId="15fa42f86696cacf" providerId="Windows Live" clId="Web-{D4ABAE8F-542D-4576-86C0-84E48BC1962F}" dt="2020-08-28T06:37:04.712" v="91" actId="20577"/>
          <ac:spMkLst>
            <pc:docMk/>
            <pc:sldMk cId="1583890784" sldId="288"/>
            <ac:spMk id="3" creationId="{FBFB2EB7-FB22-41C0-AC21-3CE871BCCA0A}"/>
          </ac:spMkLst>
        </pc:spChg>
      </pc:sldChg>
      <pc:sldChg chg="addSp delSp modSp new mod setBg">
        <pc:chgData name="Anku Jaiswal" userId="15fa42f86696cacf" providerId="Windows Live" clId="Web-{D4ABAE8F-542D-4576-86C0-84E48BC1962F}" dt="2020-08-28T06:36:39.462" v="84"/>
        <pc:sldMkLst>
          <pc:docMk/>
          <pc:sldMk cId="989973372" sldId="289"/>
        </pc:sldMkLst>
        <pc:spChg chg="mod">
          <ac:chgData name="Anku Jaiswal" userId="15fa42f86696cacf" providerId="Windows Live" clId="Web-{D4ABAE8F-542D-4576-86C0-84E48BC1962F}" dt="2020-08-28T06:36:39.462" v="84"/>
          <ac:spMkLst>
            <pc:docMk/>
            <pc:sldMk cId="989973372" sldId="289"/>
            <ac:spMk id="2" creationId="{A096EB02-E685-45C1-90C7-4379ACCB53C9}"/>
          </ac:spMkLst>
        </pc:spChg>
        <pc:spChg chg="del">
          <ac:chgData name="Anku Jaiswal" userId="15fa42f86696cacf" providerId="Windows Live" clId="Web-{D4ABAE8F-542D-4576-86C0-84E48BC1962F}" dt="2020-08-28T06:36:35.805" v="83"/>
          <ac:spMkLst>
            <pc:docMk/>
            <pc:sldMk cId="989973372" sldId="289"/>
            <ac:spMk id="3" creationId="{A14F2E03-E9D4-4A04-8B0B-7A41B5603193}"/>
          </ac:spMkLst>
        </pc:spChg>
        <pc:spChg chg="add">
          <ac:chgData name="Anku Jaiswal" userId="15fa42f86696cacf" providerId="Windows Live" clId="Web-{D4ABAE8F-542D-4576-86C0-84E48BC1962F}" dt="2020-08-28T06:36:39.462" v="84"/>
          <ac:spMkLst>
            <pc:docMk/>
            <pc:sldMk cId="989973372" sldId="289"/>
            <ac:spMk id="9" creationId="{8D06CE56-3881-4ADA-8CEF-D18B02C242A3}"/>
          </ac:spMkLst>
        </pc:spChg>
        <pc:spChg chg="add">
          <ac:chgData name="Anku Jaiswal" userId="15fa42f86696cacf" providerId="Windows Live" clId="Web-{D4ABAE8F-542D-4576-86C0-84E48BC1962F}" dt="2020-08-28T06:36:39.462" v="84"/>
          <ac:spMkLst>
            <pc:docMk/>
            <pc:sldMk cId="989973372" sldId="289"/>
            <ac:spMk id="11" creationId="{79F3C543-62EC-4433-9C93-A2CD8764E9B4}"/>
          </ac:spMkLst>
        </pc:spChg>
        <pc:spChg chg="add">
          <ac:chgData name="Anku Jaiswal" userId="15fa42f86696cacf" providerId="Windows Live" clId="Web-{D4ABAE8F-542D-4576-86C0-84E48BC1962F}" dt="2020-08-28T06:36:39.462" v="84"/>
          <ac:spMkLst>
            <pc:docMk/>
            <pc:sldMk cId="989973372" sldId="289"/>
            <ac:spMk id="13" creationId="{017517EF-BD4D-4055-BDB4-A322C53568AD}"/>
          </ac:spMkLst>
        </pc:spChg>
        <pc:spChg chg="add">
          <ac:chgData name="Anku Jaiswal" userId="15fa42f86696cacf" providerId="Windows Live" clId="Web-{D4ABAE8F-542D-4576-86C0-84E48BC1962F}" dt="2020-08-28T06:36:39.462" v="84"/>
          <ac:spMkLst>
            <pc:docMk/>
            <pc:sldMk cId="989973372" sldId="289"/>
            <ac:spMk id="15" creationId="{0ADDB668-2CA4-4D2B-9C34-3487CA330BA8}"/>
          </ac:spMkLst>
        </pc:spChg>
        <pc:spChg chg="add">
          <ac:chgData name="Anku Jaiswal" userId="15fa42f86696cacf" providerId="Windows Live" clId="Web-{D4ABAE8F-542D-4576-86C0-84E48BC1962F}" dt="2020-08-28T06:36:39.462" v="84"/>
          <ac:spMkLst>
            <pc:docMk/>
            <pc:sldMk cId="989973372" sldId="289"/>
            <ac:spMk id="17" creationId="{2568BC19-F052-4108-93E1-6A3D1DEC072F}"/>
          </ac:spMkLst>
        </pc:spChg>
        <pc:spChg chg="add">
          <ac:chgData name="Anku Jaiswal" userId="15fa42f86696cacf" providerId="Windows Live" clId="Web-{D4ABAE8F-542D-4576-86C0-84E48BC1962F}" dt="2020-08-28T06:36:39.462" v="84"/>
          <ac:spMkLst>
            <pc:docMk/>
            <pc:sldMk cId="989973372" sldId="289"/>
            <ac:spMk id="19" creationId="{D5FD337D-4D6B-4C8B-B6F5-121097E09881}"/>
          </ac:spMkLst>
        </pc:spChg>
        <pc:picChg chg="add mod ord">
          <ac:chgData name="Anku Jaiswal" userId="15fa42f86696cacf" providerId="Windows Live" clId="Web-{D4ABAE8F-542D-4576-86C0-84E48BC1962F}" dt="2020-08-28T06:36:39.462" v="84"/>
          <ac:picMkLst>
            <pc:docMk/>
            <pc:sldMk cId="989973372" sldId="289"/>
            <ac:picMk id="4" creationId="{C8C8C749-58FF-4509-B205-14D4F67B5609}"/>
          </ac:picMkLst>
        </pc:picChg>
      </pc:sldChg>
      <pc:sldChg chg="modSp new">
        <pc:chgData name="Anku Jaiswal" userId="15fa42f86696cacf" providerId="Windows Live" clId="Web-{D4ABAE8F-542D-4576-86C0-84E48BC1962F}" dt="2020-08-28T06:36:15.946" v="81" actId="20577"/>
        <pc:sldMkLst>
          <pc:docMk/>
          <pc:sldMk cId="2325418954" sldId="290"/>
        </pc:sldMkLst>
        <pc:spChg chg="mod">
          <ac:chgData name="Anku Jaiswal" userId="15fa42f86696cacf" providerId="Windows Live" clId="Web-{D4ABAE8F-542D-4576-86C0-84E48BC1962F}" dt="2020-08-28T06:35:38.774" v="77" actId="20577"/>
          <ac:spMkLst>
            <pc:docMk/>
            <pc:sldMk cId="2325418954" sldId="290"/>
            <ac:spMk id="2" creationId="{19C17979-0F75-4F25-BABC-23E69E67F3F6}"/>
          </ac:spMkLst>
        </pc:spChg>
        <pc:spChg chg="mod">
          <ac:chgData name="Anku Jaiswal" userId="15fa42f86696cacf" providerId="Windows Live" clId="Web-{D4ABAE8F-542D-4576-86C0-84E48BC1962F}" dt="2020-08-28T06:36:15.946" v="81" actId="20577"/>
          <ac:spMkLst>
            <pc:docMk/>
            <pc:sldMk cId="2325418954" sldId="290"/>
            <ac:spMk id="3" creationId="{9200DC4E-5659-4390-A1E5-9870DCE39A17}"/>
          </ac:spMkLst>
        </pc:spChg>
      </pc:sldChg>
      <pc:sldChg chg="addSp delSp modSp new mod setBg">
        <pc:chgData name="Anku Jaiswal" userId="15fa42f86696cacf" providerId="Windows Live" clId="Web-{D4ABAE8F-542D-4576-86C0-84E48BC1962F}" dt="2020-08-28T06:35:25.977" v="74"/>
        <pc:sldMkLst>
          <pc:docMk/>
          <pc:sldMk cId="2240892270" sldId="291"/>
        </pc:sldMkLst>
        <pc:spChg chg="mod">
          <ac:chgData name="Anku Jaiswal" userId="15fa42f86696cacf" providerId="Windows Live" clId="Web-{D4ABAE8F-542D-4576-86C0-84E48BC1962F}" dt="2020-08-28T06:35:25.977" v="74"/>
          <ac:spMkLst>
            <pc:docMk/>
            <pc:sldMk cId="2240892270" sldId="291"/>
            <ac:spMk id="2" creationId="{50BBC78E-75D8-4EE3-A764-75F9AB2178C6}"/>
          </ac:spMkLst>
        </pc:spChg>
        <pc:spChg chg="del">
          <ac:chgData name="Anku Jaiswal" userId="15fa42f86696cacf" providerId="Windows Live" clId="Web-{D4ABAE8F-542D-4576-86C0-84E48BC1962F}" dt="2020-08-28T06:35:10.039" v="66"/>
          <ac:spMkLst>
            <pc:docMk/>
            <pc:sldMk cId="2240892270" sldId="291"/>
            <ac:spMk id="3" creationId="{75A03C0F-6DC4-4FBD-9A85-048A25140DA7}"/>
          </ac:spMkLst>
        </pc:spChg>
        <pc:spChg chg="add del">
          <ac:chgData name="Anku Jaiswal" userId="15fa42f86696cacf" providerId="Windows Live" clId="Web-{D4ABAE8F-542D-4576-86C0-84E48BC1962F}" dt="2020-08-28T06:35:25.977" v="74"/>
          <ac:spMkLst>
            <pc:docMk/>
            <pc:sldMk cId="2240892270" sldId="291"/>
            <ac:spMk id="8" creationId="{8D06CE56-3881-4ADA-8CEF-D18B02C242A3}"/>
          </ac:spMkLst>
        </pc:spChg>
        <pc:spChg chg="add del">
          <ac:chgData name="Anku Jaiswal" userId="15fa42f86696cacf" providerId="Windows Live" clId="Web-{D4ABAE8F-542D-4576-86C0-84E48BC1962F}" dt="2020-08-28T06:35:25.977" v="74"/>
          <ac:spMkLst>
            <pc:docMk/>
            <pc:sldMk cId="2240892270" sldId="291"/>
            <ac:spMk id="10" creationId="{79F3C543-62EC-4433-9C93-A2CD8764E9B4}"/>
          </ac:spMkLst>
        </pc:spChg>
        <pc:spChg chg="add del">
          <ac:chgData name="Anku Jaiswal" userId="15fa42f86696cacf" providerId="Windows Live" clId="Web-{D4ABAE8F-542D-4576-86C0-84E48BC1962F}" dt="2020-08-28T06:35:25.977" v="74"/>
          <ac:spMkLst>
            <pc:docMk/>
            <pc:sldMk cId="2240892270" sldId="291"/>
            <ac:spMk id="12" creationId="{1ACA2EA0-FFD3-42EC-9406-B595015ED96E}"/>
          </ac:spMkLst>
        </pc:spChg>
        <pc:spChg chg="add del">
          <ac:chgData name="Anku Jaiswal" userId="15fa42f86696cacf" providerId="Windows Live" clId="Web-{D4ABAE8F-542D-4576-86C0-84E48BC1962F}" dt="2020-08-28T06:35:25.977" v="74"/>
          <ac:spMkLst>
            <pc:docMk/>
            <pc:sldMk cId="2240892270" sldId="291"/>
            <ac:spMk id="14" creationId="{D5288BCE-665C-472A-8C43-664BCFA31E43}"/>
          </ac:spMkLst>
        </pc:spChg>
        <pc:spChg chg="add del">
          <ac:chgData name="Anku Jaiswal" userId="15fa42f86696cacf" providerId="Windows Live" clId="Web-{D4ABAE8F-542D-4576-86C0-84E48BC1962F}" dt="2020-08-28T06:35:25.977" v="74"/>
          <ac:spMkLst>
            <pc:docMk/>
            <pc:sldMk cId="2240892270" sldId="291"/>
            <ac:spMk id="16" creationId="{46C57131-53A7-4C1A-BEA8-25F06A06AD29}"/>
          </ac:spMkLst>
        </pc:spChg>
        <pc:spChg chg="add">
          <ac:chgData name="Anku Jaiswal" userId="15fa42f86696cacf" providerId="Windows Live" clId="Web-{D4ABAE8F-542D-4576-86C0-84E48BC1962F}" dt="2020-08-28T06:35:25.977" v="74"/>
          <ac:spMkLst>
            <pc:docMk/>
            <pc:sldMk cId="2240892270" sldId="291"/>
            <ac:spMk id="21" creationId="{8D06CE56-3881-4ADA-8CEF-D18B02C242A3}"/>
          </ac:spMkLst>
        </pc:spChg>
        <pc:spChg chg="add">
          <ac:chgData name="Anku Jaiswal" userId="15fa42f86696cacf" providerId="Windows Live" clId="Web-{D4ABAE8F-542D-4576-86C0-84E48BC1962F}" dt="2020-08-28T06:35:25.977" v="74"/>
          <ac:spMkLst>
            <pc:docMk/>
            <pc:sldMk cId="2240892270" sldId="291"/>
            <ac:spMk id="23" creationId="{79F3C543-62EC-4433-9C93-A2CD8764E9B4}"/>
          </ac:spMkLst>
        </pc:spChg>
        <pc:spChg chg="add">
          <ac:chgData name="Anku Jaiswal" userId="15fa42f86696cacf" providerId="Windows Live" clId="Web-{D4ABAE8F-542D-4576-86C0-84E48BC1962F}" dt="2020-08-28T06:35:25.977" v="74"/>
          <ac:spMkLst>
            <pc:docMk/>
            <pc:sldMk cId="2240892270" sldId="291"/>
            <ac:spMk id="25" creationId="{1ACA2EA0-FFD3-42EC-9406-B595015ED96E}"/>
          </ac:spMkLst>
        </pc:spChg>
        <pc:spChg chg="add">
          <ac:chgData name="Anku Jaiswal" userId="15fa42f86696cacf" providerId="Windows Live" clId="Web-{D4ABAE8F-542D-4576-86C0-84E48BC1962F}" dt="2020-08-28T06:35:25.977" v="74"/>
          <ac:spMkLst>
            <pc:docMk/>
            <pc:sldMk cId="2240892270" sldId="291"/>
            <ac:spMk id="27" creationId="{D5288BCE-665C-472A-8C43-664BCFA31E43}"/>
          </ac:spMkLst>
        </pc:spChg>
        <pc:spChg chg="add">
          <ac:chgData name="Anku Jaiswal" userId="15fa42f86696cacf" providerId="Windows Live" clId="Web-{D4ABAE8F-542D-4576-86C0-84E48BC1962F}" dt="2020-08-28T06:35:25.977" v="74"/>
          <ac:spMkLst>
            <pc:docMk/>
            <pc:sldMk cId="2240892270" sldId="291"/>
            <ac:spMk id="29" creationId="{46C57131-53A7-4C1A-BEA8-25F06A06AD29}"/>
          </ac:spMkLst>
        </pc:spChg>
      </pc:sldChg>
      <pc:sldChg chg="modSp new">
        <pc:chgData name="Anku Jaiswal" userId="15fa42f86696cacf" providerId="Windows Live" clId="Web-{D4ABAE8F-542D-4576-86C0-84E48BC1962F}" dt="2020-08-28T06:34:45.383" v="60" actId="20577"/>
        <pc:sldMkLst>
          <pc:docMk/>
          <pc:sldMk cId="3432317473" sldId="292"/>
        </pc:sldMkLst>
        <pc:spChg chg="mod">
          <ac:chgData name="Anku Jaiswal" userId="15fa42f86696cacf" providerId="Windows Live" clId="Web-{D4ABAE8F-542D-4576-86C0-84E48BC1962F}" dt="2020-08-28T06:34:42.008" v="56" actId="20577"/>
          <ac:spMkLst>
            <pc:docMk/>
            <pc:sldMk cId="3432317473" sldId="292"/>
            <ac:spMk id="2" creationId="{C849B7C8-571D-44EE-90B7-BF5FFAC05F4D}"/>
          </ac:spMkLst>
        </pc:spChg>
        <pc:spChg chg="mod">
          <ac:chgData name="Anku Jaiswal" userId="15fa42f86696cacf" providerId="Windows Live" clId="Web-{D4ABAE8F-542D-4576-86C0-84E48BC1962F}" dt="2020-08-28T06:34:45.383" v="60" actId="20577"/>
          <ac:spMkLst>
            <pc:docMk/>
            <pc:sldMk cId="3432317473" sldId="292"/>
            <ac:spMk id="3" creationId="{BF680010-1BFE-41EE-AF7B-EB17361A0778}"/>
          </ac:spMkLst>
        </pc:spChg>
      </pc:sldChg>
      <pc:sldChg chg="modSp new">
        <pc:chgData name="Anku Jaiswal" userId="15fa42f86696cacf" providerId="Windows Live" clId="Web-{D4ABAE8F-542D-4576-86C0-84E48BC1962F}" dt="2020-08-28T06:34:26.398" v="52" actId="20577"/>
        <pc:sldMkLst>
          <pc:docMk/>
          <pc:sldMk cId="127152931" sldId="293"/>
        </pc:sldMkLst>
        <pc:spChg chg="mod">
          <ac:chgData name="Anku Jaiswal" userId="15fa42f86696cacf" providerId="Windows Live" clId="Web-{D4ABAE8F-542D-4576-86C0-84E48BC1962F}" dt="2020-08-28T06:34:16.554" v="48" actId="20577"/>
          <ac:spMkLst>
            <pc:docMk/>
            <pc:sldMk cId="127152931" sldId="293"/>
            <ac:spMk id="2" creationId="{F3961085-7587-4B18-B1DD-DB44945DFE43}"/>
          </ac:spMkLst>
        </pc:spChg>
        <pc:spChg chg="mod">
          <ac:chgData name="Anku Jaiswal" userId="15fa42f86696cacf" providerId="Windows Live" clId="Web-{D4ABAE8F-542D-4576-86C0-84E48BC1962F}" dt="2020-08-28T06:34:26.398" v="52" actId="20577"/>
          <ac:spMkLst>
            <pc:docMk/>
            <pc:sldMk cId="127152931" sldId="293"/>
            <ac:spMk id="3" creationId="{0258A4B8-231D-4223-A626-DD9C13C4A193}"/>
          </ac:spMkLst>
        </pc:spChg>
      </pc:sldChg>
      <pc:sldChg chg="addSp delSp modSp new mod setBg">
        <pc:chgData name="Anku Jaiswal" userId="15fa42f86696cacf" providerId="Windows Live" clId="Web-{D4ABAE8F-542D-4576-86C0-84E48BC1962F}" dt="2020-08-28T06:39:35.619" v="136"/>
        <pc:sldMkLst>
          <pc:docMk/>
          <pc:sldMk cId="965174656" sldId="294"/>
        </pc:sldMkLst>
        <pc:spChg chg="del">
          <ac:chgData name="Anku Jaiswal" userId="15fa42f86696cacf" providerId="Windows Live" clId="Web-{D4ABAE8F-542D-4576-86C0-84E48BC1962F}" dt="2020-08-28T06:39:35.619" v="136"/>
          <ac:spMkLst>
            <pc:docMk/>
            <pc:sldMk cId="965174656" sldId="294"/>
            <ac:spMk id="2" creationId="{99DB3140-3C2B-4655-ADD0-CB949C3EB622}"/>
          </ac:spMkLst>
        </pc:spChg>
        <pc:spChg chg="del">
          <ac:chgData name="Anku Jaiswal" userId="15fa42f86696cacf" providerId="Windows Live" clId="Web-{D4ABAE8F-542D-4576-86C0-84E48BC1962F}" dt="2020-08-28T06:39:32.556" v="135"/>
          <ac:spMkLst>
            <pc:docMk/>
            <pc:sldMk cId="965174656" sldId="294"/>
            <ac:spMk id="3" creationId="{D7C548CA-D940-4D20-BE75-9978F32C052E}"/>
          </ac:spMkLst>
        </pc:spChg>
        <pc:spChg chg="add">
          <ac:chgData name="Anku Jaiswal" userId="15fa42f86696cacf" providerId="Windows Live" clId="Web-{D4ABAE8F-542D-4576-86C0-84E48BC1962F}" dt="2020-08-28T06:39:35.619" v="136"/>
          <ac:spMkLst>
            <pc:docMk/>
            <pc:sldMk cId="965174656" sldId="294"/>
            <ac:spMk id="9" creationId="{69E6EFEE-6516-482C-B143-F97F9BF89D0E}"/>
          </ac:spMkLst>
        </pc:spChg>
        <pc:spChg chg="add">
          <ac:chgData name="Anku Jaiswal" userId="15fa42f86696cacf" providerId="Windows Live" clId="Web-{D4ABAE8F-542D-4576-86C0-84E48BC1962F}" dt="2020-08-28T06:39:35.619" v="136"/>
          <ac:spMkLst>
            <pc:docMk/>
            <pc:sldMk cId="965174656" sldId="294"/>
            <ac:spMk id="11" creationId="{3DF0D2C0-CD0C-470C-8851-D8B2CC417CB9}"/>
          </ac:spMkLst>
        </pc:spChg>
        <pc:picChg chg="add mod ord">
          <ac:chgData name="Anku Jaiswal" userId="15fa42f86696cacf" providerId="Windows Live" clId="Web-{D4ABAE8F-542D-4576-86C0-84E48BC1962F}" dt="2020-08-28T06:39:35.619" v="136"/>
          <ac:picMkLst>
            <pc:docMk/>
            <pc:sldMk cId="965174656" sldId="294"/>
            <ac:picMk id="4" creationId="{75447571-318A-4B38-84C1-4EE1CBDE37CE}"/>
          </ac:picMkLst>
        </pc:picChg>
      </pc:sldChg>
      <pc:sldChg chg="modSp new">
        <pc:chgData name="Anku Jaiswal" userId="15fa42f86696cacf" providerId="Windows Live" clId="Web-{D4ABAE8F-542D-4576-86C0-84E48BC1962F}" dt="2020-08-28T06:40:02.713" v="143" actId="20577"/>
        <pc:sldMkLst>
          <pc:docMk/>
          <pc:sldMk cId="2815244809" sldId="295"/>
        </pc:sldMkLst>
        <pc:spChg chg="mod">
          <ac:chgData name="Anku Jaiswal" userId="15fa42f86696cacf" providerId="Windows Live" clId="Web-{D4ABAE8F-542D-4576-86C0-84E48BC1962F}" dt="2020-08-28T06:39:57.759" v="139" actId="20577"/>
          <ac:spMkLst>
            <pc:docMk/>
            <pc:sldMk cId="2815244809" sldId="295"/>
            <ac:spMk id="2" creationId="{AE416214-702E-4684-9AFD-949703BE14BF}"/>
          </ac:spMkLst>
        </pc:spChg>
        <pc:spChg chg="mod">
          <ac:chgData name="Anku Jaiswal" userId="15fa42f86696cacf" providerId="Windows Live" clId="Web-{D4ABAE8F-542D-4576-86C0-84E48BC1962F}" dt="2020-08-28T06:40:02.713" v="143" actId="20577"/>
          <ac:spMkLst>
            <pc:docMk/>
            <pc:sldMk cId="2815244809" sldId="295"/>
            <ac:spMk id="3" creationId="{B712636C-19B9-4FEC-AA2D-7443D5129D41}"/>
          </ac:spMkLst>
        </pc:spChg>
      </pc:sldChg>
      <pc:sldChg chg="modSp new">
        <pc:chgData name="Anku Jaiswal" userId="15fa42f86696cacf" providerId="Windows Live" clId="Web-{D4ABAE8F-542D-4576-86C0-84E48BC1962F}" dt="2020-08-28T06:39:30.853" v="133" actId="20577"/>
        <pc:sldMkLst>
          <pc:docMk/>
          <pc:sldMk cId="1560936181" sldId="296"/>
        </pc:sldMkLst>
        <pc:spChg chg="mod">
          <ac:chgData name="Anku Jaiswal" userId="15fa42f86696cacf" providerId="Windows Live" clId="Web-{D4ABAE8F-542D-4576-86C0-84E48BC1962F}" dt="2020-08-28T06:39:10.790" v="129" actId="20577"/>
          <ac:spMkLst>
            <pc:docMk/>
            <pc:sldMk cId="1560936181" sldId="296"/>
            <ac:spMk id="2" creationId="{F0BAFD8B-FB74-4839-BC97-EEE8E48880E5}"/>
          </ac:spMkLst>
        </pc:spChg>
        <pc:spChg chg="mod">
          <ac:chgData name="Anku Jaiswal" userId="15fa42f86696cacf" providerId="Windows Live" clId="Web-{D4ABAE8F-542D-4576-86C0-84E48BC1962F}" dt="2020-08-28T06:39:30.853" v="133" actId="20577"/>
          <ac:spMkLst>
            <pc:docMk/>
            <pc:sldMk cId="1560936181" sldId="296"/>
            <ac:spMk id="3" creationId="{2FABA54D-1EE8-4139-9A38-4DB203B74821}"/>
          </ac:spMkLst>
        </pc:spChg>
      </pc:sldChg>
      <pc:sldChg chg="addSp delSp modSp new mod setBg">
        <pc:chgData name="Anku Jaiswal" userId="15fa42f86696cacf" providerId="Windows Live" clId="Web-{D4ABAE8F-542D-4576-86C0-84E48BC1962F}" dt="2020-08-28T06:38:51.572" v="126"/>
        <pc:sldMkLst>
          <pc:docMk/>
          <pc:sldMk cId="459097045" sldId="297"/>
        </pc:sldMkLst>
        <pc:spChg chg="mod">
          <ac:chgData name="Anku Jaiswal" userId="15fa42f86696cacf" providerId="Windows Live" clId="Web-{D4ABAE8F-542D-4576-86C0-84E48BC1962F}" dt="2020-08-28T06:38:51.572" v="126"/>
          <ac:spMkLst>
            <pc:docMk/>
            <pc:sldMk cId="459097045" sldId="297"/>
            <ac:spMk id="2" creationId="{308D4A3F-DA4E-4A95-85EA-832BC35FC119}"/>
          </ac:spMkLst>
        </pc:spChg>
        <pc:spChg chg="del">
          <ac:chgData name="Anku Jaiswal" userId="15fa42f86696cacf" providerId="Windows Live" clId="Web-{D4ABAE8F-542D-4576-86C0-84E48BC1962F}" dt="2020-08-28T06:38:38.665" v="121"/>
          <ac:spMkLst>
            <pc:docMk/>
            <pc:sldMk cId="459097045" sldId="297"/>
            <ac:spMk id="3" creationId="{13F304E5-4E74-4D19-A13C-C77DEF0D443D}"/>
          </ac:spMkLst>
        </pc:spChg>
        <pc:spChg chg="add del">
          <ac:chgData name="Anku Jaiswal" userId="15fa42f86696cacf" providerId="Windows Live" clId="Web-{D4ABAE8F-542D-4576-86C0-84E48BC1962F}" dt="2020-08-28T06:38:51.572" v="126"/>
          <ac:spMkLst>
            <pc:docMk/>
            <pc:sldMk cId="459097045" sldId="297"/>
            <ac:spMk id="8" creationId="{8D06CE56-3881-4ADA-8CEF-D18B02C242A3}"/>
          </ac:spMkLst>
        </pc:spChg>
        <pc:spChg chg="add del">
          <ac:chgData name="Anku Jaiswal" userId="15fa42f86696cacf" providerId="Windows Live" clId="Web-{D4ABAE8F-542D-4576-86C0-84E48BC1962F}" dt="2020-08-28T06:38:51.572" v="126"/>
          <ac:spMkLst>
            <pc:docMk/>
            <pc:sldMk cId="459097045" sldId="297"/>
            <ac:spMk id="10" creationId="{79F3C543-62EC-4433-9C93-A2CD8764E9B4}"/>
          </ac:spMkLst>
        </pc:spChg>
        <pc:spChg chg="add del">
          <ac:chgData name="Anku Jaiswal" userId="15fa42f86696cacf" providerId="Windows Live" clId="Web-{D4ABAE8F-542D-4576-86C0-84E48BC1962F}" dt="2020-08-28T06:38:51.572" v="126"/>
          <ac:spMkLst>
            <pc:docMk/>
            <pc:sldMk cId="459097045" sldId="297"/>
            <ac:spMk id="12" creationId="{1ACA2EA0-FFD3-42EC-9406-B595015ED96E}"/>
          </ac:spMkLst>
        </pc:spChg>
        <pc:spChg chg="add del">
          <ac:chgData name="Anku Jaiswal" userId="15fa42f86696cacf" providerId="Windows Live" clId="Web-{D4ABAE8F-542D-4576-86C0-84E48BC1962F}" dt="2020-08-28T06:38:51.572" v="126"/>
          <ac:spMkLst>
            <pc:docMk/>
            <pc:sldMk cId="459097045" sldId="297"/>
            <ac:spMk id="14" creationId="{D5288BCE-665C-472A-8C43-664BCFA31E43}"/>
          </ac:spMkLst>
        </pc:spChg>
        <pc:spChg chg="add del">
          <ac:chgData name="Anku Jaiswal" userId="15fa42f86696cacf" providerId="Windows Live" clId="Web-{D4ABAE8F-542D-4576-86C0-84E48BC1962F}" dt="2020-08-28T06:38:51.572" v="126"/>
          <ac:spMkLst>
            <pc:docMk/>
            <pc:sldMk cId="459097045" sldId="297"/>
            <ac:spMk id="16" creationId="{46C57131-53A7-4C1A-BEA8-25F06A06AD29}"/>
          </ac:spMkLst>
        </pc:spChg>
        <pc:spChg chg="add">
          <ac:chgData name="Anku Jaiswal" userId="15fa42f86696cacf" providerId="Windows Live" clId="Web-{D4ABAE8F-542D-4576-86C0-84E48BC1962F}" dt="2020-08-28T06:38:51.572" v="126"/>
          <ac:spMkLst>
            <pc:docMk/>
            <pc:sldMk cId="459097045" sldId="297"/>
            <ac:spMk id="21" creationId="{8D06CE56-3881-4ADA-8CEF-D18B02C242A3}"/>
          </ac:spMkLst>
        </pc:spChg>
        <pc:spChg chg="add">
          <ac:chgData name="Anku Jaiswal" userId="15fa42f86696cacf" providerId="Windows Live" clId="Web-{D4ABAE8F-542D-4576-86C0-84E48BC1962F}" dt="2020-08-28T06:38:51.572" v="126"/>
          <ac:spMkLst>
            <pc:docMk/>
            <pc:sldMk cId="459097045" sldId="297"/>
            <ac:spMk id="23" creationId="{79F3C543-62EC-4433-9C93-A2CD8764E9B4}"/>
          </ac:spMkLst>
        </pc:spChg>
        <pc:spChg chg="add">
          <ac:chgData name="Anku Jaiswal" userId="15fa42f86696cacf" providerId="Windows Live" clId="Web-{D4ABAE8F-542D-4576-86C0-84E48BC1962F}" dt="2020-08-28T06:38:51.572" v="126"/>
          <ac:spMkLst>
            <pc:docMk/>
            <pc:sldMk cId="459097045" sldId="297"/>
            <ac:spMk id="25" creationId="{1ACA2EA0-FFD3-42EC-9406-B595015ED96E}"/>
          </ac:spMkLst>
        </pc:spChg>
        <pc:spChg chg="add">
          <ac:chgData name="Anku Jaiswal" userId="15fa42f86696cacf" providerId="Windows Live" clId="Web-{D4ABAE8F-542D-4576-86C0-84E48BC1962F}" dt="2020-08-28T06:38:51.572" v="126"/>
          <ac:spMkLst>
            <pc:docMk/>
            <pc:sldMk cId="459097045" sldId="297"/>
            <ac:spMk id="27" creationId="{D5288BCE-665C-472A-8C43-664BCFA31E43}"/>
          </ac:spMkLst>
        </pc:spChg>
        <pc:spChg chg="add">
          <ac:chgData name="Anku Jaiswal" userId="15fa42f86696cacf" providerId="Windows Live" clId="Web-{D4ABAE8F-542D-4576-86C0-84E48BC1962F}" dt="2020-08-28T06:38:51.572" v="126"/>
          <ac:spMkLst>
            <pc:docMk/>
            <pc:sldMk cId="459097045" sldId="297"/>
            <ac:spMk id="29" creationId="{46C57131-53A7-4C1A-BEA8-25F06A06AD29}"/>
          </ac:spMkLst>
        </pc:spChg>
      </pc:sldChg>
      <pc:sldChg chg="modSp new">
        <pc:chgData name="Anku Jaiswal" userId="15fa42f86696cacf" providerId="Windows Live" clId="Web-{D4ABAE8F-542D-4576-86C0-84E48BC1962F}" dt="2020-08-28T06:38:22.306" v="115" actId="20577"/>
        <pc:sldMkLst>
          <pc:docMk/>
          <pc:sldMk cId="2106297207" sldId="298"/>
        </pc:sldMkLst>
        <pc:spChg chg="mod">
          <ac:chgData name="Anku Jaiswal" userId="15fa42f86696cacf" providerId="Windows Live" clId="Web-{D4ABAE8F-542D-4576-86C0-84E48BC1962F}" dt="2020-08-28T06:37:59.431" v="112"/>
          <ac:spMkLst>
            <pc:docMk/>
            <pc:sldMk cId="2106297207" sldId="298"/>
            <ac:spMk id="2" creationId="{003E0F14-195B-43FF-8B79-6A1F278F8315}"/>
          </ac:spMkLst>
        </pc:spChg>
        <pc:spChg chg="mod">
          <ac:chgData name="Anku Jaiswal" userId="15fa42f86696cacf" providerId="Windows Live" clId="Web-{D4ABAE8F-542D-4576-86C0-84E48BC1962F}" dt="2020-08-28T06:38:22.306" v="115" actId="20577"/>
          <ac:spMkLst>
            <pc:docMk/>
            <pc:sldMk cId="2106297207" sldId="298"/>
            <ac:spMk id="3" creationId="{6224E6F9-7E5F-47B9-A877-2FAF2D20D947}"/>
          </ac:spMkLst>
        </pc:spChg>
      </pc:sldChg>
      <pc:sldChg chg="addSp delSp modSp new">
        <pc:chgData name="Anku Jaiswal" userId="15fa42f86696cacf" providerId="Windows Live" clId="Web-{D4ABAE8F-542D-4576-86C0-84E48BC1962F}" dt="2020-08-28T06:41:00.307" v="196" actId="20577"/>
        <pc:sldMkLst>
          <pc:docMk/>
          <pc:sldMk cId="2341440590" sldId="299"/>
        </pc:sldMkLst>
        <pc:spChg chg="mod">
          <ac:chgData name="Anku Jaiswal" userId="15fa42f86696cacf" providerId="Windows Live" clId="Web-{D4ABAE8F-542D-4576-86C0-84E48BC1962F}" dt="2020-08-28T06:40:35.150" v="150" actId="20577"/>
          <ac:spMkLst>
            <pc:docMk/>
            <pc:sldMk cId="2341440590" sldId="299"/>
            <ac:spMk id="2" creationId="{67B2FDE5-4F64-44AE-93FC-F2A1FEA66196}"/>
          </ac:spMkLst>
        </pc:spChg>
        <pc:spChg chg="add del mod">
          <ac:chgData name="Anku Jaiswal" userId="15fa42f86696cacf" providerId="Windows Live" clId="Web-{D4ABAE8F-542D-4576-86C0-84E48BC1962F}" dt="2020-08-28T06:41:00.307" v="196" actId="20577"/>
          <ac:spMkLst>
            <pc:docMk/>
            <pc:sldMk cId="2341440590" sldId="299"/>
            <ac:spMk id="3" creationId="{46CC2F9B-6354-415E-A4D6-D8718238CB11}"/>
          </ac:spMkLst>
        </pc:spChg>
        <pc:spChg chg="add del mod">
          <ac:chgData name="Anku Jaiswal" userId="15fa42f86696cacf" providerId="Windows Live" clId="Web-{D4ABAE8F-542D-4576-86C0-84E48BC1962F}" dt="2020-08-28T06:40:52.916" v="163"/>
          <ac:spMkLst>
            <pc:docMk/>
            <pc:sldMk cId="2341440590" sldId="299"/>
            <ac:spMk id="5" creationId="{2BCFBEF1-32DD-43E2-8CF4-4B80FC2C5368}"/>
          </ac:spMkLst>
        </pc:spChg>
      </pc:sldChg>
      <pc:sldChg chg="modSp new">
        <pc:chgData name="Anku Jaiswal" userId="15fa42f86696cacf" providerId="Windows Live" clId="Web-{D4ABAE8F-542D-4576-86C0-84E48BC1962F}" dt="2020-08-28T06:40:48.228" v="160" actId="20577"/>
        <pc:sldMkLst>
          <pc:docMk/>
          <pc:sldMk cId="1606126741" sldId="300"/>
        </pc:sldMkLst>
        <pc:spChg chg="mod">
          <ac:chgData name="Anku Jaiswal" userId="15fa42f86696cacf" providerId="Windows Live" clId="Web-{D4ABAE8F-542D-4576-86C0-84E48BC1962F}" dt="2020-08-28T06:40:48.228" v="160" actId="20577"/>
          <ac:spMkLst>
            <pc:docMk/>
            <pc:sldMk cId="1606126741" sldId="300"/>
            <ac:spMk id="3" creationId="{F77CFD0D-3B0A-4114-B759-93D2BCDE193F}"/>
          </ac:spMkLst>
        </pc:spChg>
      </pc:sldChg>
      <pc:sldChg chg="modSp new">
        <pc:chgData name="Anku Jaiswal" userId="15fa42f86696cacf" providerId="Windows Live" clId="Web-{D4ABAE8F-542D-4576-86C0-84E48BC1962F}" dt="2020-08-28T06:41:27.682" v="205" actId="20577"/>
        <pc:sldMkLst>
          <pc:docMk/>
          <pc:sldMk cId="2431333913" sldId="301"/>
        </pc:sldMkLst>
        <pc:spChg chg="mod">
          <ac:chgData name="Anku Jaiswal" userId="15fa42f86696cacf" providerId="Windows Live" clId="Web-{D4ABAE8F-542D-4576-86C0-84E48BC1962F}" dt="2020-08-28T06:41:24.197" v="201" actId="20577"/>
          <ac:spMkLst>
            <pc:docMk/>
            <pc:sldMk cId="2431333913" sldId="301"/>
            <ac:spMk id="2" creationId="{D822ECC0-8A80-4185-AD82-9C9EC45ABCDB}"/>
          </ac:spMkLst>
        </pc:spChg>
        <pc:spChg chg="mod">
          <ac:chgData name="Anku Jaiswal" userId="15fa42f86696cacf" providerId="Windows Live" clId="Web-{D4ABAE8F-542D-4576-86C0-84E48BC1962F}" dt="2020-08-28T06:41:27.682" v="205" actId="20577"/>
          <ac:spMkLst>
            <pc:docMk/>
            <pc:sldMk cId="2431333913" sldId="301"/>
            <ac:spMk id="3" creationId="{902983CE-3BC4-4F34-87A7-72466B7580F0}"/>
          </ac:spMkLst>
        </pc:spChg>
      </pc:sldChg>
      <pc:sldChg chg="new">
        <pc:chgData name="Anku Jaiswal" userId="15fa42f86696cacf" providerId="Windows Live" clId="Web-{D4ABAE8F-542D-4576-86C0-84E48BC1962F}" dt="2020-08-28T06:41:29.057" v="207"/>
        <pc:sldMkLst>
          <pc:docMk/>
          <pc:sldMk cId="934787925" sldId="302"/>
        </pc:sldMkLst>
      </pc:sldChg>
      <pc:sldChg chg="new">
        <pc:chgData name="Anku Jaiswal" userId="15fa42f86696cacf" providerId="Windows Live" clId="Web-{D4ABAE8F-542D-4576-86C0-84E48BC1962F}" dt="2020-08-28T06:41:31.510" v="208"/>
        <pc:sldMkLst>
          <pc:docMk/>
          <pc:sldMk cId="1689433397" sldId="303"/>
        </pc:sldMkLst>
      </pc:sldChg>
      <pc:sldChg chg="modSp new">
        <pc:chgData name="Anku Jaiswal" userId="15fa42f86696cacf" providerId="Windows Live" clId="Web-{D4ABAE8F-542D-4576-86C0-84E48BC1962F}" dt="2020-08-28T06:41:50.838" v="214" actId="20577"/>
        <pc:sldMkLst>
          <pc:docMk/>
          <pc:sldMk cId="5678285" sldId="304"/>
        </pc:sldMkLst>
        <pc:spChg chg="mod">
          <ac:chgData name="Anku Jaiswal" userId="15fa42f86696cacf" providerId="Windows Live" clId="Web-{D4ABAE8F-542D-4576-86C0-84E48BC1962F}" dt="2020-08-28T06:41:50.838" v="214" actId="20577"/>
          <ac:spMkLst>
            <pc:docMk/>
            <pc:sldMk cId="5678285" sldId="304"/>
            <ac:spMk id="2" creationId="{9CBDD670-B3E0-4D52-AC06-4CA0A84EBC9B}"/>
          </ac:spMkLst>
        </pc:spChg>
      </pc:sldChg>
      <pc:sldChg chg="new">
        <pc:chgData name="Anku Jaiswal" userId="15fa42f86696cacf" providerId="Windows Live" clId="Web-{D4ABAE8F-542D-4576-86C0-84E48BC1962F}" dt="2020-08-28T06:41:35.932" v="210"/>
        <pc:sldMkLst>
          <pc:docMk/>
          <pc:sldMk cId="3021292465" sldId="305"/>
        </pc:sldMkLst>
      </pc:sldChg>
      <pc:sldChg chg="new">
        <pc:chgData name="Anku Jaiswal" userId="15fa42f86696cacf" providerId="Windows Live" clId="Web-{D4ABAE8F-542D-4576-86C0-84E48BC1962F}" dt="2020-08-28T06:41:38.901" v="211"/>
        <pc:sldMkLst>
          <pc:docMk/>
          <pc:sldMk cId="2409372771" sldId="306"/>
        </pc:sldMkLst>
      </pc:sldChg>
      <pc:sldChg chg="addSp delSp modSp new">
        <pc:chgData name="Anku Jaiswal" userId="15fa42f86696cacf" providerId="Windows Live" clId="Web-{D4ABAE8F-542D-4576-86C0-84E48BC1962F}" dt="2020-08-28T06:53:46.530" v="352" actId="20577"/>
        <pc:sldMkLst>
          <pc:docMk/>
          <pc:sldMk cId="2035305157" sldId="307"/>
        </pc:sldMkLst>
        <pc:spChg chg="mod">
          <ac:chgData name="Anku Jaiswal" userId="15fa42f86696cacf" providerId="Windows Live" clId="Web-{D4ABAE8F-542D-4576-86C0-84E48BC1962F}" dt="2020-08-28T06:53:46.530" v="352" actId="20577"/>
          <ac:spMkLst>
            <pc:docMk/>
            <pc:sldMk cId="2035305157" sldId="307"/>
            <ac:spMk id="3" creationId="{D25652C0-E14A-454C-BD38-2ABDDE1BDE7E}"/>
          </ac:spMkLst>
        </pc:spChg>
        <pc:spChg chg="add del mod">
          <ac:chgData name="Anku Jaiswal" userId="15fa42f86696cacf" providerId="Windows Live" clId="Web-{D4ABAE8F-542D-4576-86C0-84E48BC1962F}" dt="2020-08-28T06:51:45.170" v="293"/>
          <ac:spMkLst>
            <pc:docMk/>
            <pc:sldMk cId="2035305157" sldId="307"/>
            <ac:spMk id="4" creationId="{8E7F7AB9-949C-4A5C-A115-CC4F4BA510D6}"/>
          </ac:spMkLst>
        </pc:spChg>
      </pc:sldChg>
      <pc:sldChg chg="modSp new">
        <pc:chgData name="Anku Jaiswal" userId="15fa42f86696cacf" providerId="Windows Live" clId="Web-{D4ABAE8F-542D-4576-86C0-84E48BC1962F}" dt="2020-08-28T06:59:48.235" v="471" actId="20577"/>
        <pc:sldMkLst>
          <pc:docMk/>
          <pc:sldMk cId="3818104128" sldId="308"/>
        </pc:sldMkLst>
        <pc:spChg chg="mod">
          <ac:chgData name="Anku Jaiswal" userId="15fa42f86696cacf" providerId="Windows Live" clId="Web-{D4ABAE8F-542D-4576-86C0-84E48BC1962F}" dt="2020-08-28T06:59:48.235" v="471" actId="20577"/>
          <ac:spMkLst>
            <pc:docMk/>
            <pc:sldMk cId="3818104128" sldId="308"/>
            <ac:spMk id="3" creationId="{4D1878E7-B25B-45D1-8400-9300C20016AA}"/>
          </ac:spMkLst>
        </pc:spChg>
      </pc:sldChg>
      <pc:sldChg chg="modSp new">
        <pc:chgData name="Anku Jaiswal" userId="15fa42f86696cacf" providerId="Windows Live" clId="Web-{D4ABAE8F-542D-4576-86C0-84E48BC1962F}" dt="2020-08-28T07:01:55.845" v="518" actId="20577"/>
        <pc:sldMkLst>
          <pc:docMk/>
          <pc:sldMk cId="1132449368" sldId="309"/>
        </pc:sldMkLst>
        <pc:spChg chg="mod">
          <ac:chgData name="Anku Jaiswal" userId="15fa42f86696cacf" providerId="Windows Live" clId="Web-{D4ABAE8F-542D-4576-86C0-84E48BC1962F}" dt="2020-08-28T07:01:55.845" v="518" actId="20577"/>
          <ac:spMkLst>
            <pc:docMk/>
            <pc:sldMk cId="1132449368" sldId="309"/>
            <ac:spMk id="3" creationId="{5F919B1A-BD00-471E-BFED-48C82842D93C}"/>
          </ac:spMkLst>
        </pc:spChg>
      </pc:sldChg>
      <pc:sldChg chg="addSp modSp new mod setBg">
        <pc:chgData name="Anku Jaiswal" userId="15fa42f86696cacf" providerId="Windows Live" clId="Web-{D4ABAE8F-542D-4576-86C0-84E48BC1962F}" dt="2020-08-28T07:07:31.456" v="596"/>
        <pc:sldMkLst>
          <pc:docMk/>
          <pc:sldMk cId="2276117916" sldId="310"/>
        </pc:sldMkLst>
        <pc:spChg chg="mod">
          <ac:chgData name="Anku Jaiswal" userId="15fa42f86696cacf" providerId="Windows Live" clId="Web-{D4ABAE8F-542D-4576-86C0-84E48BC1962F}" dt="2020-08-28T07:07:31.456" v="596"/>
          <ac:spMkLst>
            <pc:docMk/>
            <pc:sldMk cId="2276117916" sldId="310"/>
            <ac:spMk id="2" creationId="{5CB3E7E8-DE4A-4B07-8BB4-0C99F92EBAE1}"/>
          </ac:spMkLst>
        </pc:spChg>
        <pc:spChg chg="mod">
          <ac:chgData name="Anku Jaiswal" userId="15fa42f86696cacf" providerId="Windows Live" clId="Web-{D4ABAE8F-542D-4576-86C0-84E48BC1962F}" dt="2020-08-28T07:07:31.456" v="596"/>
          <ac:spMkLst>
            <pc:docMk/>
            <pc:sldMk cId="2276117916" sldId="310"/>
            <ac:spMk id="3" creationId="{84A3C296-A9FC-4987-B5D4-94902A87AEAE}"/>
          </ac:spMkLst>
        </pc:spChg>
        <pc:spChg chg="add">
          <ac:chgData name="Anku Jaiswal" userId="15fa42f86696cacf" providerId="Windows Live" clId="Web-{D4ABAE8F-542D-4576-86C0-84E48BC1962F}" dt="2020-08-28T07:07:31.456" v="596"/>
          <ac:spMkLst>
            <pc:docMk/>
            <pc:sldMk cId="2276117916" sldId="310"/>
            <ac:spMk id="8" creationId="{8D06CE56-3881-4ADA-8CEF-D18B02C242A3}"/>
          </ac:spMkLst>
        </pc:spChg>
        <pc:spChg chg="add">
          <ac:chgData name="Anku Jaiswal" userId="15fa42f86696cacf" providerId="Windows Live" clId="Web-{D4ABAE8F-542D-4576-86C0-84E48BC1962F}" dt="2020-08-28T07:07:31.456" v="596"/>
          <ac:spMkLst>
            <pc:docMk/>
            <pc:sldMk cId="2276117916" sldId="310"/>
            <ac:spMk id="10" creationId="{79F3C543-62EC-4433-9C93-A2CD8764E9B4}"/>
          </ac:spMkLst>
        </pc:spChg>
        <pc:spChg chg="add">
          <ac:chgData name="Anku Jaiswal" userId="15fa42f86696cacf" providerId="Windows Live" clId="Web-{D4ABAE8F-542D-4576-86C0-84E48BC1962F}" dt="2020-08-28T07:07:31.456" v="596"/>
          <ac:spMkLst>
            <pc:docMk/>
            <pc:sldMk cId="2276117916" sldId="310"/>
            <ac:spMk id="12" creationId="{1ACA2EA0-FFD3-42EC-9406-B595015ED96E}"/>
          </ac:spMkLst>
        </pc:spChg>
        <pc:spChg chg="add">
          <ac:chgData name="Anku Jaiswal" userId="15fa42f86696cacf" providerId="Windows Live" clId="Web-{D4ABAE8F-542D-4576-86C0-84E48BC1962F}" dt="2020-08-28T07:07:31.456" v="596"/>
          <ac:spMkLst>
            <pc:docMk/>
            <pc:sldMk cId="2276117916" sldId="310"/>
            <ac:spMk id="14" creationId="{D5288BCE-665C-472A-8C43-664BCFA31E43}"/>
          </ac:spMkLst>
        </pc:spChg>
        <pc:spChg chg="add">
          <ac:chgData name="Anku Jaiswal" userId="15fa42f86696cacf" providerId="Windows Live" clId="Web-{D4ABAE8F-542D-4576-86C0-84E48BC1962F}" dt="2020-08-28T07:07:31.456" v="596"/>
          <ac:spMkLst>
            <pc:docMk/>
            <pc:sldMk cId="2276117916" sldId="310"/>
            <ac:spMk id="16" creationId="{46C57131-53A7-4C1A-BEA8-25F06A06AD29}"/>
          </ac:spMkLst>
        </pc:spChg>
      </pc:sldChg>
    </pc:docChg>
  </pc:docChgLst>
  <pc:docChgLst>
    <pc:chgData name="Anku Jaiswal" userId="15fa42f86696cacf" providerId="Windows Live" clId="Web-{84E21EFC-AA8E-4E9E-1C8D-25D0DFFD9CA1}"/>
    <pc:docChg chg="modSld">
      <pc:chgData name="Anku Jaiswal" userId="15fa42f86696cacf" providerId="Windows Live" clId="Web-{84E21EFC-AA8E-4E9E-1C8D-25D0DFFD9CA1}" dt="2020-09-03T02:20:35.172" v="193" actId="20577"/>
      <pc:docMkLst>
        <pc:docMk/>
      </pc:docMkLst>
      <pc:sldChg chg="delSp modSp">
        <pc:chgData name="Anku Jaiswal" userId="15fa42f86696cacf" providerId="Windows Live" clId="Web-{84E21EFC-AA8E-4E9E-1C8D-25D0DFFD9CA1}" dt="2020-09-03T01:26:22.472" v="43" actId="14100"/>
        <pc:sldMkLst>
          <pc:docMk/>
          <pc:sldMk cId="4029455519" sldId="272"/>
        </pc:sldMkLst>
        <pc:spChg chg="del">
          <ac:chgData name="Anku Jaiswal" userId="15fa42f86696cacf" providerId="Windows Live" clId="Web-{84E21EFC-AA8E-4E9E-1C8D-25D0DFFD9CA1}" dt="2020-09-03T01:26:16.722" v="42"/>
          <ac:spMkLst>
            <pc:docMk/>
            <pc:sldMk cId="4029455519" sldId="272"/>
            <ac:spMk id="2" creationId="{4838E9F0-D9E1-4147-8A41-1075028040F8}"/>
          </ac:spMkLst>
        </pc:spChg>
        <pc:spChg chg="mod">
          <ac:chgData name="Anku Jaiswal" userId="15fa42f86696cacf" providerId="Windows Live" clId="Web-{84E21EFC-AA8E-4E9E-1C8D-25D0DFFD9CA1}" dt="2020-09-03T01:26:22.472" v="43" actId="14100"/>
          <ac:spMkLst>
            <pc:docMk/>
            <pc:sldMk cId="4029455519" sldId="272"/>
            <ac:spMk id="3" creationId="{191A46FA-03E1-4820-B561-8189C425CAE4}"/>
          </ac:spMkLst>
        </pc:spChg>
      </pc:sldChg>
      <pc:sldChg chg="modSp">
        <pc:chgData name="Anku Jaiswal" userId="15fa42f86696cacf" providerId="Windows Live" clId="Web-{84E21EFC-AA8E-4E9E-1C8D-25D0DFFD9CA1}" dt="2020-09-03T01:25:43.487" v="40" actId="20577"/>
        <pc:sldMkLst>
          <pc:docMk/>
          <pc:sldMk cId="1440242651" sldId="275"/>
        </pc:sldMkLst>
        <pc:spChg chg="mod">
          <ac:chgData name="Anku Jaiswal" userId="15fa42f86696cacf" providerId="Windows Live" clId="Web-{84E21EFC-AA8E-4E9E-1C8D-25D0DFFD9CA1}" dt="2020-09-03T01:25:43.487" v="40" actId="20577"/>
          <ac:spMkLst>
            <pc:docMk/>
            <pc:sldMk cId="1440242651" sldId="275"/>
            <ac:spMk id="3" creationId="{970150CE-1870-410D-8C31-F382714AB7CD}"/>
          </ac:spMkLst>
        </pc:spChg>
      </pc:sldChg>
      <pc:sldChg chg="modSp">
        <pc:chgData name="Anku Jaiswal" userId="15fa42f86696cacf" providerId="Windows Live" clId="Web-{84E21EFC-AA8E-4E9E-1C8D-25D0DFFD9CA1}" dt="2020-09-03T01:24:03.611" v="12" actId="20577"/>
        <pc:sldMkLst>
          <pc:docMk/>
          <pc:sldMk cId="505899111" sldId="276"/>
        </pc:sldMkLst>
        <pc:spChg chg="mod">
          <ac:chgData name="Anku Jaiswal" userId="15fa42f86696cacf" providerId="Windows Live" clId="Web-{84E21EFC-AA8E-4E9E-1C8D-25D0DFFD9CA1}" dt="2020-09-03T01:24:03.611" v="12" actId="20577"/>
          <ac:spMkLst>
            <pc:docMk/>
            <pc:sldMk cId="505899111" sldId="276"/>
            <ac:spMk id="3" creationId="{5802E105-3A57-4C52-A66B-DFA84BED783D}"/>
          </ac:spMkLst>
        </pc:spChg>
      </pc:sldChg>
      <pc:sldChg chg="modSp">
        <pc:chgData name="Anku Jaiswal" userId="15fa42f86696cacf" providerId="Windows Live" clId="Web-{84E21EFC-AA8E-4E9E-1C8D-25D0DFFD9CA1}" dt="2020-09-03T01:27:19.034" v="48" actId="20577"/>
        <pc:sldMkLst>
          <pc:docMk/>
          <pc:sldMk cId="4256423586" sldId="277"/>
        </pc:sldMkLst>
        <pc:spChg chg="mod">
          <ac:chgData name="Anku Jaiswal" userId="15fa42f86696cacf" providerId="Windows Live" clId="Web-{84E21EFC-AA8E-4E9E-1C8D-25D0DFFD9CA1}" dt="2020-09-03T01:27:19.034" v="48" actId="20577"/>
          <ac:spMkLst>
            <pc:docMk/>
            <pc:sldMk cId="4256423586" sldId="277"/>
            <ac:spMk id="3" creationId="{04B78E96-9D45-4E2C-9C13-4351FD5CCE1F}"/>
          </ac:spMkLst>
        </pc:spChg>
      </pc:sldChg>
      <pc:sldChg chg="modSp">
        <pc:chgData name="Anku Jaiswal" userId="15fa42f86696cacf" providerId="Windows Live" clId="Web-{84E21EFC-AA8E-4E9E-1C8D-25D0DFFD9CA1}" dt="2020-09-03T01:30:10.614" v="68" actId="20577"/>
        <pc:sldMkLst>
          <pc:docMk/>
          <pc:sldMk cId="1033891877" sldId="280"/>
        </pc:sldMkLst>
        <pc:spChg chg="mod">
          <ac:chgData name="Anku Jaiswal" userId="15fa42f86696cacf" providerId="Windows Live" clId="Web-{84E21EFC-AA8E-4E9E-1C8D-25D0DFFD9CA1}" dt="2020-09-03T01:30:10.614" v="68" actId="20577"/>
          <ac:spMkLst>
            <pc:docMk/>
            <pc:sldMk cId="1033891877" sldId="280"/>
            <ac:spMk id="3" creationId="{A09D9A04-AB2F-4244-BB69-BA7067D50942}"/>
          </ac:spMkLst>
        </pc:spChg>
      </pc:sldChg>
      <pc:sldChg chg="modSp">
        <pc:chgData name="Anku Jaiswal" userId="15fa42f86696cacf" providerId="Windows Live" clId="Web-{84E21EFC-AA8E-4E9E-1C8D-25D0DFFD9CA1}" dt="2020-09-03T01:30:58.723" v="74" actId="20577"/>
        <pc:sldMkLst>
          <pc:docMk/>
          <pc:sldMk cId="3713839692" sldId="284"/>
        </pc:sldMkLst>
        <pc:spChg chg="mod">
          <ac:chgData name="Anku Jaiswal" userId="15fa42f86696cacf" providerId="Windows Live" clId="Web-{84E21EFC-AA8E-4E9E-1C8D-25D0DFFD9CA1}" dt="2020-09-03T01:30:58.723" v="74" actId="20577"/>
          <ac:spMkLst>
            <pc:docMk/>
            <pc:sldMk cId="3713839692" sldId="284"/>
            <ac:spMk id="3" creationId="{4F5C042B-474D-455F-B863-D116ECF6EC66}"/>
          </ac:spMkLst>
        </pc:spChg>
      </pc:sldChg>
      <pc:sldChg chg="modSp">
        <pc:chgData name="Anku Jaiswal" userId="15fa42f86696cacf" providerId="Windows Live" clId="Web-{84E21EFC-AA8E-4E9E-1C8D-25D0DFFD9CA1}" dt="2020-09-03T01:33:15.490" v="106" actId="20577"/>
        <pc:sldMkLst>
          <pc:docMk/>
          <pc:sldMk cId="3423731860" sldId="285"/>
        </pc:sldMkLst>
        <pc:spChg chg="mod">
          <ac:chgData name="Anku Jaiswal" userId="15fa42f86696cacf" providerId="Windows Live" clId="Web-{84E21EFC-AA8E-4E9E-1C8D-25D0DFFD9CA1}" dt="2020-09-03T01:33:15.490" v="106" actId="20577"/>
          <ac:spMkLst>
            <pc:docMk/>
            <pc:sldMk cId="3423731860" sldId="285"/>
            <ac:spMk id="3" creationId="{4C342E84-E102-47A4-8E5A-1DFA3105EFD6}"/>
          </ac:spMkLst>
        </pc:spChg>
      </pc:sldChg>
      <pc:sldChg chg="modSp">
        <pc:chgData name="Anku Jaiswal" userId="15fa42f86696cacf" providerId="Windows Live" clId="Web-{84E21EFC-AA8E-4E9E-1C8D-25D0DFFD9CA1}" dt="2020-09-03T02:17:33.374" v="178" actId="20577"/>
        <pc:sldMkLst>
          <pc:docMk/>
          <pc:sldMk cId="1583890784" sldId="288"/>
        </pc:sldMkLst>
        <pc:spChg chg="mod">
          <ac:chgData name="Anku Jaiswal" userId="15fa42f86696cacf" providerId="Windows Live" clId="Web-{84E21EFC-AA8E-4E9E-1C8D-25D0DFFD9CA1}" dt="2020-09-03T02:17:33.374" v="178" actId="20577"/>
          <ac:spMkLst>
            <pc:docMk/>
            <pc:sldMk cId="1583890784" sldId="288"/>
            <ac:spMk id="3" creationId="{FBFB2EB7-FB22-41C0-AC21-3CE871BCCA0A}"/>
          </ac:spMkLst>
        </pc:spChg>
      </pc:sldChg>
      <pc:sldChg chg="modSp">
        <pc:chgData name="Anku Jaiswal" userId="15fa42f86696cacf" providerId="Windows Live" clId="Web-{84E21EFC-AA8E-4E9E-1C8D-25D0DFFD9CA1}" dt="2020-09-03T02:20:23.578" v="191" actId="20577"/>
        <pc:sldMkLst>
          <pc:docMk/>
          <pc:sldMk cId="2815244809" sldId="295"/>
        </pc:sldMkLst>
        <pc:spChg chg="mod">
          <ac:chgData name="Anku Jaiswal" userId="15fa42f86696cacf" providerId="Windows Live" clId="Web-{84E21EFC-AA8E-4E9E-1C8D-25D0DFFD9CA1}" dt="2020-09-03T02:20:23.578" v="191" actId="20577"/>
          <ac:spMkLst>
            <pc:docMk/>
            <pc:sldMk cId="2815244809" sldId="295"/>
            <ac:spMk id="3" creationId="{B712636C-19B9-4FEC-AA2D-7443D5129D41}"/>
          </ac:spMkLst>
        </pc:spChg>
      </pc:sldChg>
      <pc:sldChg chg="modSp">
        <pc:chgData name="Anku Jaiswal" userId="15fa42f86696cacf" providerId="Windows Live" clId="Web-{84E21EFC-AA8E-4E9E-1C8D-25D0DFFD9CA1}" dt="2020-09-03T02:18:25.937" v="180" actId="20577"/>
        <pc:sldMkLst>
          <pc:docMk/>
          <pc:sldMk cId="1560936181" sldId="296"/>
        </pc:sldMkLst>
        <pc:spChg chg="mod">
          <ac:chgData name="Anku Jaiswal" userId="15fa42f86696cacf" providerId="Windows Live" clId="Web-{84E21EFC-AA8E-4E9E-1C8D-25D0DFFD9CA1}" dt="2020-09-03T02:18:25.937" v="180" actId="20577"/>
          <ac:spMkLst>
            <pc:docMk/>
            <pc:sldMk cId="1560936181" sldId="296"/>
            <ac:spMk id="3" creationId="{2FABA54D-1EE8-4139-9A38-4DB203B74821}"/>
          </ac:spMkLst>
        </pc:spChg>
      </pc:sldChg>
      <pc:sldChg chg="modSp">
        <pc:chgData name="Anku Jaiswal" userId="15fa42f86696cacf" providerId="Windows Live" clId="Web-{84E21EFC-AA8E-4E9E-1C8D-25D0DFFD9CA1}" dt="2020-09-03T01:24:14.955" v="17" actId="20577"/>
        <pc:sldMkLst>
          <pc:docMk/>
          <pc:sldMk cId="1132449368" sldId="309"/>
        </pc:sldMkLst>
        <pc:spChg chg="mod">
          <ac:chgData name="Anku Jaiswal" userId="15fa42f86696cacf" providerId="Windows Live" clId="Web-{84E21EFC-AA8E-4E9E-1C8D-25D0DFFD9CA1}" dt="2020-09-03T01:24:14.955" v="17" actId="20577"/>
          <ac:spMkLst>
            <pc:docMk/>
            <pc:sldMk cId="1132449368" sldId="309"/>
            <ac:spMk id="3" creationId="{5F919B1A-BD00-471E-BFED-48C82842D93C}"/>
          </ac:spMkLst>
        </pc:spChg>
      </pc:sldChg>
      <pc:sldChg chg="modSp">
        <pc:chgData name="Anku Jaiswal" userId="15fa42f86696cacf" providerId="Windows Live" clId="Web-{84E21EFC-AA8E-4E9E-1C8D-25D0DFFD9CA1}" dt="2020-09-03T01:31:18.864" v="78" actId="20577"/>
        <pc:sldMkLst>
          <pc:docMk/>
          <pc:sldMk cId="1833119630" sldId="311"/>
        </pc:sldMkLst>
        <pc:spChg chg="mod">
          <ac:chgData name="Anku Jaiswal" userId="15fa42f86696cacf" providerId="Windows Live" clId="Web-{84E21EFC-AA8E-4E9E-1C8D-25D0DFFD9CA1}" dt="2020-09-03T01:31:18.864" v="78" actId="20577"/>
          <ac:spMkLst>
            <pc:docMk/>
            <pc:sldMk cId="1833119630" sldId="311"/>
            <ac:spMk id="3" creationId="{D9371635-3197-428B-AB14-8D7A6BDAA112}"/>
          </ac:spMkLst>
        </pc:spChg>
      </pc:sldChg>
      <pc:sldChg chg="modSp">
        <pc:chgData name="Anku Jaiswal" userId="15fa42f86696cacf" providerId="Windows Live" clId="Web-{84E21EFC-AA8E-4E9E-1C8D-25D0DFFD9CA1}" dt="2020-09-03T02:00:38.449" v="114" actId="20577"/>
        <pc:sldMkLst>
          <pc:docMk/>
          <pc:sldMk cId="4165343479" sldId="315"/>
        </pc:sldMkLst>
        <pc:spChg chg="mod">
          <ac:chgData name="Anku Jaiswal" userId="15fa42f86696cacf" providerId="Windows Live" clId="Web-{84E21EFC-AA8E-4E9E-1C8D-25D0DFFD9CA1}" dt="2020-09-03T02:00:38.449" v="114" actId="20577"/>
          <ac:spMkLst>
            <pc:docMk/>
            <pc:sldMk cId="4165343479" sldId="315"/>
            <ac:spMk id="3" creationId="{141A1A2A-41DE-4920-BE3C-BB3F6D4725EC}"/>
          </ac:spMkLst>
        </pc:spChg>
      </pc:sldChg>
    </pc:docChg>
  </pc:docChgLst>
  <pc:docChgLst>
    <pc:chgData name="Anku Jaiswal" userId="15fa42f86696cacf" providerId="Windows Live" clId="Web-{107F1429-9283-4687-916B-0D104D2DF03D}"/>
    <pc:docChg chg="addSld modSld sldOrd">
      <pc:chgData name="Anku Jaiswal" userId="15fa42f86696cacf" providerId="Windows Live" clId="Web-{107F1429-9283-4687-916B-0D104D2DF03D}" dt="2020-08-26T02:45:09.279" v="74" actId="20577"/>
      <pc:docMkLst>
        <pc:docMk/>
      </pc:docMkLst>
      <pc:sldChg chg="addSp delSp modSp mod setBg">
        <pc:chgData name="Anku Jaiswal" userId="15fa42f86696cacf" providerId="Windows Live" clId="Web-{107F1429-9283-4687-916B-0D104D2DF03D}" dt="2020-08-26T02:42:48.634" v="30"/>
        <pc:sldMkLst>
          <pc:docMk/>
          <pc:sldMk cId="1359219602" sldId="260"/>
        </pc:sldMkLst>
        <pc:spChg chg="del">
          <ac:chgData name="Anku Jaiswal" userId="15fa42f86696cacf" providerId="Windows Live" clId="Web-{107F1429-9283-4687-916B-0D104D2DF03D}" dt="2020-08-26T02:42:48.634" v="30"/>
          <ac:spMkLst>
            <pc:docMk/>
            <pc:sldMk cId="1359219602" sldId="260"/>
            <ac:spMk id="2" creationId="{F99D4094-F5C6-419F-BF86-91056061ED2E}"/>
          </ac:spMkLst>
        </pc:spChg>
        <pc:spChg chg="del">
          <ac:chgData name="Anku Jaiswal" userId="15fa42f86696cacf" providerId="Windows Live" clId="Web-{107F1429-9283-4687-916B-0D104D2DF03D}" dt="2020-08-26T02:42:45.415" v="29"/>
          <ac:spMkLst>
            <pc:docMk/>
            <pc:sldMk cId="1359219602" sldId="260"/>
            <ac:spMk id="3" creationId="{614D3542-BA46-4FEB-A8B7-3D62DFF4C8FC}"/>
          </ac:spMkLst>
        </pc:spChg>
        <pc:spChg chg="add">
          <ac:chgData name="Anku Jaiswal" userId="15fa42f86696cacf" providerId="Windows Live" clId="Web-{107F1429-9283-4687-916B-0D104D2DF03D}" dt="2020-08-26T02:42:48.634" v="30"/>
          <ac:spMkLst>
            <pc:docMk/>
            <pc:sldMk cId="1359219602" sldId="260"/>
            <ac:spMk id="9" creationId="{C83A5C14-ED91-4CD1-809E-D29FF97C9AF5}"/>
          </ac:spMkLst>
        </pc:spChg>
        <pc:spChg chg="add">
          <ac:chgData name="Anku Jaiswal" userId="15fa42f86696cacf" providerId="Windows Live" clId="Web-{107F1429-9283-4687-916B-0D104D2DF03D}" dt="2020-08-26T02:42:48.634" v="30"/>
          <ac:spMkLst>
            <pc:docMk/>
            <pc:sldMk cId="1359219602" sldId="260"/>
            <ac:spMk id="11" creationId="{56065185-5C34-4F86-AA96-AA4D065B0EF4}"/>
          </ac:spMkLst>
        </pc:spChg>
        <pc:picChg chg="add mod ord">
          <ac:chgData name="Anku Jaiswal" userId="15fa42f86696cacf" providerId="Windows Live" clId="Web-{107F1429-9283-4687-916B-0D104D2DF03D}" dt="2020-08-26T02:42:48.634" v="30"/>
          <ac:picMkLst>
            <pc:docMk/>
            <pc:sldMk cId="1359219602" sldId="260"/>
            <ac:picMk id="4" creationId="{FC9B0341-2EA9-461F-ACD7-FE3C05750332}"/>
          </ac:picMkLst>
        </pc:picChg>
      </pc:sldChg>
      <pc:sldChg chg="modSp">
        <pc:chgData name="Anku Jaiswal" userId="15fa42f86696cacf" providerId="Windows Live" clId="Web-{107F1429-9283-4687-916B-0D104D2DF03D}" dt="2020-08-26T02:42:05.789" v="27" actId="20577"/>
        <pc:sldMkLst>
          <pc:docMk/>
          <pc:sldMk cId="80029895" sldId="261"/>
        </pc:sldMkLst>
        <pc:spChg chg="mod">
          <ac:chgData name="Anku Jaiswal" userId="15fa42f86696cacf" providerId="Windows Live" clId="Web-{107F1429-9283-4687-916B-0D104D2DF03D}" dt="2020-08-26T02:42:05.789" v="27" actId="20577"/>
          <ac:spMkLst>
            <pc:docMk/>
            <pc:sldMk cId="80029895" sldId="261"/>
            <ac:spMk id="3" creationId="{43D7F780-9DAB-453E-89C5-ECB7D8606AF4}"/>
          </ac:spMkLst>
        </pc:spChg>
      </pc:sldChg>
      <pc:sldChg chg="modSp">
        <pc:chgData name="Anku Jaiswal" userId="15fa42f86696cacf" providerId="Windows Live" clId="Web-{107F1429-9283-4687-916B-0D104D2DF03D}" dt="2020-08-26T02:41:10.897" v="13" actId="20577"/>
        <pc:sldMkLst>
          <pc:docMk/>
          <pc:sldMk cId="3715024760" sldId="262"/>
        </pc:sldMkLst>
        <pc:spChg chg="mod">
          <ac:chgData name="Anku Jaiswal" userId="15fa42f86696cacf" providerId="Windows Live" clId="Web-{107F1429-9283-4687-916B-0D104D2DF03D}" dt="2020-08-26T02:40:37.833" v="2" actId="20577"/>
          <ac:spMkLst>
            <pc:docMk/>
            <pc:sldMk cId="3715024760" sldId="262"/>
            <ac:spMk id="2" creationId="{D8A1C179-1114-41D8-9828-A06C6771411B}"/>
          </ac:spMkLst>
        </pc:spChg>
        <pc:spChg chg="mod">
          <ac:chgData name="Anku Jaiswal" userId="15fa42f86696cacf" providerId="Windows Live" clId="Web-{107F1429-9283-4687-916B-0D104D2DF03D}" dt="2020-08-26T02:41:10.897" v="13" actId="20577"/>
          <ac:spMkLst>
            <pc:docMk/>
            <pc:sldMk cId="3715024760" sldId="262"/>
            <ac:spMk id="3" creationId="{9472818E-99D7-4399-94E5-B01EB219E24B}"/>
          </ac:spMkLst>
        </pc:spChg>
      </pc:sldChg>
      <pc:sldChg chg="new">
        <pc:chgData name="Anku Jaiswal" userId="15fa42f86696cacf" providerId="Windows Live" clId="Web-{107F1429-9283-4687-916B-0D104D2DF03D}" dt="2020-08-26T02:42:55.837" v="31"/>
        <pc:sldMkLst>
          <pc:docMk/>
          <pc:sldMk cId="2351835237" sldId="265"/>
        </pc:sldMkLst>
      </pc:sldChg>
      <pc:sldChg chg="modSp new">
        <pc:chgData name="Anku Jaiswal" userId="15fa42f86696cacf" providerId="Windows Live" clId="Web-{107F1429-9283-4687-916B-0D104D2DF03D}" dt="2020-08-26T02:44:59.638" v="67" actId="20577"/>
        <pc:sldMkLst>
          <pc:docMk/>
          <pc:sldMk cId="601333387" sldId="266"/>
        </pc:sldMkLst>
        <pc:spChg chg="mod">
          <ac:chgData name="Anku Jaiswal" userId="15fa42f86696cacf" providerId="Windows Live" clId="Web-{107F1429-9283-4687-916B-0D104D2DF03D}" dt="2020-08-26T02:44:59.638" v="67" actId="20577"/>
          <ac:spMkLst>
            <pc:docMk/>
            <pc:sldMk cId="601333387" sldId="266"/>
            <ac:spMk id="3" creationId="{380A81B0-D1A6-43A3-BB0D-3BABF4FF5A54}"/>
          </ac:spMkLst>
        </pc:spChg>
      </pc:sldChg>
      <pc:sldChg chg="modSp new">
        <pc:chgData name="Anku Jaiswal" userId="15fa42f86696cacf" providerId="Windows Live" clId="Web-{107F1429-9283-4687-916B-0D104D2DF03D}" dt="2020-08-26T02:45:06.278" v="71" actId="20577"/>
        <pc:sldMkLst>
          <pc:docMk/>
          <pc:sldMk cId="2464429842" sldId="267"/>
        </pc:sldMkLst>
        <pc:spChg chg="mod">
          <ac:chgData name="Anku Jaiswal" userId="15fa42f86696cacf" providerId="Windows Live" clId="Web-{107F1429-9283-4687-916B-0D104D2DF03D}" dt="2020-08-26T02:44:14.558" v="49" actId="20577"/>
          <ac:spMkLst>
            <pc:docMk/>
            <pc:sldMk cId="2464429842" sldId="267"/>
            <ac:spMk id="2" creationId="{69AEB526-40DD-4BC1-978A-FE976FB6D0FD}"/>
          </ac:spMkLst>
        </pc:spChg>
        <pc:spChg chg="mod">
          <ac:chgData name="Anku Jaiswal" userId="15fa42f86696cacf" providerId="Windows Live" clId="Web-{107F1429-9283-4687-916B-0D104D2DF03D}" dt="2020-08-26T02:45:06.278" v="71" actId="20577"/>
          <ac:spMkLst>
            <pc:docMk/>
            <pc:sldMk cId="2464429842" sldId="267"/>
            <ac:spMk id="3" creationId="{58B9929C-B588-450E-B691-FE1A70AFE11D}"/>
          </ac:spMkLst>
        </pc:spChg>
      </pc:sldChg>
      <pc:sldChg chg="modSp new">
        <pc:chgData name="Anku Jaiswal" userId="15fa42f86696cacf" providerId="Windows Live" clId="Web-{107F1429-9283-4687-916B-0D104D2DF03D}" dt="2020-08-26T02:44:54.841" v="63" actId="20577"/>
        <pc:sldMkLst>
          <pc:docMk/>
          <pc:sldMk cId="948927307" sldId="268"/>
        </pc:sldMkLst>
        <pc:spChg chg="mod">
          <ac:chgData name="Anku Jaiswal" userId="15fa42f86696cacf" providerId="Windows Live" clId="Web-{107F1429-9283-4687-916B-0D104D2DF03D}" dt="2020-08-26T02:44:45.325" v="57" actId="20577"/>
          <ac:spMkLst>
            <pc:docMk/>
            <pc:sldMk cId="948927307" sldId="268"/>
            <ac:spMk id="2" creationId="{CD548575-AAEA-4FEB-ABC3-A481F6A6E453}"/>
          </ac:spMkLst>
        </pc:spChg>
        <pc:spChg chg="mod">
          <ac:chgData name="Anku Jaiswal" userId="15fa42f86696cacf" providerId="Windows Live" clId="Web-{107F1429-9283-4687-916B-0D104D2DF03D}" dt="2020-08-26T02:44:54.841" v="63" actId="20577"/>
          <ac:spMkLst>
            <pc:docMk/>
            <pc:sldMk cId="948927307" sldId="268"/>
            <ac:spMk id="3" creationId="{5DACC779-C128-44DF-8E18-6E43D4920243}"/>
          </ac:spMkLst>
        </pc:spChg>
      </pc:sldChg>
      <pc:sldChg chg="modSp new ord">
        <pc:chgData name="Anku Jaiswal" userId="15fa42f86696cacf" providerId="Windows Live" clId="Web-{107F1429-9283-4687-916B-0D104D2DF03D}" dt="2020-08-26T02:43:47.151" v="46"/>
        <pc:sldMkLst>
          <pc:docMk/>
          <pc:sldMk cId="3339841593" sldId="269"/>
        </pc:sldMkLst>
        <pc:spChg chg="mod">
          <ac:chgData name="Anku Jaiswal" userId="15fa42f86696cacf" providerId="Windows Live" clId="Web-{107F1429-9283-4687-916B-0D104D2DF03D}" dt="2020-08-26T02:43:28.588" v="38" actId="20577"/>
          <ac:spMkLst>
            <pc:docMk/>
            <pc:sldMk cId="3339841593" sldId="269"/>
            <ac:spMk id="2" creationId="{82892445-5ECF-42E4-B733-C984009A7CD6}"/>
          </ac:spMkLst>
        </pc:spChg>
        <pc:spChg chg="mod">
          <ac:chgData name="Anku Jaiswal" userId="15fa42f86696cacf" providerId="Windows Live" clId="Web-{107F1429-9283-4687-916B-0D104D2DF03D}" dt="2020-08-26T02:43:34.041" v="42" actId="20577"/>
          <ac:spMkLst>
            <pc:docMk/>
            <pc:sldMk cId="3339841593" sldId="269"/>
            <ac:spMk id="3" creationId="{B67EDCE2-2954-45FA-AABA-DECEF7CF146C}"/>
          </ac:spMkLst>
        </pc:spChg>
      </pc:sldChg>
      <pc:sldChg chg="modSp new">
        <pc:chgData name="Anku Jaiswal" userId="15fa42f86696cacf" providerId="Windows Live" clId="Web-{107F1429-9283-4687-916B-0D104D2DF03D}" dt="2020-08-26T02:45:09.279" v="74" actId="20577"/>
        <pc:sldMkLst>
          <pc:docMk/>
          <pc:sldMk cId="2044082371" sldId="270"/>
        </pc:sldMkLst>
        <pc:spChg chg="mod">
          <ac:chgData name="Anku Jaiswal" userId="15fa42f86696cacf" providerId="Windows Live" clId="Web-{107F1429-9283-4687-916B-0D104D2DF03D}" dt="2020-08-26T02:45:09.279" v="74" actId="20577"/>
          <ac:spMkLst>
            <pc:docMk/>
            <pc:sldMk cId="2044082371" sldId="270"/>
            <ac:spMk id="3" creationId="{8ED1BF4C-4A58-4C4F-A984-F69FA69549EF}"/>
          </ac:spMkLst>
        </pc:spChg>
      </pc:sldChg>
    </pc:docChg>
  </pc:docChgLst>
  <pc:docChgLst>
    <pc:chgData name="Anku Jaiswal" userId="15fa42f86696cacf" providerId="Windows Live" clId="Web-{E471AA5A-3CED-4F88-BF5D-BFBD4D80B7BF}"/>
    <pc:docChg chg="modSld">
      <pc:chgData name="Anku Jaiswal" userId="15fa42f86696cacf" providerId="Windows Live" clId="Web-{E471AA5A-3CED-4F88-BF5D-BFBD4D80B7BF}" dt="2020-09-04T06:06:13.751" v="11" actId="20577"/>
      <pc:docMkLst>
        <pc:docMk/>
      </pc:docMkLst>
      <pc:sldChg chg="modSp">
        <pc:chgData name="Anku Jaiswal" userId="15fa42f86696cacf" providerId="Windows Live" clId="Web-{E471AA5A-3CED-4F88-BF5D-BFBD4D80B7BF}" dt="2020-09-04T06:02:50.173" v="6" actId="20577"/>
        <pc:sldMkLst>
          <pc:docMk/>
          <pc:sldMk cId="4165343479" sldId="315"/>
        </pc:sldMkLst>
        <pc:spChg chg="mod">
          <ac:chgData name="Anku Jaiswal" userId="15fa42f86696cacf" providerId="Windows Live" clId="Web-{E471AA5A-3CED-4F88-BF5D-BFBD4D80B7BF}" dt="2020-09-04T06:02:50.173" v="6" actId="20577"/>
          <ac:spMkLst>
            <pc:docMk/>
            <pc:sldMk cId="4165343479" sldId="315"/>
            <ac:spMk id="3" creationId="{141A1A2A-41DE-4920-BE3C-BB3F6D4725EC}"/>
          </ac:spMkLst>
        </pc:spChg>
      </pc:sldChg>
      <pc:sldChg chg="modSp">
        <pc:chgData name="Anku Jaiswal" userId="15fa42f86696cacf" providerId="Windows Live" clId="Web-{E471AA5A-3CED-4F88-BF5D-BFBD4D80B7BF}" dt="2020-09-04T06:06:13.751" v="10" actId="20577"/>
        <pc:sldMkLst>
          <pc:docMk/>
          <pc:sldMk cId="1968208959" sldId="317"/>
        </pc:sldMkLst>
        <pc:spChg chg="mod">
          <ac:chgData name="Anku Jaiswal" userId="15fa42f86696cacf" providerId="Windows Live" clId="Web-{E471AA5A-3CED-4F88-BF5D-BFBD4D80B7BF}" dt="2020-09-04T06:06:13.751" v="10" actId="20577"/>
          <ac:spMkLst>
            <pc:docMk/>
            <pc:sldMk cId="1968208959" sldId="317"/>
            <ac:spMk id="3" creationId="{A025D3CA-7B1E-4015-8754-5875C60266F0}"/>
          </ac:spMkLst>
        </pc:spChg>
      </pc:sldChg>
    </pc:docChg>
  </pc:docChgLst>
  <pc:docChgLst>
    <pc:chgData name="Anku Jaiswal" userId="15fa42f86696cacf" providerId="Windows Live" clId="Web-{B444984B-C7B5-49D6-EFB6-683ED5E7749B}"/>
    <pc:docChg chg="modSld">
      <pc:chgData name="Anku Jaiswal" userId="15fa42f86696cacf" providerId="Windows Live" clId="Web-{B444984B-C7B5-49D6-EFB6-683ED5E7749B}" dt="2020-09-08T12:22:26.892" v="43" actId="20577"/>
      <pc:docMkLst>
        <pc:docMk/>
      </pc:docMkLst>
      <pc:sldChg chg="modSp">
        <pc:chgData name="Anku Jaiswal" userId="15fa42f86696cacf" providerId="Windows Live" clId="Web-{B444984B-C7B5-49D6-EFB6-683ED5E7749B}" dt="2020-09-08T11:44:09.532" v="14" actId="20577"/>
        <pc:sldMkLst>
          <pc:docMk/>
          <pc:sldMk cId="1107055871" sldId="323"/>
        </pc:sldMkLst>
        <pc:spChg chg="mod">
          <ac:chgData name="Anku Jaiswal" userId="15fa42f86696cacf" providerId="Windows Live" clId="Web-{B444984B-C7B5-49D6-EFB6-683ED5E7749B}" dt="2020-09-08T11:44:09.532" v="14" actId="20577"/>
          <ac:spMkLst>
            <pc:docMk/>
            <pc:sldMk cId="1107055871" sldId="323"/>
            <ac:spMk id="3" creationId="{E6E9AE98-A2F3-4C9C-97EA-545E63359102}"/>
          </ac:spMkLst>
        </pc:spChg>
      </pc:sldChg>
      <pc:sldChg chg="modSp">
        <pc:chgData name="Anku Jaiswal" userId="15fa42f86696cacf" providerId="Windows Live" clId="Web-{B444984B-C7B5-49D6-EFB6-683ED5E7749B}" dt="2020-09-08T11:33:39.611" v="8" actId="20577"/>
        <pc:sldMkLst>
          <pc:docMk/>
          <pc:sldMk cId="1926859859" sldId="325"/>
        </pc:sldMkLst>
        <pc:spChg chg="mod">
          <ac:chgData name="Anku Jaiswal" userId="15fa42f86696cacf" providerId="Windows Live" clId="Web-{B444984B-C7B5-49D6-EFB6-683ED5E7749B}" dt="2020-09-08T11:33:39.611" v="8" actId="20577"/>
          <ac:spMkLst>
            <pc:docMk/>
            <pc:sldMk cId="1926859859" sldId="325"/>
            <ac:spMk id="3" creationId="{7D85C982-49E4-41CB-86F5-27F99E906BB9}"/>
          </ac:spMkLst>
        </pc:spChg>
      </pc:sldChg>
      <pc:sldChg chg="modSp">
        <pc:chgData name="Anku Jaiswal" userId="15fa42f86696cacf" providerId="Windows Live" clId="Web-{B444984B-C7B5-49D6-EFB6-683ED5E7749B}" dt="2020-09-08T11:59:36.250" v="24" actId="20577"/>
        <pc:sldMkLst>
          <pc:docMk/>
          <pc:sldMk cId="81304831" sldId="328"/>
        </pc:sldMkLst>
        <pc:spChg chg="mod">
          <ac:chgData name="Anku Jaiswal" userId="15fa42f86696cacf" providerId="Windows Live" clId="Web-{B444984B-C7B5-49D6-EFB6-683ED5E7749B}" dt="2020-09-08T11:59:36.250" v="24" actId="20577"/>
          <ac:spMkLst>
            <pc:docMk/>
            <pc:sldMk cId="81304831" sldId="328"/>
            <ac:spMk id="3" creationId="{C45786A1-86BF-4D88-B931-AF9B62C57431}"/>
          </ac:spMkLst>
        </pc:spChg>
      </pc:sldChg>
      <pc:sldChg chg="modSp">
        <pc:chgData name="Anku Jaiswal" userId="15fa42f86696cacf" providerId="Windows Live" clId="Web-{B444984B-C7B5-49D6-EFB6-683ED5E7749B}" dt="2020-09-08T12:21:52.736" v="34" actId="20577"/>
        <pc:sldMkLst>
          <pc:docMk/>
          <pc:sldMk cId="1708831430" sldId="337"/>
        </pc:sldMkLst>
        <pc:spChg chg="mod">
          <ac:chgData name="Anku Jaiswal" userId="15fa42f86696cacf" providerId="Windows Live" clId="Web-{B444984B-C7B5-49D6-EFB6-683ED5E7749B}" dt="2020-09-08T12:21:52.736" v="34" actId="20577"/>
          <ac:spMkLst>
            <pc:docMk/>
            <pc:sldMk cId="1708831430" sldId="337"/>
            <ac:spMk id="3" creationId="{C1860B00-82CB-479B-B807-18B979F03660}"/>
          </ac:spMkLst>
        </pc:spChg>
      </pc:sldChg>
      <pc:sldChg chg="modSp">
        <pc:chgData name="Anku Jaiswal" userId="15fa42f86696cacf" providerId="Windows Live" clId="Web-{B444984B-C7B5-49D6-EFB6-683ED5E7749B}" dt="2020-09-08T12:22:26.892" v="42" actId="20577"/>
        <pc:sldMkLst>
          <pc:docMk/>
          <pc:sldMk cId="2509066634" sldId="344"/>
        </pc:sldMkLst>
        <pc:spChg chg="mod">
          <ac:chgData name="Anku Jaiswal" userId="15fa42f86696cacf" providerId="Windows Live" clId="Web-{B444984B-C7B5-49D6-EFB6-683ED5E7749B}" dt="2020-09-08T12:22:26.892" v="42" actId="20577"/>
          <ac:spMkLst>
            <pc:docMk/>
            <pc:sldMk cId="2509066634" sldId="344"/>
            <ac:spMk id="2" creationId="{73275B8A-C69A-4211-8A4B-C30C7A99ECA7}"/>
          </ac:spMkLst>
        </pc:spChg>
        <pc:spChg chg="mod">
          <ac:chgData name="Anku Jaiswal" userId="15fa42f86696cacf" providerId="Windows Live" clId="Web-{B444984B-C7B5-49D6-EFB6-683ED5E7749B}" dt="2020-09-08T12:22:24.267" v="38" actId="20577"/>
          <ac:spMkLst>
            <pc:docMk/>
            <pc:sldMk cId="2509066634" sldId="344"/>
            <ac:spMk id="3" creationId="{8C68CF0F-1A5D-43F9-A55E-FBFEDB1CB521}"/>
          </ac:spMkLst>
        </pc:spChg>
      </pc:sldChg>
      <pc:sldChg chg="modSp">
        <pc:chgData name="Anku Jaiswal" userId="15fa42f86696cacf" providerId="Windows Live" clId="Web-{B444984B-C7B5-49D6-EFB6-683ED5E7749B}" dt="2020-09-08T12:20:28.267" v="30" actId="20577"/>
        <pc:sldMkLst>
          <pc:docMk/>
          <pc:sldMk cId="1723302205" sldId="351"/>
        </pc:sldMkLst>
        <pc:spChg chg="mod">
          <ac:chgData name="Anku Jaiswal" userId="15fa42f86696cacf" providerId="Windows Live" clId="Web-{B444984B-C7B5-49D6-EFB6-683ED5E7749B}" dt="2020-09-08T12:20:28.267" v="30" actId="20577"/>
          <ac:spMkLst>
            <pc:docMk/>
            <pc:sldMk cId="1723302205" sldId="351"/>
            <ac:spMk id="3" creationId="{E94B1D19-8E31-4391-9ACA-A0F39BA8AC09}"/>
          </ac:spMkLst>
        </pc:spChg>
      </pc:sldChg>
    </pc:docChg>
  </pc:docChgLst>
  <pc:docChgLst>
    <pc:chgData name="Anku Jaiswal" userId="15fa42f86696cacf" providerId="Windows Live" clId="Web-{DC9A22C2-155A-428D-F9FE-B0D14A3B036F}"/>
    <pc:docChg chg="addSld modSld">
      <pc:chgData name="Anku Jaiswal" userId="15fa42f86696cacf" providerId="Windows Live" clId="Web-{DC9A22C2-155A-428D-F9FE-B0D14A3B036F}" dt="2020-09-04T03:19:32.056" v="56" actId="20577"/>
      <pc:docMkLst>
        <pc:docMk/>
      </pc:docMkLst>
      <pc:sldChg chg="modSp">
        <pc:chgData name="Anku Jaiswal" userId="15fa42f86696cacf" providerId="Windows Live" clId="Web-{DC9A22C2-155A-428D-F9FE-B0D14A3B036F}" dt="2020-09-04T03:19:32.056" v="55" actId="20577"/>
        <pc:sldMkLst>
          <pc:docMk/>
          <pc:sldMk cId="2325418954" sldId="290"/>
        </pc:sldMkLst>
        <pc:spChg chg="mod">
          <ac:chgData name="Anku Jaiswal" userId="15fa42f86696cacf" providerId="Windows Live" clId="Web-{DC9A22C2-155A-428D-F9FE-B0D14A3B036F}" dt="2020-09-04T03:19:32.056" v="55" actId="20577"/>
          <ac:spMkLst>
            <pc:docMk/>
            <pc:sldMk cId="2325418954" sldId="290"/>
            <ac:spMk id="3" creationId="{9200DC4E-5659-4390-A1E5-9870DCE39A17}"/>
          </ac:spMkLst>
        </pc:spChg>
      </pc:sldChg>
      <pc:sldChg chg="modSp">
        <pc:chgData name="Anku Jaiswal" userId="15fa42f86696cacf" providerId="Windows Live" clId="Web-{DC9A22C2-155A-428D-F9FE-B0D14A3B036F}" dt="2020-09-04T03:09:16.914" v="10" actId="20577"/>
        <pc:sldMkLst>
          <pc:docMk/>
          <pc:sldMk cId="4165343479" sldId="315"/>
        </pc:sldMkLst>
        <pc:spChg chg="mod">
          <ac:chgData name="Anku Jaiswal" userId="15fa42f86696cacf" providerId="Windows Live" clId="Web-{DC9A22C2-155A-428D-F9FE-B0D14A3B036F}" dt="2020-09-04T03:09:16.914" v="10" actId="20577"/>
          <ac:spMkLst>
            <pc:docMk/>
            <pc:sldMk cId="4165343479" sldId="315"/>
            <ac:spMk id="3" creationId="{141A1A2A-41DE-4920-BE3C-BB3F6D4725EC}"/>
          </ac:spMkLst>
        </pc:spChg>
      </pc:sldChg>
      <pc:sldChg chg="delSp modSp new">
        <pc:chgData name="Anku Jaiswal" userId="15fa42f86696cacf" providerId="Windows Live" clId="Web-{DC9A22C2-155A-428D-F9FE-B0D14A3B036F}" dt="2020-09-04T03:10:49.258" v="50" actId="20577"/>
        <pc:sldMkLst>
          <pc:docMk/>
          <pc:sldMk cId="1372264537" sldId="354"/>
        </pc:sldMkLst>
        <pc:spChg chg="del">
          <ac:chgData name="Anku Jaiswal" userId="15fa42f86696cacf" providerId="Windows Live" clId="Web-{DC9A22C2-155A-428D-F9FE-B0D14A3B036F}" dt="2020-09-04T03:09:35.977" v="22"/>
          <ac:spMkLst>
            <pc:docMk/>
            <pc:sldMk cId="1372264537" sldId="354"/>
            <ac:spMk id="2" creationId="{34A989B3-D297-4060-9F7F-46C390BA1E59}"/>
          </ac:spMkLst>
        </pc:spChg>
        <pc:spChg chg="mod">
          <ac:chgData name="Anku Jaiswal" userId="15fa42f86696cacf" providerId="Windows Live" clId="Web-{DC9A22C2-155A-428D-F9FE-B0D14A3B036F}" dt="2020-09-04T03:10:49.258" v="50" actId="20577"/>
          <ac:spMkLst>
            <pc:docMk/>
            <pc:sldMk cId="1372264537" sldId="354"/>
            <ac:spMk id="3" creationId="{E03C3CCE-18AB-4688-899C-19F5BD6672D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9/8/2020</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9221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9/8/2020</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51740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9/8/2020</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89059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9/8/2020</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596360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9/8/2020</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704399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9/8/2020</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995213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9/8/2020</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712167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9/8/2020</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467190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9/8/2020</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8523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9/8/2020</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615939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9/8/2020</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98563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9/8/2020</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726470361"/>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28" r:id="rId6"/>
    <p:sldLayoutId id="2147483724" r:id="rId7"/>
    <p:sldLayoutId id="2147483725" r:id="rId8"/>
    <p:sldLayoutId id="2147483726" r:id="rId9"/>
    <p:sldLayoutId id="2147483727" r:id="rId10"/>
    <p:sldLayoutId id="214748372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www.nic.in/" TargetMode="External"/><Relationship Id="rId2" Type="http://schemas.openxmlformats.org/officeDocument/2006/relationships/hyperlink" Target="http://goidirectory.nic.in/exe.htm#min" TargetMode="External"/><Relationship Id="rId1" Type="http://schemas.openxmlformats.org/officeDocument/2006/relationships/slideLayout" Target="../slideLayouts/slideLayout2.xml"/><Relationship Id="rId5" Type="http://schemas.openxmlformats.org/officeDocument/2006/relationships/hyperlink" Target="http://www.pims.org.za/monitor/" TargetMode="External"/><Relationship Id="rId4" Type="http://schemas.openxmlformats.org/officeDocument/2006/relationships/hyperlink" Target="http://www.brazil.gov.br/"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www.pims.org.za/monitor/bills.asp" TargetMode="External"/><Relationship Id="rId7" Type="http://schemas.openxmlformats.org/officeDocument/2006/relationships/hyperlink" Target="http://www.iisd.ca" TargetMode="External"/><Relationship Id="rId2" Type="http://schemas.openxmlformats.org/officeDocument/2006/relationships/hyperlink" Target="http://www.pims.org.za/monitor/" TargetMode="External"/><Relationship Id="rId1" Type="http://schemas.openxmlformats.org/officeDocument/2006/relationships/slideLayout" Target="../slideLayouts/slideLayout2.xml"/><Relationship Id="rId6" Type="http://schemas.openxmlformats.org/officeDocument/2006/relationships/hyperlink" Target="http://www.iisd.ca/voltoc.html" TargetMode="External"/><Relationship Id="rId5" Type="http://schemas.openxmlformats.org/officeDocument/2006/relationships/hyperlink" Target="http://www.pims.org.za/monitor/policy.asp" TargetMode="External"/><Relationship Id="rId4" Type="http://schemas.openxmlformats.org/officeDocument/2006/relationships/hyperlink" Target="http://www.pims.org.za/monitor/acts.as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www.transparency.org/feed/dcn" TargetMode="External"/><Relationship Id="rId2" Type="http://schemas.openxmlformats.org/officeDocument/2006/relationships/hyperlink" Target="http://www.wikileaks.org"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cvc.nic.in/" TargetMode="External"/><Relationship Id="rId2" Type="http://schemas.openxmlformats.org/officeDocument/2006/relationships/hyperlink" Target="http://www.banglarights.net/"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www.cddc.vt.edu/digitalgov/Latur-Gujarat.htm" TargetMode="External"/><Relationship Id="rId2" Type="http://schemas.openxmlformats.org/officeDocument/2006/relationships/hyperlink" Target="http://hdr.undp.org/en/statistics/"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www.jubileeusa.org/" TargetMode="External"/><Relationship Id="rId2" Type="http://schemas.openxmlformats.org/officeDocument/2006/relationships/hyperlink" Target="http://cybercentre.greenpeace.org/t/s/community_articles" TargetMode="External"/><Relationship Id="rId1" Type="http://schemas.openxmlformats.org/officeDocument/2006/relationships/slideLayout" Target="../slideLayouts/slideLayout2.xml"/><Relationship Id="rId4" Type="http://schemas.openxmlformats.org/officeDocument/2006/relationships/hyperlink" Target="http://www.prsindia.org/billtrack/"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www.igc.org" TargetMode="External"/><Relationship Id="rId2" Type="http://schemas.openxmlformats.org/officeDocument/2006/relationships/hyperlink" Target="http://www.indymedia.org/"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hyperlink" Target="http://www.gyandoot.net/gyandoot/intranet.html"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www1.worldbank.org/publicsector/egov/philippinecustomscs.htm"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ACA2EA0-FFD3-42EC-9406-B595015ED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D5288BCE-665C-472A-8C43-664BCFA31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1804988" y="795191"/>
            <a:ext cx="8582025" cy="2824309"/>
          </a:xfrm>
        </p:spPr>
        <p:txBody>
          <a:bodyPr anchor="ctr">
            <a:normAutofit/>
          </a:bodyPr>
          <a:lstStyle/>
          <a:p>
            <a:pPr algn="ctr"/>
            <a:r>
              <a:rPr lang="en-US" sz="5000" b="1">
                <a:ea typeface="+mj-lt"/>
                <a:cs typeface="+mj-lt"/>
              </a:rPr>
              <a:t>UNIT-2</a:t>
            </a:r>
            <a:br>
              <a:rPr lang="en-US" sz="5000" b="1">
                <a:ea typeface="+mj-lt"/>
                <a:cs typeface="+mj-lt"/>
              </a:rPr>
            </a:br>
            <a:r>
              <a:rPr lang="en-US" sz="5000" b="1">
                <a:ea typeface="+mj-lt"/>
                <a:cs typeface="+mj-lt"/>
              </a:rPr>
              <a:t>Models of </a:t>
            </a:r>
            <a:br>
              <a:rPr lang="en-US" sz="5000" b="1">
                <a:ea typeface="+mj-lt"/>
                <a:cs typeface="+mj-lt"/>
              </a:rPr>
            </a:br>
            <a:r>
              <a:rPr lang="en-US" sz="5000" b="1">
                <a:ea typeface="+mj-lt"/>
                <a:cs typeface="+mj-lt"/>
              </a:rPr>
              <a:t>E-Governance</a:t>
            </a:r>
            <a:r>
              <a:rPr lang="en-US" sz="5000">
                <a:ea typeface="+mj-lt"/>
                <a:cs typeface="+mj-lt"/>
              </a:rPr>
              <a:t> </a:t>
            </a:r>
            <a:endParaRPr lang="en-US" sz="5000"/>
          </a:p>
        </p:txBody>
      </p:sp>
      <p:sp>
        <p:nvSpPr>
          <p:cNvPr id="32" name="Rectangle: Rounded Corners 31">
            <a:extLst>
              <a:ext uri="{FF2B5EF4-FFF2-40B4-BE49-F238E27FC236}">
                <a16:creationId xmlns:a16="http://schemas.microsoft.com/office/drawing/2014/main" id="{46C57131-53A7-4C1A-BEA8-25F06A06A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Freeform: Shape 18">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Freeform: Shape 20">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5687A25-38B8-436D-8DF7-3045DB04334E}"/>
              </a:ext>
            </a:extLst>
          </p:cNvPr>
          <p:cNvSpPr>
            <a:spLocks noGrp="1"/>
          </p:cNvSpPr>
          <p:nvPr>
            <p:ph type="title"/>
          </p:nvPr>
        </p:nvSpPr>
        <p:spPr>
          <a:xfrm>
            <a:off x="838200" y="253397"/>
            <a:ext cx="10515600" cy="1273233"/>
          </a:xfrm>
        </p:spPr>
        <p:txBody>
          <a:bodyPr>
            <a:normAutofit/>
          </a:bodyPr>
          <a:lstStyle/>
          <a:p>
            <a:r>
              <a:rPr lang="en-US"/>
              <a:t>OVERVIEW</a:t>
            </a:r>
          </a:p>
        </p:txBody>
      </p:sp>
      <p:sp>
        <p:nvSpPr>
          <p:cNvPr id="23" name="Rectangle 22">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30CFF3F-B3CB-4D4D-8B3D-8D96C569BD7E}"/>
              </a:ext>
            </a:extLst>
          </p:cNvPr>
          <p:cNvSpPr>
            <a:spLocks noGrp="1"/>
          </p:cNvSpPr>
          <p:nvPr>
            <p:ph idx="1"/>
          </p:nvPr>
        </p:nvSpPr>
        <p:spPr>
          <a:xfrm>
            <a:off x="838200" y="2478024"/>
            <a:ext cx="10515600" cy="3694176"/>
          </a:xfrm>
        </p:spPr>
        <p:txBody>
          <a:bodyPr vert="horz" lIns="91440" tIns="45720" rIns="91440" bIns="45720" rtlCol="0" anchor="t">
            <a:normAutofit/>
          </a:bodyPr>
          <a:lstStyle/>
          <a:p>
            <a:r>
              <a:rPr lang="en-US" sz="2200">
                <a:ea typeface="+mn-lt"/>
                <a:cs typeface="+mn-lt"/>
              </a:rPr>
              <a:t>Online working of a government or providing its services online to its citizens at their door step is known as E-Governance. </a:t>
            </a:r>
          </a:p>
          <a:p>
            <a:r>
              <a:rPr lang="en-US" sz="2200">
                <a:ea typeface="+mn-lt"/>
                <a:cs typeface="+mn-lt"/>
              </a:rPr>
              <a:t> The technology and the methods used in E-Governance project provide a roadmap for efficient delivery of services at the door step. </a:t>
            </a:r>
            <a:endParaRPr lang="en-US" sz="2200"/>
          </a:p>
          <a:p>
            <a:r>
              <a:rPr lang="en-US" sz="2200">
                <a:ea typeface="+mn-lt"/>
                <a:cs typeface="+mn-lt"/>
              </a:rPr>
              <a:t>E-governance models, are essential for a right perspective on e-governance implementation. </a:t>
            </a:r>
            <a:endParaRPr lang="en-US"/>
          </a:p>
        </p:txBody>
      </p:sp>
    </p:spTree>
    <p:extLst>
      <p:ext uri="{BB962C8B-B14F-4D97-AF65-F5344CB8AC3E}">
        <p14:creationId xmlns:p14="http://schemas.microsoft.com/office/powerpoint/2010/main" val="4111892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1ACA2EA0-FFD3-42EC-9406-B595015ED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D5288BCE-665C-472A-8C43-664BCFA31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B3E7E8-DE4A-4B07-8BB4-0C99F92EBAE1}"/>
              </a:ext>
            </a:extLst>
          </p:cNvPr>
          <p:cNvSpPr>
            <a:spLocks noGrp="1"/>
          </p:cNvSpPr>
          <p:nvPr>
            <p:ph type="title"/>
          </p:nvPr>
        </p:nvSpPr>
        <p:spPr>
          <a:xfrm>
            <a:off x="1804988" y="1442172"/>
            <a:ext cx="8582025" cy="2177328"/>
          </a:xfrm>
        </p:spPr>
        <p:txBody>
          <a:bodyPr vert="horz" lIns="91440" tIns="45720" rIns="91440" bIns="45720" rtlCol="0" anchor="ctr">
            <a:normAutofit/>
          </a:bodyPr>
          <a:lstStyle/>
          <a:p>
            <a:pPr algn="ctr"/>
            <a:r>
              <a:rPr lang="en-US" sz="7200"/>
              <a:t>MODELS</a:t>
            </a:r>
          </a:p>
        </p:txBody>
      </p:sp>
      <p:sp>
        <p:nvSpPr>
          <p:cNvPr id="16" name="Rectangle: Rounded Corners 15">
            <a:extLst>
              <a:ext uri="{FF2B5EF4-FFF2-40B4-BE49-F238E27FC236}">
                <a16:creationId xmlns:a16="http://schemas.microsoft.com/office/drawing/2014/main" id="{46C57131-53A7-4C1A-BEA8-25F06A06A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4A3C296-A9FC-4987-B5D4-94902A87AEAE}"/>
              </a:ext>
            </a:extLst>
          </p:cNvPr>
          <p:cNvSpPr>
            <a:spLocks noGrp="1"/>
          </p:cNvSpPr>
          <p:nvPr>
            <p:ph idx="1"/>
          </p:nvPr>
        </p:nvSpPr>
        <p:spPr>
          <a:xfrm>
            <a:off x="2566988" y="3962400"/>
            <a:ext cx="7058025" cy="581025"/>
          </a:xfrm>
        </p:spPr>
        <p:txBody>
          <a:bodyPr vert="horz" lIns="91440" tIns="45720" rIns="91440" bIns="45720" rtlCol="0" anchor="ctr">
            <a:normAutofit/>
          </a:bodyPr>
          <a:lstStyle/>
          <a:p>
            <a:pPr marL="0" indent="0" algn="ctr">
              <a:lnSpc>
                <a:spcPct val="100000"/>
              </a:lnSpc>
              <a:buNone/>
            </a:pPr>
            <a:r>
              <a:rPr lang="en-US" sz="2000">
                <a:solidFill>
                  <a:schemeClr val="bg1"/>
                </a:solidFill>
              </a:rPr>
              <a:t>DISCUSS ABOUT HOW TO IMPLEMENT E GOVERNANCE</a:t>
            </a:r>
          </a:p>
        </p:txBody>
      </p:sp>
    </p:spTree>
    <p:extLst>
      <p:ext uri="{BB962C8B-B14F-4D97-AF65-F5344CB8AC3E}">
        <p14:creationId xmlns:p14="http://schemas.microsoft.com/office/powerpoint/2010/main" val="2276117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1823D-831A-460B-BF40-7557FB41D605}"/>
              </a:ext>
            </a:extLst>
          </p:cNvPr>
          <p:cNvSpPr>
            <a:spLocks noGrp="1"/>
          </p:cNvSpPr>
          <p:nvPr>
            <p:ph type="title"/>
          </p:nvPr>
        </p:nvSpPr>
        <p:spPr>
          <a:xfrm>
            <a:off x="1115568" y="131697"/>
            <a:ext cx="10168128" cy="1582142"/>
          </a:xfrm>
        </p:spPr>
        <p:txBody>
          <a:bodyPr>
            <a:normAutofit/>
          </a:bodyPr>
          <a:lstStyle/>
          <a:p>
            <a:r>
              <a:rPr lang="en-US"/>
              <a:t>INTRODUCTION TO MODELS OF DIGITAL GOVERNANCE </a:t>
            </a:r>
          </a:p>
          <a:p>
            <a:endParaRPr lang="en-US"/>
          </a:p>
        </p:txBody>
      </p:sp>
      <p:sp>
        <p:nvSpPr>
          <p:cNvPr id="3" name="Content Placeholder 2">
            <a:extLst>
              <a:ext uri="{FF2B5EF4-FFF2-40B4-BE49-F238E27FC236}">
                <a16:creationId xmlns:a16="http://schemas.microsoft.com/office/drawing/2014/main" id="{D4E8A82E-1449-4A16-8053-7013C3B99D15}"/>
              </a:ext>
            </a:extLst>
          </p:cNvPr>
          <p:cNvSpPr>
            <a:spLocks noGrp="1"/>
          </p:cNvSpPr>
          <p:nvPr>
            <p:ph idx="1"/>
          </p:nvPr>
        </p:nvSpPr>
        <p:spPr/>
        <p:txBody>
          <a:bodyPr vert="horz" lIns="91440" tIns="45720" rIns="91440" bIns="45720" rtlCol="0" anchor="t">
            <a:normAutofit fontScale="77500" lnSpcReduction="20000"/>
          </a:bodyPr>
          <a:lstStyle/>
          <a:p>
            <a:r>
              <a:rPr lang="en-US">
                <a:ea typeface="+mn-lt"/>
                <a:cs typeface="+mn-lt"/>
              </a:rPr>
              <a:t>Models of Digital Governance are continuously evolving and improvising to tackle the potential offered by the ICT and deal with new realities in the area of governance. </a:t>
            </a:r>
          </a:p>
          <a:p>
            <a:r>
              <a:rPr lang="en-US">
                <a:ea typeface="+mn-lt"/>
                <a:cs typeface="+mn-lt"/>
              </a:rPr>
              <a:t>There are no rigid and finite models of Digital Governance. </a:t>
            </a:r>
          </a:p>
          <a:p>
            <a:r>
              <a:rPr lang="en-US">
                <a:ea typeface="+mn-lt"/>
                <a:cs typeface="+mn-lt"/>
              </a:rPr>
              <a:t>In fact several developing countries are putting into practice innovative e-Governance models that may technologically simple but are changing the way information is distributed in the society. </a:t>
            </a:r>
            <a:endParaRPr lang="en-US"/>
          </a:p>
          <a:p>
            <a:r>
              <a:rPr lang="en-US">
                <a:ea typeface="+mn-lt"/>
                <a:cs typeface="+mn-lt"/>
              </a:rPr>
              <a:t>Based on primary experimentation and secondary research, a few generic models which have emerged and are being practiced have been identified.  </a:t>
            </a:r>
            <a:endParaRPr lang="en-US"/>
          </a:p>
        </p:txBody>
      </p:sp>
    </p:spTree>
    <p:extLst>
      <p:ext uri="{BB962C8B-B14F-4D97-AF65-F5344CB8AC3E}">
        <p14:creationId xmlns:p14="http://schemas.microsoft.com/office/powerpoint/2010/main" val="1249730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E8627-5928-4460-B61B-1800C15E681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04656A-624C-4737-A48E-0F8898FB2414}"/>
              </a:ext>
            </a:extLst>
          </p:cNvPr>
          <p:cNvSpPr>
            <a:spLocks noGrp="1"/>
          </p:cNvSpPr>
          <p:nvPr>
            <p:ph idx="1"/>
          </p:nvPr>
        </p:nvSpPr>
        <p:spPr/>
        <p:txBody>
          <a:bodyPr vert="horz" lIns="91440" tIns="45720" rIns="91440" bIns="45720" rtlCol="0" anchor="t">
            <a:normAutofit/>
          </a:bodyPr>
          <a:lstStyle/>
          <a:p>
            <a:r>
              <a:rPr lang="en-US">
                <a:ea typeface="+mn-lt"/>
                <a:cs typeface="+mn-lt"/>
              </a:rPr>
              <a:t>All these models share in common, the inherent characteristics of the new technologies which are:   </a:t>
            </a:r>
            <a:endParaRPr lang="en-US"/>
          </a:p>
          <a:p>
            <a:pPr marL="0" indent="0">
              <a:buNone/>
            </a:pPr>
            <a:r>
              <a:rPr lang="en-US">
                <a:ea typeface="+mn-lt"/>
                <a:cs typeface="+mn-lt"/>
              </a:rPr>
              <a:t>             - Providing equal access to information to anyone who is a linked to the digital network, and</a:t>
            </a:r>
            <a:endParaRPr lang="en-US"/>
          </a:p>
          <a:p>
            <a:pPr marL="0" indent="0">
              <a:buNone/>
            </a:pPr>
            <a:r>
              <a:rPr lang="en-US">
                <a:ea typeface="+mn-lt"/>
                <a:cs typeface="+mn-lt"/>
              </a:rPr>
              <a:t>               -Providing information across the entire digital network.</a:t>
            </a:r>
            <a:endParaRPr lang="en-US"/>
          </a:p>
          <a:p>
            <a:endParaRPr lang="en-US"/>
          </a:p>
        </p:txBody>
      </p:sp>
    </p:spTree>
    <p:extLst>
      <p:ext uri="{BB962C8B-B14F-4D97-AF65-F5344CB8AC3E}">
        <p14:creationId xmlns:p14="http://schemas.microsoft.com/office/powerpoint/2010/main" val="2586380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606D9-24D2-43DF-8DBC-32011C2467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51286D-8C5F-445D-A370-B903155CAD87}"/>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a:ea typeface="+mn-lt"/>
                <a:cs typeface="+mn-lt"/>
              </a:rPr>
              <a:t>The five generic models of digital governance in developing countries are: </a:t>
            </a:r>
            <a:endParaRPr lang="en-US"/>
          </a:p>
          <a:p>
            <a:pPr marL="0" indent="0">
              <a:buNone/>
            </a:pPr>
            <a:r>
              <a:rPr lang="en-US">
                <a:ea typeface="+mn-lt"/>
                <a:cs typeface="+mn-lt"/>
              </a:rPr>
              <a:t>1.         Broadcasting/Wider Dissemination Model </a:t>
            </a:r>
            <a:endParaRPr lang="en-US"/>
          </a:p>
          <a:p>
            <a:pPr marL="0" indent="0">
              <a:buNone/>
            </a:pPr>
            <a:r>
              <a:rPr lang="en-US">
                <a:ea typeface="+mn-lt"/>
                <a:cs typeface="+mn-lt"/>
              </a:rPr>
              <a:t>2.         Critical Flow Model </a:t>
            </a:r>
            <a:endParaRPr lang="en-US"/>
          </a:p>
          <a:p>
            <a:pPr marL="0" indent="0">
              <a:buNone/>
            </a:pPr>
            <a:r>
              <a:rPr lang="en-US">
                <a:ea typeface="+mn-lt"/>
                <a:cs typeface="+mn-lt"/>
              </a:rPr>
              <a:t>3.         Comparative Analysis Model </a:t>
            </a:r>
            <a:endParaRPr lang="en-US"/>
          </a:p>
          <a:p>
            <a:pPr marL="0" indent="0">
              <a:buNone/>
            </a:pPr>
            <a:r>
              <a:rPr lang="en-US">
                <a:ea typeface="+mn-lt"/>
                <a:cs typeface="+mn-lt"/>
              </a:rPr>
              <a:t>4.         </a:t>
            </a:r>
            <a:r>
              <a:rPr lang="en-US" err="1">
                <a:ea typeface="+mn-lt"/>
                <a:cs typeface="+mn-lt"/>
              </a:rPr>
              <a:t>Mobilisation</a:t>
            </a:r>
            <a:r>
              <a:rPr lang="en-US">
                <a:ea typeface="+mn-lt"/>
                <a:cs typeface="+mn-lt"/>
              </a:rPr>
              <a:t> and Lobbying Model </a:t>
            </a:r>
            <a:endParaRPr lang="en-US"/>
          </a:p>
          <a:p>
            <a:pPr marL="0" indent="0">
              <a:buNone/>
            </a:pPr>
            <a:r>
              <a:rPr lang="en-US">
                <a:ea typeface="+mn-lt"/>
                <a:cs typeface="+mn-lt"/>
              </a:rPr>
              <a:t>5.         Interactive-Service Model </a:t>
            </a:r>
            <a:endParaRPr lang="en-US"/>
          </a:p>
        </p:txBody>
      </p:sp>
    </p:spTree>
    <p:extLst>
      <p:ext uri="{BB962C8B-B14F-4D97-AF65-F5344CB8AC3E}">
        <p14:creationId xmlns:p14="http://schemas.microsoft.com/office/powerpoint/2010/main" val="3557451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1ACA2EA0-FFD3-42EC-9406-B595015ED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D5288BCE-665C-472A-8C43-664BCFA31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84F81C7-DA9E-4F19-9BC0-93F3401847BB}"/>
              </a:ext>
            </a:extLst>
          </p:cNvPr>
          <p:cNvSpPr>
            <a:spLocks noGrp="1"/>
          </p:cNvSpPr>
          <p:nvPr>
            <p:ph type="title"/>
          </p:nvPr>
        </p:nvSpPr>
        <p:spPr>
          <a:xfrm>
            <a:off x="1804988" y="1442172"/>
            <a:ext cx="8582025" cy="2177328"/>
          </a:xfrm>
        </p:spPr>
        <p:txBody>
          <a:bodyPr vert="horz" lIns="91440" tIns="45720" rIns="91440" bIns="45720" rtlCol="0" anchor="ctr">
            <a:normAutofit/>
          </a:bodyPr>
          <a:lstStyle/>
          <a:p>
            <a:pPr algn="ctr"/>
            <a:r>
              <a:rPr lang="en-US" sz="6100"/>
              <a:t>Broadcasting/Wider Dissemination Model </a:t>
            </a:r>
          </a:p>
          <a:p>
            <a:pPr algn="ctr"/>
            <a:endParaRPr lang="en-US" sz="6100"/>
          </a:p>
        </p:txBody>
      </p:sp>
      <p:sp>
        <p:nvSpPr>
          <p:cNvPr id="16" name="Rectangle: Rounded Corners 15">
            <a:extLst>
              <a:ext uri="{FF2B5EF4-FFF2-40B4-BE49-F238E27FC236}">
                <a16:creationId xmlns:a16="http://schemas.microsoft.com/office/drawing/2014/main" id="{46C57131-53A7-4C1A-BEA8-25F06A06A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5268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1C179-1114-41D8-9828-A06C6771411B}"/>
              </a:ext>
            </a:extLst>
          </p:cNvPr>
          <p:cNvSpPr>
            <a:spLocks noGrp="1"/>
          </p:cNvSpPr>
          <p:nvPr>
            <p:ph type="title"/>
          </p:nvPr>
        </p:nvSpPr>
        <p:spPr/>
        <p:txBody>
          <a:bodyPr/>
          <a:lstStyle/>
          <a:p>
            <a:r>
              <a:rPr lang="en-US" b="1">
                <a:ea typeface="+mj-lt"/>
                <a:cs typeface="+mj-lt"/>
              </a:rPr>
              <a:t>Principle</a:t>
            </a:r>
            <a:r>
              <a:rPr lang="en-US">
                <a:ea typeface="+mj-lt"/>
                <a:cs typeface="+mj-lt"/>
              </a:rPr>
              <a:t> </a:t>
            </a:r>
            <a:endParaRPr lang="en-US"/>
          </a:p>
        </p:txBody>
      </p:sp>
      <p:sp>
        <p:nvSpPr>
          <p:cNvPr id="3" name="Content Placeholder 2">
            <a:extLst>
              <a:ext uri="{FF2B5EF4-FFF2-40B4-BE49-F238E27FC236}">
                <a16:creationId xmlns:a16="http://schemas.microsoft.com/office/drawing/2014/main" id="{9472818E-99D7-4399-94E5-B01EB219E24B}"/>
              </a:ext>
            </a:extLst>
          </p:cNvPr>
          <p:cNvSpPr>
            <a:spLocks noGrp="1"/>
          </p:cNvSpPr>
          <p:nvPr>
            <p:ph idx="1"/>
          </p:nvPr>
        </p:nvSpPr>
        <p:spPr/>
        <p:txBody>
          <a:bodyPr vert="horz" lIns="91440" tIns="45720" rIns="91440" bIns="45720" rtlCol="0" anchor="t">
            <a:normAutofit fontScale="92500" lnSpcReduction="20000"/>
          </a:bodyPr>
          <a:lstStyle/>
          <a:p>
            <a:pPr>
              <a:buFont typeface="Wingdings" panose="020B0604020202020204" pitchFamily="34" charset="0"/>
              <a:buChar char="Ø"/>
            </a:pPr>
            <a:r>
              <a:rPr lang="en-US">
                <a:ea typeface="+mn-lt"/>
                <a:cs typeface="+mn-lt"/>
              </a:rPr>
              <a:t>Broadcasting model is based on:</a:t>
            </a:r>
            <a:endParaRPr lang="en-US"/>
          </a:p>
          <a:p>
            <a:r>
              <a:rPr lang="en-US">
                <a:ea typeface="+mn-lt"/>
                <a:cs typeface="+mn-lt"/>
              </a:rPr>
              <a:t> </a:t>
            </a:r>
            <a:r>
              <a:rPr lang="en-US" b="1">
                <a:ea typeface="+mn-lt"/>
                <a:cs typeface="+mn-lt"/>
              </a:rPr>
              <a:t>mass dissemination of governance-related information</a:t>
            </a:r>
          </a:p>
          <a:p>
            <a:r>
              <a:rPr lang="en-US">
                <a:ea typeface="+mn-lt"/>
                <a:cs typeface="+mn-lt"/>
              </a:rPr>
              <a:t> which is already available in the public domain into the wider public domain using ICTs. </a:t>
            </a:r>
            <a:endParaRPr lang="en-US"/>
          </a:p>
          <a:p>
            <a:pPr>
              <a:buFont typeface="Wingdings" panose="020B0604020202020204" pitchFamily="34" charset="0"/>
              <a:buChar char="Ø"/>
            </a:pPr>
            <a:r>
              <a:rPr lang="en-US">
                <a:ea typeface="+mn-lt"/>
                <a:cs typeface="+mn-lt"/>
              </a:rPr>
              <a:t>This raises awareness among the citizens about:</a:t>
            </a:r>
          </a:p>
          <a:p>
            <a:r>
              <a:rPr lang="en-US">
                <a:ea typeface="+mn-lt"/>
                <a:cs typeface="+mn-lt"/>
              </a:rPr>
              <a:t> ongoing governance processes and government services that are available to them and </a:t>
            </a:r>
          </a:p>
          <a:p>
            <a:r>
              <a:rPr lang="en-US">
                <a:ea typeface="+mn-lt"/>
                <a:cs typeface="+mn-lt"/>
              </a:rPr>
              <a:t>how they can benefit from them. </a:t>
            </a:r>
            <a:endParaRPr lang="en-US"/>
          </a:p>
        </p:txBody>
      </p:sp>
    </p:spTree>
    <p:extLst>
      <p:ext uri="{BB962C8B-B14F-4D97-AF65-F5344CB8AC3E}">
        <p14:creationId xmlns:p14="http://schemas.microsoft.com/office/powerpoint/2010/main" val="3715024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B42BE-42C4-4C67-8618-D60B9610CE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5652C0-E14A-454C-BD38-2ABDDE1BDE7E}"/>
              </a:ext>
            </a:extLst>
          </p:cNvPr>
          <p:cNvSpPr>
            <a:spLocks noGrp="1"/>
          </p:cNvSpPr>
          <p:nvPr>
            <p:ph idx="1"/>
          </p:nvPr>
        </p:nvSpPr>
        <p:spPr/>
        <p:txBody>
          <a:bodyPr vert="horz" lIns="91440" tIns="45720" rIns="91440" bIns="45720" rtlCol="0" anchor="t">
            <a:normAutofit/>
          </a:bodyPr>
          <a:lstStyle/>
          <a:p>
            <a:pPr>
              <a:buFont typeface="Wingdings" panose="020B0604020202020204" pitchFamily="34" charset="0"/>
              <a:buChar char="Ø"/>
            </a:pPr>
            <a:r>
              <a:rPr lang="en-US">
                <a:ea typeface="+mn-lt"/>
                <a:cs typeface="+mn-lt"/>
              </a:rPr>
              <a:t>It allows citizens to form an opinion of the government and its administration based on :</a:t>
            </a:r>
          </a:p>
          <a:p>
            <a:r>
              <a:rPr lang="en-US">
                <a:ea typeface="+mn-lt"/>
                <a:cs typeface="+mn-lt"/>
              </a:rPr>
              <a:t>services delivered to them - whether the government services were available to them, </a:t>
            </a:r>
          </a:p>
          <a:p>
            <a:r>
              <a:rPr lang="en-US">
                <a:ea typeface="+mn-lt"/>
                <a:cs typeface="+mn-lt"/>
              </a:rPr>
              <a:t>and the quality of service received. </a:t>
            </a:r>
            <a:endParaRPr lang="en-US"/>
          </a:p>
          <a:p>
            <a:endParaRPr lang="en-US"/>
          </a:p>
        </p:txBody>
      </p:sp>
    </p:spTree>
    <p:extLst>
      <p:ext uri="{BB962C8B-B14F-4D97-AF65-F5344CB8AC3E}">
        <p14:creationId xmlns:p14="http://schemas.microsoft.com/office/powerpoint/2010/main" val="2035305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5CF99-F035-4928-81BD-EDF25E1C2AE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3D7F780-9DAB-453E-89C5-ECB7D8606AF4}"/>
              </a:ext>
            </a:extLst>
          </p:cNvPr>
          <p:cNvSpPr>
            <a:spLocks noGrp="1"/>
          </p:cNvSpPr>
          <p:nvPr>
            <p:ph idx="1"/>
          </p:nvPr>
        </p:nvSpPr>
        <p:spPr>
          <a:xfrm>
            <a:off x="1115568" y="2204854"/>
            <a:ext cx="10168128" cy="4470553"/>
          </a:xfrm>
        </p:spPr>
        <p:txBody>
          <a:bodyPr vert="horz" lIns="91440" tIns="45720" rIns="91440" bIns="45720" rtlCol="0" anchor="t">
            <a:normAutofit/>
          </a:bodyPr>
          <a:lstStyle/>
          <a:p>
            <a:pPr>
              <a:buFont typeface="Wingdings" panose="020B0604020202020204" pitchFamily="34" charset="0"/>
              <a:buChar char="Ø"/>
            </a:pPr>
            <a:r>
              <a:rPr lang="en-US" sz="2400">
                <a:ea typeface="+mn-lt"/>
                <a:cs typeface="+mn-lt"/>
              </a:rPr>
              <a:t>Equipped with this information, the citizens can feel more empowered to voice their concerns and influence governance processes to make them more efficient. </a:t>
            </a:r>
            <a:endParaRPr lang="en-US">
              <a:ea typeface="+mn-lt"/>
              <a:cs typeface="+mn-lt"/>
            </a:endParaRPr>
          </a:p>
          <a:p>
            <a:pPr>
              <a:buFont typeface="Wingdings" panose="020B0604020202020204" pitchFamily="34" charset="0"/>
              <a:buChar char="Ø"/>
            </a:pPr>
            <a:r>
              <a:rPr lang="en-US" sz="2400">
                <a:ea typeface="+mn-lt"/>
                <a:cs typeface="+mn-lt"/>
              </a:rPr>
              <a:t>The application of this model using appropriate technologies, could reduce the "information failure situations" where citizens are unaware of new and existing services being provided by the government. </a:t>
            </a:r>
          </a:p>
          <a:p>
            <a:pPr>
              <a:buFont typeface="Wingdings" panose="020B0604020202020204" pitchFamily="34" charset="0"/>
              <a:buChar char="Ø"/>
            </a:pPr>
            <a:r>
              <a:rPr lang="en-US" sz="2400">
                <a:ea typeface="+mn-lt"/>
                <a:cs typeface="+mn-lt"/>
              </a:rPr>
              <a:t>It can also provide as alternative channel to people to stay updated of governance related information and to validate information received from other sources. </a:t>
            </a:r>
            <a:endParaRPr lang="en-US" sz="2400"/>
          </a:p>
          <a:p>
            <a:endParaRPr lang="en-US" sz="2400"/>
          </a:p>
        </p:txBody>
      </p:sp>
    </p:spTree>
    <p:extLst>
      <p:ext uri="{BB962C8B-B14F-4D97-AF65-F5344CB8AC3E}">
        <p14:creationId xmlns:p14="http://schemas.microsoft.com/office/powerpoint/2010/main" val="80029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83A5C14-ED91-4CD1-809E-D29FF97C9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56065185-5C34-4F86-AA96-AA4D065B0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chemeClr val="tx2">
                <a:lumMod val="10000"/>
                <a:lumOff val="90000"/>
              </a:schemeClr>
            </a:solidFill>
          </a:ln>
          <a:effectLst>
            <a:outerShdw blurRad="76200" sx="102000" sy="102000" algn="ctr"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4" descr="A close up of a clock&#10;&#10;Description automatically generated">
            <a:extLst>
              <a:ext uri="{FF2B5EF4-FFF2-40B4-BE49-F238E27FC236}">
                <a16:creationId xmlns:a16="http://schemas.microsoft.com/office/drawing/2014/main" id="{FC9B0341-2EA9-461F-ACD7-FE3C05750332}"/>
              </a:ext>
            </a:extLst>
          </p:cNvPr>
          <p:cNvPicPr>
            <a:picLocks noGrp="1" noChangeAspect="1"/>
          </p:cNvPicPr>
          <p:nvPr>
            <p:ph idx="1"/>
          </p:nvPr>
        </p:nvPicPr>
        <p:blipFill rotWithShape="1">
          <a:blip r:embed="rId2"/>
          <a:srcRect l="3239" r="932"/>
          <a:stretch/>
        </p:blipFill>
        <p:spPr>
          <a:xfrm>
            <a:off x="1114426" y="10"/>
            <a:ext cx="9963149" cy="6857990"/>
          </a:xfrm>
          <a:custGeom>
            <a:avLst/>
            <a:gdLst/>
            <a:ahLst/>
            <a:cxnLst/>
            <a:rect l="l" t="t" r="r" b="b"/>
            <a:pathLst>
              <a:path w="9948672" h="6858000">
                <a:moveTo>
                  <a:pt x="1593452" y="0"/>
                </a:moveTo>
                <a:lnTo>
                  <a:pt x="8355220" y="0"/>
                </a:lnTo>
                <a:lnTo>
                  <a:pt x="8491722" y="130333"/>
                </a:lnTo>
                <a:cubicBezTo>
                  <a:pt x="9391900" y="1031820"/>
                  <a:pt x="9948672" y="2277214"/>
                  <a:pt x="9948672" y="3652838"/>
                </a:cubicBezTo>
                <a:cubicBezTo>
                  <a:pt x="9948672" y="4856509"/>
                  <a:pt x="9522393" y="5960473"/>
                  <a:pt x="8812775" y="6821583"/>
                </a:cubicBezTo>
                <a:lnTo>
                  <a:pt x="8781276" y="6858000"/>
                </a:lnTo>
                <a:lnTo>
                  <a:pt x="1167397" y="6858000"/>
                </a:lnTo>
                <a:lnTo>
                  <a:pt x="1135897" y="6821583"/>
                </a:lnTo>
                <a:cubicBezTo>
                  <a:pt x="426279" y="5960473"/>
                  <a:pt x="0" y="4856509"/>
                  <a:pt x="0" y="3652838"/>
                </a:cubicBezTo>
                <a:cubicBezTo>
                  <a:pt x="0" y="2277214"/>
                  <a:pt x="556772" y="1031820"/>
                  <a:pt x="1456950" y="130333"/>
                </a:cubicBezTo>
                <a:close/>
              </a:path>
            </a:pathLst>
          </a:custGeom>
        </p:spPr>
      </p:pic>
    </p:spTree>
    <p:extLst>
      <p:ext uri="{BB962C8B-B14F-4D97-AF65-F5344CB8AC3E}">
        <p14:creationId xmlns:p14="http://schemas.microsoft.com/office/powerpoint/2010/main" val="1359219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92445-5ECF-42E4-B733-C984009A7CD6}"/>
              </a:ext>
            </a:extLst>
          </p:cNvPr>
          <p:cNvSpPr>
            <a:spLocks noGrp="1"/>
          </p:cNvSpPr>
          <p:nvPr>
            <p:ph type="title"/>
          </p:nvPr>
        </p:nvSpPr>
        <p:spPr/>
        <p:txBody>
          <a:bodyPr/>
          <a:lstStyle/>
          <a:p>
            <a:r>
              <a:rPr lang="en-US"/>
              <a:t>Applications </a:t>
            </a:r>
          </a:p>
        </p:txBody>
      </p:sp>
      <p:sp>
        <p:nvSpPr>
          <p:cNvPr id="3" name="Content Placeholder 2">
            <a:extLst>
              <a:ext uri="{FF2B5EF4-FFF2-40B4-BE49-F238E27FC236}">
                <a16:creationId xmlns:a16="http://schemas.microsoft.com/office/drawing/2014/main" id="{B67EDCE2-2954-45FA-AABA-DECEF7CF146C}"/>
              </a:ext>
            </a:extLst>
          </p:cNvPr>
          <p:cNvSpPr>
            <a:spLocks noGrp="1"/>
          </p:cNvSpPr>
          <p:nvPr>
            <p:ph idx="1"/>
          </p:nvPr>
        </p:nvSpPr>
        <p:spPr/>
        <p:txBody>
          <a:bodyPr vert="horz" lIns="91440" tIns="45720" rIns="91440" bIns="45720" rtlCol="0" anchor="t">
            <a:normAutofit fontScale="92500"/>
          </a:bodyPr>
          <a:lstStyle/>
          <a:p>
            <a:pPr>
              <a:buFont typeface="Wingdings" panose="020B0604020202020204" pitchFamily="34" charset="0"/>
              <a:buChar char="Ø"/>
            </a:pPr>
            <a:r>
              <a:rPr lang="en-US">
                <a:ea typeface="+mn-lt"/>
                <a:cs typeface="+mn-lt"/>
              </a:rPr>
              <a:t>Putting government laws and legislation online. </a:t>
            </a:r>
          </a:p>
          <a:p>
            <a:pPr>
              <a:buFont typeface="Wingdings" panose="020B0604020202020204" pitchFamily="34" charset="0"/>
              <a:buChar char="Ø"/>
            </a:pPr>
            <a:r>
              <a:rPr lang="en-US">
                <a:ea typeface="+mn-lt"/>
                <a:cs typeface="+mn-lt"/>
              </a:rPr>
              <a:t>Making available the names, contact addresses, emails, and fax no’s of local government officials online.</a:t>
            </a:r>
          </a:p>
          <a:p>
            <a:pPr>
              <a:buFont typeface="Wingdings" panose="020B0604020202020204" pitchFamily="34" charset="0"/>
              <a:buChar char="Ø"/>
            </a:pPr>
            <a:r>
              <a:rPr lang="en-US">
                <a:ea typeface="+mn-lt"/>
                <a:cs typeface="+mn-lt"/>
              </a:rPr>
              <a:t>Making available key information pertaining to governmental plans, budgets, expenditures, and performances online. </a:t>
            </a:r>
          </a:p>
          <a:p>
            <a:pPr>
              <a:buFont typeface="Wingdings" panose="020B0604020202020204" pitchFamily="34" charset="0"/>
              <a:buChar char="Ø"/>
            </a:pPr>
            <a:r>
              <a:rPr lang="en-US">
                <a:ea typeface="+mn-lt"/>
                <a:cs typeface="+mn-lt"/>
              </a:rPr>
              <a:t> Putting key quote judgement/judicial statement that are of value to common citizens . </a:t>
            </a:r>
            <a:endParaRPr lang="en-US"/>
          </a:p>
        </p:txBody>
      </p:sp>
    </p:spTree>
    <p:extLst>
      <p:ext uri="{BB962C8B-B14F-4D97-AF65-F5344CB8AC3E}">
        <p14:creationId xmlns:p14="http://schemas.microsoft.com/office/powerpoint/2010/main" val="3339841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EB526-40DD-4BC1-978A-FE976FB6D0FD}"/>
              </a:ext>
            </a:extLst>
          </p:cNvPr>
          <p:cNvSpPr>
            <a:spLocks noGrp="1"/>
          </p:cNvSpPr>
          <p:nvPr>
            <p:ph type="title"/>
          </p:nvPr>
        </p:nvSpPr>
        <p:spPr/>
        <p:txBody>
          <a:bodyPr>
            <a:normAutofit fontScale="90000"/>
          </a:bodyPr>
          <a:lstStyle/>
          <a:p>
            <a:r>
              <a:rPr lang="en-US" b="1">
                <a:ea typeface="+mj-lt"/>
                <a:cs typeface="+mj-lt"/>
              </a:rPr>
              <a:t>Some Organizations / Projects based on such models</a:t>
            </a:r>
            <a:r>
              <a:rPr lang="en-US">
                <a:ea typeface="+mj-lt"/>
                <a:cs typeface="+mj-lt"/>
              </a:rPr>
              <a:t> </a:t>
            </a:r>
            <a:endParaRPr lang="en-US"/>
          </a:p>
        </p:txBody>
      </p:sp>
      <p:sp>
        <p:nvSpPr>
          <p:cNvPr id="3" name="Content Placeholder 2">
            <a:extLst>
              <a:ext uri="{FF2B5EF4-FFF2-40B4-BE49-F238E27FC236}">
                <a16:creationId xmlns:a16="http://schemas.microsoft.com/office/drawing/2014/main" id="{58B9929C-B588-450E-B691-FE1A70AFE11D}"/>
              </a:ext>
            </a:extLst>
          </p:cNvPr>
          <p:cNvSpPr>
            <a:spLocks noGrp="1"/>
          </p:cNvSpPr>
          <p:nvPr>
            <p:ph idx="1"/>
          </p:nvPr>
        </p:nvSpPr>
        <p:spPr/>
        <p:txBody>
          <a:bodyPr vert="horz" lIns="91440" tIns="45720" rIns="91440" bIns="45720" rtlCol="0" anchor="t">
            <a:normAutofit fontScale="77500" lnSpcReduction="20000"/>
          </a:bodyPr>
          <a:lstStyle/>
          <a:p>
            <a:pPr>
              <a:buFont typeface="Wingdings" panose="020B0604020202020204" pitchFamily="34" charset="0"/>
              <a:buChar char="Ø"/>
            </a:pPr>
            <a:r>
              <a:rPr lang="en-US" b="1">
                <a:ea typeface="+mn-lt"/>
                <a:cs typeface="+mn-lt"/>
              </a:rPr>
              <a:t>India:</a:t>
            </a:r>
            <a:r>
              <a:rPr lang="en-US">
                <a:ea typeface="+mn-lt"/>
                <a:cs typeface="+mn-lt"/>
              </a:rPr>
              <a:t> Directory of Official Websites of Government of India</a:t>
            </a:r>
            <a:endParaRPr lang="en-US"/>
          </a:p>
          <a:p>
            <a:r>
              <a:rPr lang="en-US">
                <a:ea typeface="+mn-lt"/>
                <a:cs typeface="+mn-lt"/>
              </a:rPr>
              <a:t>National Informatics Centre (India) is the official website of the Government of India which makes available Ministerial Information, Indian Laws and Legislations Online, Contact Details etc. online for public access. </a:t>
            </a:r>
            <a:endParaRPr lang="en-US"/>
          </a:p>
          <a:p>
            <a:r>
              <a:rPr lang="en-US">
                <a:ea typeface="+mn-lt"/>
                <a:cs typeface="+mn-lt"/>
              </a:rPr>
              <a:t> </a:t>
            </a:r>
            <a:r>
              <a:rPr lang="en-US">
                <a:ea typeface="+mn-lt"/>
                <a:cs typeface="+mn-lt"/>
                <a:hlinkClick r:id="rId2"/>
              </a:rPr>
              <a:t>http://goidirectory.nic.in/exe.htm#min</a:t>
            </a:r>
            <a:r>
              <a:rPr lang="en-US">
                <a:ea typeface="+mn-lt"/>
                <a:cs typeface="+mn-lt"/>
              </a:rPr>
              <a:t>   (Parent Website : </a:t>
            </a:r>
            <a:r>
              <a:rPr lang="en-US">
                <a:ea typeface="+mn-lt"/>
                <a:cs typeface="+mn-lt"/>
                <a:hlinkClick r:id="rId3"/>
              </a:rPr>
              <a:t>http://www.nic.in</a:t>
            </a:r>
            <a:r>
              <a:rPr lang="en-US">
                <a:ea typeface="+mn-lt"/>
                <a:cs typeface="+mn-lt"/>
              </a:rPr>
              <a:t>) </a:t>
            </a:r>
          </a:p>
          <a:p>
            <a:pPr>
              <a:buFont typeface="Wingdings" panose="020B0604020202020204" pitchFamily="34" charset="0"/>
              <a:buChar char="Ø"/>
            </a:pPr>
            <a:r>
              <a:rPr lang="en-US" b="1">
                <a:ea typeface="+mn-lt"/>
                <a:cs typeface="+mn-lt"/>
              </a:rPr>
              <a:t>Brazil:</a:t>
            </a:r>
            <a:r>
              <a:rPr lang="en-US">
                <a:ea typeface="+mn-lt"/>
                <a:cs typeface="+mn-lt"/>
                <a:hlinkClick r:id="rId4"/>
              </a:rPr>
              <a:t> Official government website</a:t>
            </a:r>
            <a:r>
              <a:rPr lang="en-US">
                <a:ea typeface="+mn-lt"/>
                <a:cs typeface="+mn-lt"/>
              </a:rPr>
              <a:t> </a:t>
            </a:r>
            <a:endParaRPr lang="en-US"/>
          </a:p>
          <a:p>
            <a:r>
              <a:rPr lang="en-US">
                <a:ea typeface="+mn-lt"/>
                <a:cs typeface="+mn-lt"/>
              </a:rPr>
              <a:t>The website provides comprehensive information on Brazilian government as well as links to integrated citizen services.  </a:t>
            </a:r>
            <a:endParaRPr lang="en-US"/>
          </a:p>
          <a:p>
            <a:r>
              <a:rPr lang="en-US">
                <a:ea typeface="+mn-lt"/>
                <a:cs typeface="+mn-lt"/>
                <a:hlinkClick r:id="rId5"/>
              </a:rPr>
              <a:t>http://www.brazil.gov.br</a:t>
            </a:r>
            <a:r>
              <a:rPr lang="en-US">
                <a:ea typeface="+mn-lt"/>
                <a:cs typeface="+mn-lt"/>
              </a:rPr>
              <a:t> </a:t>
            </a:r>
            <a:endParaRPr lang="en-US"/>
          </a:p>
        </p:txBody>
      </p:sp>
    </p:spTree>
    <p:extLst>
      <p:ext uri="{BB962C8B-B14F-4D97-AF65-F5344CB8AC3E}">
        <p14:creationId xmlns:p14="http://schemas.microsoft.com/office/powerpoint/2010/main" val="2464429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C8F97-21DB-4C95-B727-C16582AD847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ED1BF4C-4A58-4C4F-A984-F69FA69549EF}"/>
              </a:ext>
            </a:extLst>
          </p:cNvPr>
          <p:cNvSpPr>
            <a:spLocks noGrp="1"/>
          </p:cNvSpPr>
          <p:nvPr>
            <p:ph idx="1"/>
          </p:nvPr>
        </p:nvSpPr>
        <p:spPr/>
        <p:txBody>
          <a:bodyPr vert="horz" lIns="91440" tIns="45720" rIns="91440" bIns="45720" rtlCol="0" anchor="t">
            <a:normAutofit fontScale="62500" lnSpcReduction="20000"/>
          </a:bodyPr>
          <a:lstStyle/>
          <a:p>
            <a:pPr>
              <a:buFont typeface="Wingdings" panose="020B0604020202020204" pitchFamily="34" charset="0"/>
              <a:buChar char="Ø"/>
            </a:pPr>
            <a:r>
              <a:rPr lang="en-US" b="1">
                <a:ea typeface="+mn-lt"/>
                <a:cs typeface="+mn-lt"/>
              </a:rPr>
              <a:t>South Africa</a:t>
            </a:r>
            <a:r>
              <a:rPr lang="en-US" b="1">
                <a:ea typeface="+mn-lt"/>
                <a:cs typeface="+mn-lt"/>
                <a:hlinkClick r:id="rId2"/>
              </a:rPr>
              <a:t>:</a:t>
            </a:r>
            <a:r>
              <a:rPr lang="en-US">
                <a:ea typeface="+mn-lt"/>
                <a:cs typeface="+mn-lt"/>
                <a:hlinkClick r:id="rId2"/>
              </a:rPr>
              <a:t> The PIMS Monitor </a:t>
            </a:r>
            <a:endParaRPr lang="en-US">
              <a:ea typeface="+mn-lt"/>
              <a:cs typeface="+mn-lt"/>
            </a:endParaRPr>
          </a:p>
          <a:p>
            <a:r>
              <a:rPr lang="en-US" err="1">
                <a:ea typeface="+mn-lt"/>
                <a:cs typeface="+mn-lt"/>
              </a:rPr>
              <a:t>Idasa's</a:t>
            </a:r>
            <a:r>
              <a:rPr lang="en-US">
                <a:ea typeface="+mn-lt"/>
                <a:cs typeface="+mn-lt"/>
              </a:rPr>
              <a:t> Political Information and Monitoring Service (PIMS) providing an easy-to-use reference and record (with plain-language summaries) of all </a:t>
            </a:r>
            <a:r>
              <a:rPr lang="en-US">
                <a:ea typeface="+mn-lt"/>
                <a:cs typeface="+mn-lt"/>
                <a:hlinkClick r:id="rId3"/>
              </a:rPr>
              <a:t>bills</a:t>
            </a:r>
            <a:r>
              <a:rPr lang="en-US">
                <a:ea typeface="+mn-lt"/>
                <a:cs typeface="+mn-lt"/>
              </a:rPr>
              <a:t>, </a:t>
            </a:r>
            <a:r>
              <a:rPr lang="en-US">
                <a:ea typeface="+mn-lt"/>
                <a:cs typeface="+mn-lt"/>
                <a:hlinkClick r:id="rId4"/>
              </a:rPr>
              <a:t>acts</a:t>
            </a:r>
            <a:r>
              <a:rPr lang="en-US">
                <a:ea typeface="+mn-lt"/>
                <a:cs typeface="+mn-lt"/>
              </a:rPr>
              <a:t> and </a:t>
            </a:r>
            <a:r>
              <a:rPr lang="en-US">
                <a:ea typeface="+mn-lt"/>
                <a:cs typeface="+mn-lt"/>
                <a:hlinkClick r:id="rId5"/>
              </a:rPr>
              <a:t>policy documents</a:t>
            </a:r>
            <a:r>
              <a:rPr lang="en-US">
                <a:ea typeface="+mn-lt"/>
                <a:cs typeface="+mn-lt"/>
              </a:rPr>
              <a:t> that pass through parliament. The Monitor aims to help audience engage with democracy, intervene in the legislative process and make submissions to parliament in South Africa.  </a:t>
            </a:r>
          </a:p>
          <a:p>
            <a:r>
              <a:rPr lang="en-US">
                <a:ea typeface="+mn-lt"/>
                <a:cs typeface="+mn-lt"/>
                <a:hlinkClick r:id="rId2"/>
              </a:rPr>
              <a:t>http://www.pims.org.za/monitor/</a:t>
            </a:r>
            <a:r>
              <a:rPr lang="en-US">
                <a:ea typeface="+mn-lt"/>
                <a:cs typeface="+mn-lt"/>
              </a:rPr>
              <a:t> </a:t>
            </a:r>
          </a:p>
          <a:p>
            <a:pPr>
              <a:buFont typeface="Wingdings" panose="020B0604020202020204" pitchFamily="34" charset="0"/>
              <a:buChar char="Ø"/>
            </a:pPr>
            <a:r>
              <a:rPr lang="en-US" b="1">
                <a:ea typeface="+mn-lt"/>
                <a:cs typeface="+mn-lt"/>
              </a:rPr>
              <a:t>Global</a:t>
            </a:r>
            <a:r>
              <a:rPr lang="en-US">
                <a:ea typeface="+mn-lt"/>
                <a:cs typeface="+mn-lt"/>
              </a:rPr>
              <a:t>: </a:t>
            </a:r>
            <a:r>
              <a:rPr lang="en-US">
                <a:ea typeface="+mn-lt"/>
                <a:cs typeface="+mn-lt"/>
                <a:hlinkClick r:id="rId6"/>
              </a:rPr>
              <a:t>Earth Negotiations Bulletin</a:t>
            </a:r>
            <a:endParaRPr lang="en-US">
              <a:ea typeface="+mn-lt"/>
              <a:cs typeface="+mn-lt"/>
            </a:endParaRPr>
          </a:p>
          <a:p>
            <a:r>
              <a:rPr lang="en-US">
                <a:ea typeface="+mn-lt"/>
                <a:cs typeface="+mn-lt"/>
              </a:rPr>
              <a:t>A reporting service which keeps informed citizens worldwide about global environmental negotiations, processes and decisions. It has a great value for citizens and even government officials in developing countries to keep track of global negotiations taking place in the West and be more informed about them. </a:t>
            </a:r>
          </a:p>
          <a:p>
            <a:r>
              <a:rPr lang="en-US">
                <a:ea typeface="+mn-lt"/>
                <a:cs typeface="+mn-lt"/>
              </a:rPr>
              <a:t> </a:t>
            </a:r>
            <a:r>
              <a:rPr lang="en-US">
                <a:ea typeface="+mn-lt"/>
                <a:cs typeface="+mn-lt"/>
                <a:hlinkClick r:id="rId6"/>
              </a:rPr>
              <a:t>http://www.iisd.ca/voltoc.html</a:t>
            </a:r>
            <a:r>
              <a:rPr lang="en-US">
                <a:ea typeface="+mn-lt"/>
                <a:cs typeface="+mn-lt"/>
              </a:rPr>
              <a:t>    (Parent Website : </a:t>
            </a:r>
            <a:r>
              <a:rPr lang="en-US">
                <a:ea typeface="+mn-lt"/>
                <a:cs typeface="+mn-lt"/>
                <a:hlinkClick r:id="rId7"/>
              </a:rPr>
              <a:t>http://www.iisd.ca</a:t>
            </a:r>
            <a:r>
              <a:rPr lang="en-US">
                <a:ea typeface="+mn-lt"/>
                <a:cs typeface="+mn-lt"/>
              </a:rPr>
              <a:t>) </a:t>
            </a:r>
          </a:p>
          <a:p>
            <a:endParaRPr lang="en-US"/>
          </a:p>
        </p:txBody>
      </p:sp>
    </p:spTree>
    <p:extLst>
      <p:ext uri="{BB962C8B-B14F-4D97-AF65-F5344CB8AC3E}">
        <p14:creationId xmlns:p14="http://schemas.microsoft.com/office/powerpoint/2010/main" val="2044082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48575-AAEA-4FEB-ABC3-A481F6A6E453}"/>
              </a:ext>
            </a:extLst>
          </p:cNvPr>
          <p:cNvSpPr>
            <a:spLocks noGrp="1"/>
          </p:cNvSpPr>
          <p:nvPr>
            <p:ph type="title"/>
          </p:nvPr>
        </p:nvSpPr>
        <p:spPr/>
        <p:txBody>
          <a:bodyPr/>
          <a:lstStyle/>
          <a:p>
            <a:r>
              <a:rPr lang="en-US"/>
              <a:t>Evaluation </a:t>
            </a:r>
          </a:p>
        </p:txBody>
      </p:sp>
      <p:sp>
        <p:nvSpPr>
          <p:cNvPr id="3" name="Content Placeholder 2">
            <a:extLst>
              <a:ext uri="{FF2B5EF4-FFF2-40B4-BE49-F238E27FC236}">
                <a16:creationId xmlns:a16="http://schemas.microsoft.com/office/drawing/2014/main" id="{5DACC779-C128-44DF-8E18-6E43D4920243}"/>
              </a:ext>
            </a:extLst>
          </p:cNvPr>
          <p:cNvSpPr>
            <a:spLocks noGrp="1"/>
          </p:cNvSpPr>
          <p:nvPr>
            <p:ph idx="1"/>
          </p:nvPr>
        </p:nvSpPr>
        <p:spPr/>
        <p:txBody>
          <a:bodyPr vert="horz" lIns="91440" tIns="45720" rIns="91440" bIns="45720" rtlCol="0" anchor="t">
            <a:normAutofit/>
          </a:bodyPr>
          <a:lstStyle/>
          <a:p>
            <a:pPr>
              <a:buFont typeface="Wingdings" panose="020B0604020202020204" pitchFamily="34" charset="0"/>
              <a:buChar char="Ø"/>
            </a:pPr>
            <a:r>
              <a:rPr lang="en-US"/>
              <a:t>The Broadcasting Model is a stepping stone to more complex Digital Governance models. </a:t>
            </a:r>
          </a:p>
          <a:p>
            <a:pPr>
              <a:buFont typeface="Wingdings" panose="020B0604020202020204" pitchFamily="34" charset="0"/>
              <a:buChar char="Ø"/>
            </a:pPr>
            <a:r>
              <a:rPr lang="en-US"/>
              <a:t>It is also the most fundamental model as it enhances 'access' and 'flow' of information to all segments of the society, which is essential to bringing good governance. </a:t>
            </a:r>
          </a:p>
        </p:txBody>
      </p:sp>
    </p:spTree>
    <p:extLst>
      <p:ext uri="{BB962C8B-B14F-4D97-AF65-F5344CB8AC3E}">
        <p14:creationId xmlns:p14="http://schemas.microsoft.com/office/powerpoint/2010/main" val="948927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09D29-442A-47F9-BADC-C7BD905E61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D1878E7-B25B-45D1-8400-9300C20016AA}"/>
              </a:ext>
            </a:extLst>
          </p:cNvPr>
          <p:cNvSpPr>
            <a:spLocks noGrp="1"/>
          </p:cNvSpPr>
          <p:nvPr>
            <p:ph idx="1"/>
          </p:nvPr>
        </p:nvSpPr>
        <p:spPr/>
        <p:txBody>
          <a:bodyPr vert="horz" lIns="91440" tIns="45720" rIns="91440" bIns="45720" rtlCol="0" anchor="t">
            <a:normAutofit/>
          </a:bodyPr>
          <a:lstStyle/>
          <a:p>
            <a:pPr>
              <a:buFont typeface="Wingdings" panose="020B0604020202020204" pitchFamily="34" charset="0"/>
              <a:buChar char="Ø"/>
            </a:pPr>
            <a:r>
              <a:rPr lang="en-US">
                <a:ea typeface="+mn-lt"/>
                <a:cs typeface="+mn-lt"/>
              </a:rPr>
              <a:t>In several developing counties, even the basic governance-related information is unavailable, for instance, the opening and closing times of government offices, or information government department and units which deal with specific issues such as agricultural subsidies or getting license for opening a business. </a:t>
            </a:r>
            <a:endParaRPr lang="en-US"/>
          </a:p>
          <a:p>
            <a:endParaRPr lang="en-US"/>
          </a:p>
        </p:txBody>
      </p:sp>
    </p:spTree>
    <p:extLst>
      <p:ext uri="{BB962C8B-B14F-4D97-AF65-F5344CB8AC3E}">
        <p14:creationId xmlns:p14="http://schemas.microsoft.com/office/powerpoint/2010/main" val="3818104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7FFA4-8BCD-4DC9-9BA7-000F9488E6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80A81B0-D1A6-43A3-BB0D-3BABF4FF5A54}"/>
              </a:ext>
            </a:extLst>
          </p:cNvPr>
          <p:cNvSpPr>
            <a:spLocks noGrp="1"/>
          </p:cNvSpPr>
          <p:nvPr>
            <p:ph idx="1"/>
          </p:nvPr>
        </p:nvSpPr>
        <p:spPr/>
        <p:txBody>
          <a:bodyPr vert="horz" lIns="91440" tIns="45720" rIns="91440" bIns="45720" rtlCol="0" anchor="t">
            <a:normAutofit fontScale="92500" lnSpcReduction="20000"/>
          </a:bodyPr>
          <a:lstStyle/>
          <a:p>
            <a:pPr>
              <a:buFont typeface="Wingdings" panose="020B0604020202020204" pitchFamily="34" charset="0"/>
              <a:buChar char="Ø"/>
            </a:pPr>
            <a:r>
              <a:rPr lang="en-US">
                <a:ea typeface="+mn-lt"/>
                <a:cs typeface="+mn-lt"/>
              </a:rPr>
              <a:t>Central and state governments in developing countries need to aggressively adopt this model to provide greater governance services to their constituencies, and to enhance the participation of citizens in governance processes. </a:t>
            </a:r>
            <a:endParaRPr lang="en-US"/>
          </a:p>
          <a:p>
            <a:pPr>
              <a:buFont typeface="Wingdings" panose="020B0604020202020204" pitchFamily="34" charset="0"/>
              <a:buChar char="Ø"/>
            </a:pPr>
            <a:r>
              <a:rPr lang="en-US">
                <a:ea typeface="+mn-lt"/>
                <a:cs typeface="+mn-lt"/>
              </a:rPr>
              <a:t>Simultaneously, the civil society groups should demand for such models to enable access to governance information which can improve the quality of lives of people. </a:t>
            </a:r>
          </a:p>
          <a:p>
            <a:pPr>
              <a:buFont typeface="Wingdings" panose="020B0604020202020204" pitchFamily="34" charset="0"/>
              <a:buChar char="Ø"/>
            </a:pPr>
            <a:r>
              <a:rPr lang="en-US">
                <a:ea typeface="+mn-lt"/>
                <a:cs typeface="+mn-lt"/>
              </a:rPr>
              <a:t>The model can lose its effectiveness in societies, where the free-flow of information is not possible. </a:t>
            </a:r>
            <a:endParaRPr lang="en-US"/>
          </a:p>
        </p:txBody>
      </p:sp>
    </p:spTree>
    <p:extLst>
      <p:ext uri="{BB962C8B-B14F-4D97-AF65-F5344CB8AC3E}">
        <p14:creationId xmlns:p14="http://schemas.microsoft.com/office/powerpoint/2010/main" val="601333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BD5C3-D90F-4023-A319-952195FAED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A63F7BF-294D-4717-B09C-1AC9F6CE956F}"/>
              </a:ext>
            </a:extLst>
          </p:cNvPr>
          <p:cNvSpPr>
            <a:spLocks noGrp="1"/>
          </p:cNvSpPr>
          <p:nvPr>
            <p:ph idx="1"/>
          </p:nvPr>
        </p:nvSpPr>
        <p:spPr/>
        <p:txBody>
          <a:bodyPr vert="horz" lIns="91440" tIns="45720" rIns="91440" bIns="45720" rtlCol="0" anchor="t">
            <a:normAutofit fontScale="92500" lnSpcReduction="20000"/>
          </a:bodyPr>
          <a:lstStyle/>
          <a:p>
            <a:pPr>
              <a:buFont typeface="Wingdings" panose="020B0604020202020204" pitchFamily="34" charset="0"/>
              <a:buChar char="Ø"/>
            </a:pPr>
            <a:r>
              <a:rPr lang="en-US">
                <a:ea typeface="+mn-lt"/>
                <a:cs typeface="+mn-lt"/>
              </a:rPr>
              <a:t>This can happen in countries where freedom of speech and expression, or political freedom is restricted, or there are tight governmental controls to censor information. </a:t>
            </a:r>
          </a:p>
          <a:p>
            <a:pPr>
              <a:buFont typeface="Wingdings" panose="020B0604020202020204" pitchFamily="34" charset="0"/>
              <a:buChar char="Ø"/>
            </a:pPr>
            <a:r>
              <a:rPr lang="en-US">
                <a:ea typeface="+mn-lt"/>
                <a:cs typeface="+mn-lt"/>
              </a:rPr>
              <a:t>The model also loses its effectiveness in situation of optimal ignorance. </a:t>
            </a:r>
          </a:p>
          <a:p>
            <a:pPr>
              <a:buFont typeface="Wingdings" panose="020B0604020202020204" pitchFamily="34" charset="0"/>
              <a:buChar char="Ø"/>
            </a:pPr>
            <a:r>
              <a:rPr lang="en-US">
                <a:ea typeface="+mn-lt"/>
                <a:cs typeface="+mn-lt"/>
              </a:rPr>
              <a:t>This happens when citizens are indifferent / not motivated to act upon information available to them, or when governments and decision-makers take wrong decisions, not because of absence of information, but complete disregard of available information. </a:t>
            </a:r>
            <a:endParaRPr lang="en-US"/>
          </a:p>
          <a:p>
            <a:endParaRPr lang="en-US"/>
          </a:p>
        </p:txBody>
      </p:sp>
    </p:spTree>
    <p:extLst>
      <p:ext uri="{BB962C8B-B14F-4D97-AF65-F5344CB8AC3E}">
        <p14:creationId xmlns:p14="http://schemas.microsoft.com/office/powerpoint/2010/main" val="2351835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1ACA2EA0-FFD3-42EC-9406-B595015ED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D5288BCE-665C-472A-8C43-664BCFA31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917BF38-4BAE-4D36-B73D-8CE9943A0F5A}"/>
              </a:ext>
            </a:extLst>
          </p:cNvPr>
          <p:cNvSpPr>
            <a:spLocks noGrp="1"/>
          </p:cNvSpPr>
          <p:nvPr>
            <p:ph type="title"/>
          </p:nvPr>
        </p:nvSpPr>
        <p:spPr>
          <a:xfrm>
            <a:off x="1804988" y="1442172"/>
            <a:ext cx="8582025" cy="2177328"/>
          </a:xfrm>
        </p:spPr>
        <p:txBody>
          <a:bodyPr vert="horz" lIns="91440" tIns="45720" rIns="91440" bIns="45720" rtlCol="0" anchor="ctr">
            <a:normAutofit/>
          </a:bodyPr>
          <a:lstStyle/>
          <a:p>
            <a:pPr algn="ctr"/>
            <a:r>
              <a:rPr lang="en-US" sz="7200"/>
              <a:t>Critical Flow Model </a:t>
            </a:r>
          </a:p>
          <a:p>
            <a:pPr algn="ctr"/>
            <a:endParaRPr lang="en-US" sz="7200"/>
          </a:p>
        </p:txBody>
      </p:sp>
      <p:sp>
        <p:nvSpPr>
          <p:cNvPr id="16" name="Rectangle: Rounded Corners 15">
            <a:extLst>
              <a:ext uri="{FF2B5EF4-FFF2-40B4-BE49-F238E27FC236}">
                <a16:creationId xmlns:a16="http://schemas.microsoft.com/office/drawing/2014/main" id="{46C57131-53A7-4C1A-BEA8-25F06A06A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3963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0190F-3BE8-4B3E-9E25-C90F4EDA1C9E}"/>
              </a:ext>
            </a:extLst>
          </p:cNvPr>
          <p:cNvSpPr>
            <a:spLocks noGrp="1"/>
          </p:cNvSpPr>
          <p:nvPr>
            <p:ph type="title"/>
          </p:nvPr>
        </p:nvSpPr>
        <p:spPr/>
        <p:txBody>
          <a:bodyPr/>
          <a:lstStyle/>
          <a:p>
            <a:r>
              <a:rPr lang="en-US"/>
              <a:t>Principle </a:t>
            </a:r>
          </a:p>
        </p:txBody>
      </p:sp>
      <p:sp>
        <p:nvSpPr>
          <p:cNvPr id="3" name="Content Placeholder 2">
            <a:extLst>
              <a:ext uri="{FF2B5EF4-FFF2-40B4-BE49-F238E27FC236}">
                <a16:creationId xmlns:a16="http://schemas.microsoft.com/office/drawing/2014/main" id="{5802E105-3A57-4C52-A66B-DFA84BED783D}"/>
              </a:ext>
            </a:extLst>
          </p:cNvPr>
          <p:cNvSpPr>
            <a:spLocks noGrp="1"/>
          </p:cNvSpPr>
          <p:nvPr>
            <p:ph idx="1"/>
          </p:nvPr>
        </p:nvSpPr>
        <p:spPr/>
        <p:txBody>
          <a:bodyPr vert="horz" lIns="91440" tIns="45720" rIns="91440" bIns="45720" rtlCol="0" anchor="t">
            <a:normAutofit/>
          </a:bodyPr>
          <a:lstStyle/>
          <a:p>
            <a:pPr algn="just"/>
            <a:r>
              <a:rPr lang="en-US" dirty="0">
                <a:ea typeface="+mn-lt"/>
                <a:cs typeface="+mn-lt"/>
              </a:rPr>
              <a:t>The model is based on </a:t>
            </a:r>
            <a:r>
              <a:rPr lang="en-US" b="1" dirty="0">
                <a:ea typeface="+mn-lt"/>
                <a:cs typeface="+mn-lt"/>
              </a:rPr>
              <a:t>broadcasting information of 'critical' value</a:t>
            </a:r>
            <a:r>
              <a:rPr lang="en-US" dirty="0">
                <a:ea typeface="+mn-lt"/>
                <a:cs typeface="+mn-lt"/>
              </a:rPr>
              <a:t> (which by its very nature will not be disclosed by those involved with bad governance practices) </a:t>
            </a:r>
            <a:r>
              <a:rPr lang="en-US" b="1" dirty="0">
                <a:ea typeface="+mn-lt"/>
                <a:cs typeface="+mn-lt"/>
              </a:rPr>
              <a:t>to targeted audience </a:t>
            </a:r>
            <a:r>
              <a:rPr lang="en-US" dirty="0">
                <a:ea typeface="+mn-lt"/>
                <a:cs typeface="+mn-lt"/>
              </a:rPr>
              <a:t>using ICTs and other tools. </a:t>
            </a:r>
            <a:endParaRPr lang="en-US"/>
          </a:p>
          <a:p>
            <a:pPr algn="just"/>
            <a:r>
              <a:rPr lang="en-US" b="1" dirty="0">
                <a:ea typeface="+mn-lt"/>
                <a:cs typeface="+mn-lt"/>
              </a:rPr>
              <a:t>Targeted audience</a:t>
            </a:r>
            <a:r>
              <a:rPr lang="en-US" dirty="0">
                <a:ea typeface="+mn-lt"/>
                <a:cs typeface="+mn-lt"/>
              </a:rPr>
              <a:t> : may include media, affected parties, opposition parties, judicial bench, independent investigators or the general public. </a:t>
            </a:r>
            <a:endParaRPr lang="en-US" dirty="0"/>
          </a:p>
          <a:p>
            <a:pPr algn="just"/>
            <a:endParaRPr lang="en-US"/>
          </a:p>
        </p:txBody>
      </p:sp>
    </p:spTree>
    <p:extLst>
      <p:ext uri="{BB962C8B-B14F-4D97-AF65-F5344CB8AC3E}">
        <p14:creationId xmlns:p14="http://schemas.microsoft.com/office/powerpoint/2010/main" val="505899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0B629-E28E-4EFE-BC48-0FE4B7C82D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919B1A-BD00-471E-BFED-48C82842D93C}"/>
              </a:ext>
            </a:extLst>
          </p:cNvPr>
          <p:cNvSpPr>
            <a:spLocks noGrp="1"/>
          </p:cNvSpPr>
          <p:nvPr>
            <p:ph idx="1"/>
          </p:nvPr>
        </p:nvSpPr>
        <p:spPr/>
        <p:txBody>
          <a:bodyPr vert="horz" lIns="91440" tIns="45720" rIns="91440" bIns="45720" rtlCol="0" anchor="t">
            <a:normAutofit fontScale="92500" lnSpcReduction="10000"/>
          </a:bodyPr>
          <a:lstStyle/>
          <a:p>
            <a:pPr algn="just"/>
            <a:r>
              <a:rPr lang="en-US" dirty="0">
                <a:ea typeface="+mn-lt"/>
                <a:cs typeface="+mn-lt"/>
              </a:rPr>
              <a:t>Those who would disclose such information could include upright officials and workers, affected parties and those who were themselves involved in bad governance practices but have now changed their minds or may wish to trade such information for forgiving punishments. </a:t>
            </a:r>
            <a:endParaRPr lang="en-US" dirty="0"/>
          </a:p>
          <a:p>
            <a:pPr algn="just"/>
            <a:r>
              <a:rPr lang="en-US" dirty="0">
                <a:ea typeface="+mn-lt"/>
                <a:cs typeface="+mn-lt"/>
              </a:rPr>
              <a:t>This reduces the cases of exploitative governance possible earlier due to time lag between availability of information to different users. </a:t>
            </a:r>
            <a:endParaRPr lang="en-US" dirty="0"/>
          </a:p>
          <a:p>
            <a:pPr algn="just"/>
            <a:endParaRPr lang="en-US">
              <a:ea typeface="+mn-lt"/>
              <a:cs typeface="+mn-lt"/>
            </a:endParaRPr>
          </a:p>
          <a:p>
            <a:pPr algn="just"/>
            <a:endParaRPr lang="en-US"/>
          </a:p>
        </p:txBody>
      </p:sp>
    </p:spTree>
    <p:extLst>
      <p:ext uri="{BB962C8B-B14F-4D97-AF65-F5344CB8AC3E}">
        <p14:creationId xmlns:p14="http://schemas.microsoft.com/office/powerpoint/2010/main" val="1132449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0549EF-E3A5-48D7-9134-A4E08C0EF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216DD803-634F-4EF2-A1E7-B1911DEE9D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438860"/>
            <a:ext cx="11167447" cy="575276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A77B63F8-D1F3-4D40-B2D4-779BAE82BE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58398" y="-4818940"/>
            <a:ext cx="167069" cy="10515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4" descr="A screenshot of a cell phone&#10;&#10;Description automatically generated">
            <a:extLst>
              <a:ext uri="{FF2B5EF4-FFF2-40B4-BE49-F238E27FC236}">
                <a16:creationId xmlns:a16="http://schemas.microsoft.com/office/drawing/2014/main" id="{74A4E394-6FA4-4512-894F-B305CEC3CF5D}"/>
              </a:ext>
            </a:extLst>
          </p:cNvPr>
          <p:cNvPicPr>
            <a:picLocks noGrp="1" noChangeAspect="1"/>
          </p:cNvPicPr>
          <p:nvPr>
            <p:ph idx="1"/>
          </p:nvPr>
        </p:nvPicPr>
        <p:blipFill rotWithShape="1">
          <a:blip r:embed="rId2"/>
          <a:srcRect b="466"/>
          <a:stretch/>
        </p:blipFill>
        <p:spPr>
          <a:xfrm>
            <a:off x="884132" y="825086"/>
            <a:ext cx="10515600" cy="5050151"/>
          </a:xfrm>
          <a:prstGeom prst="rect">
            <a:avLst/>
          </a:prstGeom>
        </p:spPr>
      </p:pic>
    </p:spTree>
    <p:extLst>
      <p:ext uri="{BB962C8B-B14F-4D97-AF65-F5344CB8AC3E}">
        <p14:creationId xmlns:p14="http://schemas.microsoft.com/office/powerpoint/2010/main" val="1806171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7DDFF-4C8C-4FD7-8175-C40CC87D497D}"/>
              </a:ext>
            </a:extLst>
          </p:cNvPr>
          <p:cNvSpPr>
            <a:spLocks noGrp="1"/>
          </p:cNvSpPr>
          <p:nvPr>
            <p:ph type="title"/>
          </p:nvPr>
        </p:nvSpPr>
        <p:spPr/>
        <p:txBody>
          <a:bodyPr/>
          <a:lstStyle/>
          <a:p>
            <a:r>
              <a:rPr lang="en-US">
                <a:ea typeface="+mj-lt"/>
                <a:cs typeface="+mj-lt"/>
              </a:rPr>
              <a:t>Applications: </a:t>
            </a:r>
            <a:endParaRPr lang="en-US"/>
          </a:p>
        </p:txBody>
      </p:sp>
      <p:sp>
        <p:nvSpPr>
          <p:cNvPr id="3" name="Content Placeholder 2">
            <a:extLst>
              <a:ext uri="{FF2B5EF4-FFF2-40B4-BE49-F238E27FC236}">
                <a16:creationId xmlns:a16="http://schemas.microsoft.com/office/drawing/2014/main" id="{970150CE-1870-410D-8C31-F382714AB7CD}"/>
              </a:ext>
            </a:extLst>
          </p:cNvPr>
          <p:cNvSpPr>
            <a:spLocks noGrp="1"/>
          </p:cNvSpPr>
          <p:nvPr>
            <p:ph idx="1"/>
          </p:nvPr>
        </p:nvSpPr>
        <p:spPr/>
        <p:txBody>
          <a:bodyPr vert="horz" lIns="91440" tIns="45720" rIns="91440" bIns="45720" rtlCol="0" anchor="t">
            <a:normAutofit fontScale="77500" lnSpcReduction="20000"/>
          </a:bodyPr>
          <a:lstStyle/>
          <a:p>
            <a:r>
              <a:rPr lang="en-US" dirty="0"/>
              <a:t>·         Making available corruption related data about a particular Ministry / Division/ Officials online to the concerned regulatory body. </a:t>
            </a:r>
          </a:p>
          <a:p>
            <a:r>
              <a:rPr lang="en-US" dirty="0"/>
              <a:t>·         Making available Research studies, Enquiry reports, Impact studies commissioned by the Government or Independent commissions to the affected parties. </a:t>
            </a:r>
          </a:p>
          <a:p>
            <a:r>
              <a:rPr lang="en-US" dirty="0"/>
              <a:t>·         Making Human Rights Violations cases freely available to Judiciary, NGOs and concerned citizens. </a:t>
            </a:r>
          </a:p>
          <a:p>
            <a:r>
              <a:rPr lang="en-US" dirty="0"/>
              <a:t>·         Making available information that is usually suppressed, for instance, Environmental Information on radioactivity spills, effluents discharge, information on green ratings of the company to concerned community. </a:t>
            </a:r>
          </a:p>
        </p:txBody>
      </p:sp>
    </p:spTree>
    <p:extLst>
      <p:ext uri="{BB962C8B-B14F-4D97-AF65-F5344CB8AC3E}">
        <p14:creationId xmlns:p14="http://schemas.microsoft.com/office/powerpoint/2010/main" val="1440242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B1B29-80E2-4DBD-A3F8-A97050BBCF40}"/>
              </a:ext>
            </a:extLst>
          </p:cNvPr>
          <p:cNvSpPr>
            <a:spLocks noGrp="1"/>
          </p:cNvSpPr>
          <p:nvPr>
            <p:ph type="title"/>
          </p:nvPr>
        </p:nvSpPr>
        <p:spPr/>
        <p:txBody>
          <a:bodyPr/>
          <a:lstStyle/>
          <a:p>
            <a:r>
              <a:rPr lang="en-US">
                <a:ea typeface="+mj-lt"/>
                <a:cs typeface="+mj-lt"/>
              </a:rPr>
              <a:t>Examples </a:t>
            </a:r>
            <a:endParaRPr lang="en-US"/>
          </a:p>
        </p:txBody>
      </p:sp>
      <p:sp>
        <p:nvSpPr>
          <p:cNvPr id="3" name="Content Placeholder 2">
            <a:extLst>
              <a:ext uri="{FF2B5EF4-FFF2-40B4-BE49-F238E27FC236}">
                <a16:creationId xmlns:a16="http://schemas.microsoft.com/office/drawing/2014/main" id="{820C3FBC-A624-4681-B894-042BB6F59107}"/>
              </a:ext>
            </a:extLst>
          </p:cNvPr>
          <p:cNvSpPr>
            <a:spLocks noGrp="1"/>
          </p:cNvSpPr>
          <p:nvPr>
            <p:ph idx="1"/>
          </p:nvPr>
        </p:nvSpPr>
        <p:spPr/>
        <p:txBody>
          <a:bodyPr vert="horz" lIns="91440" tIns="45720" rIns="91440" bIns="45720" rtlCol="0" anchor="t">
            <a:normAutofit fontScale="55000" lnSpcReduction="20000"/>
          </a:bodyPr>
          <a:lstStyle/>
          <a:p>
            <a:r>
              <a:rPr lang="en-US" b="1">
                <a:ea typeface="+mn-lt"/>
                <a:cs typeface="+mn-lt"/>
              </a:rPr>
              <a:t>Global: Wikileaks</a:t>
            </a:r>
            <a:r>
              <a:rPr lang="en-US">
                <a:ea typeface="+mn-lt"/>
                <a:cs typeface="+mn-lt"/>
              </a:rPr>
              <a:t> </a:t>
            </a:r>
            <a:endParaRPr lang="en-US"/>
          </a:p>
          <a:p>
            <a:r>
              <a:rPr lang="en-US">
                <a:ea typeface="+mn-lt"/>
                <a:cs typeface="+mn-lt"/>
                <a:hlinkClick r:id="rId2"/>
              </a:rPr>
              <a:t>www.wikileaks.org</a:t>
            </a:r>
            <a:r>
              <a:rPr lang="en-US">
                <a:ea typeface="+mn-lt"/>
                <a:cs typeface="+mn-lt"/>
              </a:rPr>
              <a:t> </a:t>
            </a:r>
            <a:endParaRPr lang="en-US"/>
          </a:p>
          <a:p>
            <a:r>
              <a:rPr lang="en-US">
                <a:ea typeface="+mn-lt"/>
                <a:cs typeface="+mn-lt"/>
              </a:rPr>
              <a:t>WikiLeaks is a not-for-profit media </a:t>
            </a:r>
            <a:r>
              <a:rPr lang="en-US" err="1">
                <a:ea typeface="+mn-lt"/>
                <a:cs typeface="+mn-lt"/>
              </a:rPr>
              <a:t>organisation</a:t>
            </a:r>
            <a:r>
              <a:rPr lang="en-US">
                <a:ea typeface="+mn-lt"/>
                <a:cs typeface="+mn-lt"/>
              </a:rPr>
              <a:t>. It brings important news and information to the public. It publishes secret information, news leaks and classified media from anonymous sources to keep the public informed, amongst others on cases of corruption, whistleblowing, and crimes. </a:t>
            </a:r>
            <a:endParaRPr lang="en-US"/>
          </a:p>
          <a:p>
            <a:r>
              <a:rPr lang="en-US">
                <a:ea typeface="+mn-lt"/>
                <a:cs typeface="+mn-lt"/>
              </a:rPr>
              <a:t>  </a:t>
            </a:r>
            <a:endParaRPr lang="en-US"/>
          </a:p>
          <a:p>
            <a:r>
              <a:rPr lang="en-US" b="1">
                <a:ea typeface="+mn-lt"/>
                <a:cs typeface="+mn-lt"/>
              </a:rPr>
              <a:t>Global: Transparency International -Daily Corruption News</a:t>
            </a:r>
            <a:r>
              <a:rPr lang="en-US">
                <a:ea typeface="+mn-lt"/>
                <a:cs typeface="+mn-lt"/>
              </a:rPr>
              <a:t> </a:t>
            </a:r>
            <a:endParaRPr lang="en-US"/>
          </a:p>
          <a:p>
            <a:r>
              <a:rPr lang="en-US">
                <a:ea typeface="+mn-lt"/>
                <a:cs typeface="+mn-lt"/>
                <a:hlinkClick r:id="rId3"/>
              </a:rPr>
              <a:t>http://www.transparency.org/feed/dcn</a:t>
            </a:r>
            <a:r>
              <a:rPr lang="en-US">
                <a:ea typeface="+mn-lt"/>
                <a:cs typeface="+mn-lt"/>
              </a:rPr>
              <a:t> </a:t>
            </a:r>
            <a:endParaRPr lang="en-US"/>
          </a:p>
          <a:p>
            <a:r>
              <a:rPr lang="en-US">
                <a:ea typeface="+mn-lt"/>
                <a:cs typeface="+mn-lt"/>
              </a:rPr>
              <a:t>A service is being run by Transparency International called the "The Daily Corruption News" which reports on corruption from around the world. The daily corruption news has been coming out since May 2000. </a:t>
            </a:r>
            <a:endParaRPr lang="en-US"/>
          </a:p>
          <a:p>
            <a:r>
              <a:rPr lang="en-US">
                <a:ea typeface="+mn-lt"/>
                <a:cs typeface="+mn-lt"/>
              </a:rPr>
              <a:t>  </a:t>
            </a:r>
            <a:endParaRPr lang="en-US"/>
          </a:p>
          <a:p>
            <a:endParaRPr lang="en-US"/>
          </a:p>
        </p:txBody>
      </p:sp>
    </p:spTree>
    <p:extLst>
      <p:ext uri="{BB962C8B-B14F-4D97-AF65-F5344CB8AC3E}">
        <p14:creationId xmlns:p14="http://schemas.microsoft.com/office/powerpoint/2010/main" val="2534597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1A46FA-03E1-4820-B561-8189C425CAE4}"/>
              </a:ext>
            </a:extLst>
          </p:cNvPr>
          <p:cNvSpPr>
            <a:spLocks noGrp="1"/>
          </p:cNvSpPr>
          <p:nvPr>
            <p:ph idx="1"/>
          </p:nvPr>
        </p:nvSpPr>
        <p:spPr>
          <a:xfrm>
            <a:off x="1115568" y="537081"/>
            <a:ext cx="10168128" cy="5635119"/>
          </a:xfrm>
        </p:spPr>
        <p:txBody>
          <a:bodyPr vert="horz" lIns="91440" tIns="45720" rIns="91440" bIns="45720" rtlCol="0" anchor="t">
            <a:normAutofit fontScale="70000" lnSpcReduction="20000"/>
          </a:bodyPr>
          <a:lstStyle/>
          <a:p>
            <a:r>
              <a:rPr lang="en-US" b="1">
                <a:ea typeface="+mn-lt"/>
                <a:cs typeface="+mn-lt"/>
              </a:rPr>
              <a:t>Bangladesh: Human Rights Portal </a:t>
            </a:r>
          </a:p>
          <a:p>
            <a:r>
              <a:rPr lang="en-US">
                <a:ea typeface="+mn-lt"/>
                <a:cs typeface="+mn-lt"/>
                <a:hlinkClick r:id="rId2"/>
              </a:rPr>
              <a:t>http://www.banglarights.net</a:t>
            </a:r>
            <a:r>
              <a:rPr lang="en-US">
                <a:ea typeface="+mn-lt"/>
                <a:cs typeface="+mn-lt"/>
              </a:rPr>
              <a:t> </a:t>
            </a:r>
          </a:p>
          <a:p>
            <a:r>
              <a:rPr lang="en-US">
                <a:ea typeface="+mn-lt"/>
                <a:cs typeface="+mn-lt"/>
              </a:rPr>
              <a:t>The portal actively promotes human rights reforms both within Bangladesh and across geographical and political boundaries, and will support women, children, and marginalized communities in resisting social oppression. It  look at attempts by global forces (powerful governments, TNCs, international organizations) through surveillance, covert mechanisms and military and economic superiority to exploit and control smaller nations and communities. </a:t>
            </a:r>
          </a:p>
          <a:p>
            <a:r>
              <a:rPr lang="en-US">
                <a:ea typeface="+mn-lt"/>
                <a:cs typeface="+mn-lt"/>
              </a:rPr>
              <a:t>  </a:t>
            </a:r>
          </a:p>
          <a:p>
            <a:r>
              <a:rPr lang="en-US" b="1">
                <a:ea typeface="+mn-lt"/>
                <a:cs typeface="+mn-lt"/>
              </a:rPr>
              <a:t>India: Central Vigilance Committee </a:t>
            </a:r>
          </a:p>
          <a:p>
            <a:r>
              <a:rPr lang="en-US">
                <a:ea typeface="+mn-lt"/>
                <a:cs typeface="+mn-lt"/>
                <a:hlinkClick r:id="rId3"/>
              </a:rPr>
              <a:t>http://cvc.nic.in</a:t>
            </a:r>
            <a:r>
              <a:rPr lang="en-US">
                <a:ea typeface="+mn-lt"/>
                <a:cs typeface="+mn-lt"/>
              </a:rPr>
              <a:t> </a:t>
            </a:r>
          </a:p>
          <a:p>
            <a:r>
              <a:rPr lang="en-US">
                <a:ea typeface="+mn-lt"/>
                <a:cs typeface="+mn-lt"/>
              </a:rPr>
              <a:t>The website provides free-access information to citizens about government officials who have been indicted on judicial charges relating to corruption and have been advised penalty.  People can also file complaints against any public servant who fall within the jurisdiction of the Commission. </a:t>
            </a:r>
            <a:endParaRPr lang="en-US"/>
          </a:p>
        </p:txBody>
      </p:sp>
    </p:spTree>
    <p:extLst>
      <p:ext uri="{BB962C8B-B14F-4D97-AF65-F5344CB8AC3E}">
        <p14:creationId xmlns:p14="http://schemas.microsoft.com/office/powerpoint/2010/main" val="40294555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D11B8-9CFE-456F-BB62-FD67BA96535A}"/>
              </a:ext>
            </a:extLst>
          </p:cNvPr>
          <p:cNvSpPr>
            <a:spLocks noGrp="1"/>
          </p:cNvSpPr>
          <p:nvPr>
            <p:ph type="title"/>
          </p:nvPr>
        </p:nvSpPr>
        <p:spPr/>
        <p:txBody>
          <a:bodyPr/>
          <a:lstStyle/>
          <a:p>
            <a:r>
              <a:rPr lang="en-US"/>
              <a:t>Evaluation </a:t>
            </a:r>
          </a:p>
        </p:txBody>
      </p:sp>
      <p:sp>
        <p:nvSpPr>
          <p:cNvPr id="3" name="Content Placeholder 2">
            <a:extLst>
              <a:ext uri="{FF2B5EF4-FFF2-40B4-BE49-F238E27FC236}">
                <a16:creationId xmlns:a16="http://schemas.microsoft.com/office/drawing/2014/main" id="{04B78E96-9D45-4E2C-9C13-4351FD5CCE1F}"/>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This model is more </a:t>
            </a:r>
            <a:r>
              <a:rPr lang="en-US" b="1" dirty="0">
                <a:ea typeface="+mn-lt"/>
                <a:cs typeface="+mn-lt"/>
              </a:rPr>
              <a:t>directed and evolved</a:t>
            </a:r>
            <a:r>
              <a:rPr lang="en-US" dirty="0">
                <a:ea typeface="+mn-lt"/>
                <a:cs typeface="+mn-lt"/>
              </a:rPr>
              <a:t> in comparison to the Broadcasting / Wider - Dissemination Model. </a:t>
            </a:r>
            <a:endParaRPr lang="en-US">
              <a:ea typeface="+mn-lt"/>
              <a:cs typeface="+mn-lt"/>
            </a:endParaRPr>
          </a:p>
          <a:p>
            <a:r>
              <a:rPr lang="en-US" dirty="0">
                <a:ea typeface="+mn-lt"/>
                <a:cs typeface="+mn-lt"/>
              </a:rPr>
              <a:t>Different organizations can use it differently depending on the aspect of governance they situation they want to address. </a:t>
            </a:r>
          </a:p>
          <a:p>
            <a:r>
              <a:rPr lang="en-US" dirty="0">
                <a:ea typeface="+mn-lt"/>
                <a:cs typeface="+mn-lt"/>
              </a:rPr>
              <a:t>By </a:t>
            </a:r>
            <a:r>
              <a:rPr lang="en-US" b="1" dirty="0">
                <a:ea typeface="+mn-lt"/>
                <a:cs typeface="+mn-lt"/>
              </a:rPr>
              <a:t>focusing on the critical aspect of information</a:t>
            </a:r>
            <a:r>
              <a:rPr lang="en-US" dirty="0">
                <a:ea typeface="+mn-lt"/>
                <a:cs typeface="+mn-lt"/>
              </a:rPr>
              <a:t> and locating its likeable users, the model corrects information failure, raising awareness about the bad governance practices, and acts as a hindrance to bad governance practices. </a:t>
            </a:r>
            <a:endParaRPr lang="en-US" dirty="0"/>
          </a:p>
        </p:txBody>
      </p:sp>
    </p:spTree>
    <p:extLst>
      <p:ext uri="{BB962C8B-B14F-4D97-AF65-F5344CB8AC3E}">
        <p14:creationId xmlns:p14="http://schemas.microsoft.com/office/powerpoint/2010/main" val="42564235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71986-0852-4C24-A4B7-AC310D1AE9C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24CDDE-8BE9-40B9-9C34-ED2D500A3684}"/>
              </a:ext>
            </a:extLst>
          </p:cNvPr>
          <p:cNvSpPr>
            <a:spLocks noGrp="1"/>
          </p:cNvSpPr>
          <p:nvPr>
            <p:ph idx="1"/>
          </p:nvPr>
        </p:nvSpPr>
        <p:spPr/>
        <p:txBody>
          <a:bodyPr vert="horz" lIns="91440" tIns="45720" rIns="91440" bIns="45720" rtlCol="0" anchor="t">
            <a:normAutofit/>
          </a:bodyPr>
          <a:lstStyle/>
          <a:p>
            <a:r>
              <a:rPr lang="en-US">
                <a:ea typeface="+mn-lt"/>
                <a:cs typeface="+mn-lt"/>
              </a:rPr>
              <a:t>Critical Flow Model is more focused in terms of its information content and its intended users. </a:t>
            </a:r>
            <a:endParaRPr lang="en-US"/>
          </a:p>
          <a:p>
            <a:r>
              <a:rPr lang="en-US">
                <a:ea typeface="+mn-lt"/>
                <a:cs typeface="+mn-lt"/>
              </a:rPr>
              <a:t>Due to critical aspect of information, the model exposes the weakest aspects of governance and decision-making mechanisms and informs people about specific cases of state failure and bad governance to build up a case for concerted action.</a:t>
            </a:r>
            <a:endParaRPr lang="en-US"/>
          </a:p>
          <a:p>
            <a:endParaRPr lang="en-US"/>
          </a:p>
        </p:txBody>
      </p:sp>
    </p:spTree>
    <p:extLst>
      <p:ext uri="{BB962C8B-B14F-4D97-AF65-F5344CB8AC3E}">
        <p14:creationId xmlns:p14="http://schemas.microsoft.com/office/powerpoint/2010/main" val="16281594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31513-E9F8-498E-AC6A-D3B57C2093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4E2426-1F8D-46A8-B318-58C724CAAC91}"/>
              </a:ext>
            </a:extLst>
          </p:cNvPr>
          <p:cNvSpPr>
            <a:spLocks noGrp="1"/>
          </p:cNvSpPr>
          <p:nvPr>
            <p:ph idx="1"/>
          </p:nvPr>
        </p:nvSpPr>
        <p:spPr/>
        <p:txBody>
          <a:bodyPr vert="horz" lIns="91440" tIns="45720" rIns="91440" bIns="45720" rtlCol="0" anchor="t">
            <a:normAutofit/>
          </a:bodyPr>
          <a:lstStyle/>
          <a:p>
            <a:r>
              <a:rPr lang="en-US">
                <a:ea typeface="+mn-lt"/>
                <a:cs typeface="+mn-lt"/>
              </a:rPr>
              <a:t> At the same time, by fueling public unrest, the model exerts pressure on the concerned government institutions and individuals to take into notice the interest and opinion of the masses in decision making processes. </a:t>
            </a:r>
          </a:p>
          <a:p>
            <a:r>
              <a:rPr lang="en-US">
                <a:ea typeface="+mn-lt"/>
                <a:cs typeface="+mn-lt"/>
              </a:rPr>
              <a:t>The responsibility of creating such models may lie more with the civil society organizations to emerge as an effective watch guard to government policies and actions. </a:t>
            </a:r>
            <a:endParaRPr lang="en-US"/>
          </a:p>
        </p:txBody>
      </p:sp>
    </p:spTree>
    <p:extLst>
      <p:ext uri="{BB962C8B-B14F-4D97-AF65-F5344CB8AC3E}">
        <p14:creationId xmlns:p14="http://schemas.microsoft.com/office/powerpoint/2010/main" val="17103714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45A48-2880-4FE6-B922-106647F90E59}"/>
              </a:ext>
            </a:extLst>
          </p:cNvPr>
          <p:cNvSpPr>
            <a:spLocks noGrp="1"/>
          </p:cNvSpPr>
          <p:nvPr>
            <p:ph type="title"/>
          </p:nvPr>
        </p:nvSpPr>
        <p:spPr/>
        <p:txBody>
          <a:bodyPr/>
          <a:lstStyle/>
          <a:p>
            <a:r>
              <a:rPr lang="en-US"/>
              <a:t>Failure of Model</a:t>
            </a:r>
          </a:p>
        </p:txBody>
      </p:sp>
      <p:sp>
        <p:nvSpPr>
          <p:cNvPr id="3" name="Content Placeholder 2">
            <a:extLst>
              <a:ext uri="{FF2B5EF4-FFF2-40B4-BE49-F238E27FC236}">
                <a16:creationId xmlns:a16="http://schemas.microsoft.com/office/drawing/2014/main" id="{A09D9A04-AB2F-4244-BB69-BA7067D50942}"/>
              </a:ext>
            </a:extLst>
          </p:cNvPr>
          <p:cNvSpPr>
            <a:spLocks noGrp="1"/>
          </p:cNvSpPr>
          <p:nvPr>
            <p:ph idx="1"/>
          </p:nvPr>
        </p:nvSpPr>
        <p:spPr/>
        <p:txBody>
          <a:bodyPr vert="horz" lIns="91440" tIns="45720" rIns="91440" bIns="45720" rtlCol="0" anchor="t">
            <a:normAutofit/>
          </a:bodyPr>
          <a:lstStyle/>
          <a:p>
            <a:r>
              <a:rPr lang="en-US" dirty="0">
                <a:ea typeface="+mn-lt"/>
                <a:cs typeface="+mn-lt"/>
              </a:rPr>
              <a:t>The model will not work in cases where government mechanisms do not encourage public debates and disapprove all information of critical nature. </a:t>
            </a:r>
            <a:endParaRPr lang="en-US"/>
          </a:p>
          <a:p>
            <a:r>
              <a:rPr lang="en-US" dirty="0">
                <a:ea typeface="+mn-lt"/>
                <a:cs typeface="+mn-lt"/>
              </a:rPr>
              <a:t>It will also fail where the government maintains a tight control over all information. </a:t>
            </a:r>
          </a:p>
          <a:p>
            <a:r>
              <a:rPr lang="en-US" dirty="0">
                <a:ea typeface="+mn-lt"/>
                <a:cs typeface="+mn-lt"/>
              </a:rPr>
              <a:t>There it remains restricted to top few levels of the government. Inherently the Internet is an open medium. </a:t>
            </a:r>
            <a:endParaRPr lang="en-US" dirty="0"/>
          </a:p>
        </p:txBody>
      </p:sp>
    </p:spTree>
    <p:extLst>
      <p:ext uri="{BB962C8B-B14F-4D97-AF65-F5344CB8AC3E}">
        <p14:creationId xmlns:p14="http://schemas.microsoft.com/office/powerpoint/2010/main" val="10338918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1ACA2EA0-FFD3-42EC-9406-B595015ED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D5288BCE-665C-472A-8C43-664BCFA31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6B5A3E7-891F-4891-86AD-B4C9D5601605}"/>
              </a:ext>
            </a:extLst>
          </p:cNvPr>
          <p:cNvSpPr>
            <a:spLocks noGrp="1"/>
          </p:cNvSpPr>
          <p:nvPr>
            <p:ph type="title"/>
          </p:nvPr>
        </p:nvSpPr>
        <p:spPr>
          <a:xfrm>
            <a:off x="1804988" y="1442172"/>
            <a:ext cx="8582025" cy="2177328"/>
          </a:xfrm>
        </p:spPr>
        <p:txBody>
          <a:bodyPr vert="horz" lIns="91440" tIns="45720" rIns="91440" bIns="45720" rtlCol="0" anchor="ctr">
            <a:normAutofit/>
          </a:bodyPr>
          <a:lstStyle/>
          <a:p>
            <a:pPr algn="ctr"/>
            <a:r>
              <a:rPr lang="en-US" sz="7200"/>
              <a:t>Comparative Analysis Model </a:t>
            </a:r>
          </a:p>
          <a:p>
            <a:pPr algn="ctr"/>
            <a:endParaRPr lang="en-US" sz="7200"/>
          </a:p>
        </p:txBody>
      </p:sp>
      <p:sp>
        <p:nvSpPr>
          <p:cNvPr id="16" name="Rectangle: Rounded Corners 15">
            <a:extLst>
              <a:ext uri="{FF2B5EF4-FFF2-40B4-BE49-F238E27FC236}">
                <a16:creationId xmlns:a16="http://schemas.microsoft.com/office/drawing/2014/main" id="{46C57131-53A7-4C1A-BEA8-25F06A06A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07224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A8291-5EBC-48F2-8A1E-77ACCD0E49A5}"/>
              </a:ext>
            </a:extLst>
          </p:cNvPr>
          <p:cNvSpPr>
            <a:spLocks noGrp="1"/>
          </p:cNvSpPr>
          <p:nvPr>
            <p:ph type="title"/>
          </p:nvPr>
        </p:nvSpPr>
        <p:spPr/>
        <p:txBody>
          <a:bodyPr/>
          <a:lstStyle/>
          <a:p>
            <a:r>
              <a:rPr lang="en-US"/>
              <a:t>Principle </a:t>
            </a:r>
          </a:p>
        </p:txBody>
      </p:sp>
      <p:sp>
        <p:nvSpPr>
          <p:cNvPr id="3" name="Content Placeholder 2">
            <a:extLst>
              <a:ext uri="{FF2B5EF4-FFF2-40B4-BE49-F238E27FC236}">
                <a16:creationId xmlns:a16="http://schemas.microsoft.com/office/drawing/2014/main" id="{4F5C042B-474D-455F-B863-D116ECF6EC66}"/>
              </a:ext>
            </a:extLst>
          </p:cNvPr>
          <p:cNvSpPr>
            <a:spLocks noGrp="1"/>
          </p:cNvSpPr>
          <p:nvPr>
            <p:ph idx="1"/>
          </p:nvPr>
        </p:nvSpPr>
        <p:spPr/>
        <p:txBody>
          <a:bodyPr vert="horz" lIns="91440" tIns="45720" rIns="91440" bIns="45720" rtlCol="0" anchor="t">
            <a:normAutofit fontScale="92500" lnSpcReduction="20000"/>
          </a:bodyPr>
          <a:lstStyle/>
          <a:p>
            <a:r>
              <a:rPr lang="en-US" dirty="0">
                <a:ea typeface="+mn-lt"/>
                <a:cs typeface="+mn-lt"/>
              </a:rPr>
              <a:t>Comparative Analysis Model is one of the </a:t>
            </a:r>
            <a:r>
              <a:rPr lang="en-US" b="1" dirty="0">
                <a:ea typeface="+mn-lt"/>
                <a:cs typeface="+mn-lt"/>
              </a:rPr>
              <a:t>least-used but a high potential e-governance model for developing countries. </a:t>
            </a:r>
          </a:p>
          <a:p>
            <a:r>
              <a:rPr lang="en-US" dirty="0">
                <a:ea typeface="+mn-lt"/>
                <a:cs typeface="+mn-lt"/>
              </a:rPr>
              <a:t>The model can be used to empower people by </a:t>
            </a:r>
            <a:r>
              <a:rPr lang="en-US" b="1" dirty="0">
                <a:ea typeface="+mn-lt"/>
                <a:cs typeface="+mn-lt"/>
              </a:rPr>
              <a:t>comparing cases of bad governance with those of good governance</a:t>
            </a:r>
            <a:r>
              <a:rPr lang="en-US" dirty="0">
                <a:ea typeface="+mn-lt"/>
                <a:cs typeface="+mn-lt"/>
              </a:rPr>
              <a:t> and identifying specific aspects of bad governance, the reasons and people behind them, and how the situation can be improved. </a:t>
            </a:r>
            <a:endParaRPr lang="en-US" dirty="0"/>
          </a:p>
          <a:p>
            <a:r>
              <a:rPr lang="en-US" dirty="0">
                <a:ea typeface="+mn-lt"/>
                <a:cs typeface="+mn-lt"/>
              </a:rPr>
              <a:t>The model is based on using immense capacity of ICT and social media tools to explore given information sets with comparable information available in the public or private domain.</a:t>
            </a:r>
            <a:endParaRPr lang="en-US" dirty="0"/>
          </a:p>
        </p:txBody>
      </p:sp>
    </p:spTree>
    <p:extLst>
      <p:ext uri="{BB962C8B-B14F-4D97-AF65-F5344CB8AC3E}">
        <p14:creationId xmlns:p14="http://schemas.microsoft.com/office/powerpoint/2010/main" val="37138396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53CD-8E36-4182-94EA-01A211CE4B9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371635-3197-428B-AB14-8D7A6BDAA112}"/>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 </a:t>
            </a:r>
            <a:r>
              <a:rPr lang="en-US" b="1" dirty="0">
                <a:ea typeface="+mn-lt"/>
                <a:cs typeface="+mn-lt"/>
              </a:rPr>
              <a:t>For instance</a:t>
            </a:r>
            <a:r>
              <a:rPr lang="en-US" dirty="0">
                <a:ea typeface="+mn-lt"/>
                <a:cs typeface="+mn-lt"/>
              </a:rPr>
              <a:t>, if a given amount of money can build 5 primary schools in District 'A'  in a country, then why does the same amount of money build only 2 schools in District 'B'?  Could this be because of corruption of officials and contractors involved, or siphoning of money for other things?  </a:t>
            </a:r>
            <a:endParaRPr lang="en-US"/>
          </a:p>
          <a:p>
            <a:r>
              <a:rPr lang="en-US" dirty="0">
                <a:ea typeface="+mn-lt"/>
                <a:cs typeface="+mn-lt"/>
              </a:rPr>
              <a:t>The outcomes are strategic learnings and empowerment, and can lay the basis for possible action, </a:t>
            </a:r>
            <a:r>
              <a:rPr lang="en-US" dirty="0" err="1">
                <a:ea typeface="+mn-lt"/>
                <a:cs typeface="+mn-lt"/>
              </a:rPr>
              <a:t>eg</a:t>
            </a:r>
            <a:r>
              <a:rPr lang="en-US" dirty="0">
                <a:ea typeface="+mn-lt"/>
                <a:cs typeface="+mn-lt"/>
              </a:rPr>
              <a:t>: filing of right to information (RTI) to find where the money went. </a:t>
            </a:r>
            <a:endParaRPr lang="en-US" dirty="0"/>
          </a:p>
          <a:p>
            <a:endParaRPr lang="en-US"/>
          </a:p>
        </p:txBody>
      </p:sp>
    </p:spTree>
    <p:extLst>
      <p:ext uri="{BB962C8B-B14F-4D97-AF65-F5344CB8AC3E}">
        <p14:creationId xmlns:p14="http://schemas.microsoft.com/office/powerpoint/2010/main" val="18331196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87020-A78B-43F5-9164-5E04CBDCFAA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342E84-E102-47A4-8E5A-1DFA3105EFD6}"/>
              </a:ext>
            </a:extLst>
          </p:cNvPr>
          <p:cNvSpPr>
            <a:spLocks noGrp="1"/>
          </p:cNvSpPr>
          <p:nvPr>
            <p:ph idx="1"/>
          </p:nvPr>
        </p:nvSpPr>
        <p:spPr/>
        <p:txBody>
          <a:bodyPr vert="horz" lIns="91440" tIns="45720" rIns="91440" bIns="45720" rtlCol="0" anchor="t">
            <a:normAutofit fontScale="92500" lnSpcReduction="20000"/>
          </a:bodyPr>
          <a:lstStyle/>
          <a:p>
            <a:r>
              <a:rPr lang="en-US" dirty="0">
                <a:ea typeface="+mn-lt"/>
                <a:cs typeface="+mn-lt"/>
              </a:rPr>
              <a:t>Essentially, the model continuously understand “best practices” in different areas of governance and uses them as benchmark to evaluate other governance practices. </a:t>
            </a:r>
            <a:endParaRPr lang="en-US"/>
          </a:p>
          <a:p>
            <a:r>
              <a:rPr lang="en-US" dirty="0">
                <a:ea typeface="+mn-lt"/>
                <a:cs typeface="+mn-lt"/>
              </a:rPr>
              <a:t>It then uses the result  to influence 'public' opinion on existing governance practices. </a:t>
            </a:r>
          </a:p>
          <a:p>
            <a:r>
              <a:rPr lang="en-US" dirty="0">
                <a:ea typeface="+mn-lt"/>
                <a:cs typeface="+mn-lt"/>
              </a:rPr>
              <a:t>The comparison could be made over a time scale to get a snapshot of the past and the present situation or could be used to compare the effectiveness of an intervention by comparing two similar situations. </a:t>
            </a:r>
            <a:endParaRPr lang="en-US" dirty="0"/>
          </a:p>
          <a:p>
            <a:endParaRPr lang="en-US">
              <a:ea typeface="+mn-lt"/>
              <a:cs typeface="+mn-lt"/>
            </a:endParaRPr>
          </a:p>
        </p:txBody>
      </p:sp>
    </p:spTree>
    <p:extLst>
      <p:ext uri="{BB962C8B-B14F-4D97-AF65-F5344CB8AC3E}">
        <p14:creationId xmlns:p14="http://schemas.microsoft.com/office/powerpoint/2010/main" val="34237318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10941-04EB-4F8D-8AE6-9F0AE1327F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BCC7BE-63A2-4316-8A17-2D3FB38B0FE7}"/>
              </a:ext>
            </a:extLst>
          </p:cNvPr>
          <p:cNvSpPr>
            <a:spLocks noGrp="1"/>
          </p:cNvSpPr>
          <p:nvPr>
            <p:ph idx="1"/>
          </p:nvPr>
        </p:nvSpPr>
        <p:spPr/>
        <p:txBody>
          <a:bodyPr vert="horz" lIns="91440" tIns="45720" rIns="91440" bIns="45720" rtlCol="0" anchor="t">
            <a:normAutofit/>
          </a:bodyPr>
          <a:lstStyle/>
          <a:p>
            <a:r>
              <a:rPr lang="en-US">
                <a:ea typeface="+mn-lt"/>
                <a:cs typeface="+mn-lt"/>
              </a:rPr>
              <a:t>The strength of this model lies in the infinite capacity of digital networks to store varied information and retrieve and transmit it instantly across all geographical and hierarchical barriers. </a:t>
            </a:r>
          </a:p>
          <a:p>
            <a:endParaRPr lang="en-US">
              <a:ea typeface="+mn-lt"/>
              <a:cs typeface="+mn-lt"/>
            </a:endParaRPr>
          </a:p>
          <a:p>
            <a:endParaRPr lang="en-US"/>
          </a:p>
        </p:txBody>
      </p:sp>
    </p:spTree>
    <p:extLst>
      <p:ext uri="{BB962C8B-B14F-4D97-AF65-F5344CB8AC3E}">
        <p14:creationId xmlns:p14="http://schemas.microsoft.com/office/powerpoint/2010/main" val="11692934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36479B6-D3B7-4AC1-94B0-88B2C2E31630}"/>
              </a:ext>
            </a:extLst>
          </p:cNvPr>
          <p:cNvSpPr>
            <a:spLocks noGrp="1"/>
          </p:cNvSpPr>
          <p:nvPr>
            <p:ph type="title"/>
          </p:nvPr>
        </p:nvSpPr>
        <p:spPr>
          <a:xfrm>
            <a:off x="901690" y="405575"/>
            <a:ext cx="6430414" cy="1371600"/>
          </a:xfrm>
        </p:spPr>
        <p:txBody>
          <a:bodyPr vert="horz" lIns="91440" tIns="45720" rIns="91440" bIns="45720" rtlCol="0" anchor="ctr">
            <a:normAutofit/>
          </a:bodyPr>
          <a:lstStyle/>
          <a:p>
            <a:endParaRPr lang="en-US"/>
          </a:p>
        </p:txBody>
      </p:sp>
      <p:sp>
        <p:nvSpPr>
          <p:cNvPr id="17" name="Rectangle 16">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4" descr="A picture containing clock&#10;&#10;Description automatically generated">
            <a:extLst>
              <a:ext uri="{FF2B5EF4-FFF2-40B4-BE49-F238E27FC236}">
                <a16:creationId xmlns:a16="http://schemas.microsoft.com/office/drawing/2014/main" id="{F299FF18-F64C-434E-A3A8-A079E1CB1958}"/>
              </a:ext>
            </a:extLst>
          </p:cNvPr>
          <p:cNvPicPr>
            <a:picLocks noGrp="1" noChangeAspect="1"/>
          </p:cNvPicPr>
          <p:nvPr>
            <p:ph idx="1"/>
          </p:nvPr>
        </p:nvPicPr>
        <p:blipFill>
          <a:blip r:embed="rId2"/>
          <a:stretch>
            <a:fillRect/>
          </a:stretch>
        </p:blipFill>
        <p:spPr>
          <a:xfrm>
            <a:off x="2308327" y="2091095"/>
            <a:ext cx="7578811" cy="4206240"/>
          </a:xfrm>
          <a:prstGeom prst="rect">
            <a:avLst/>
          </a:prstGeom>
        </p:spPr>
      </p:pic>
    </p:spTree>
    <p:extLst>
      <p:ext uri="{BB962C8B-B14F-4D97-AF65-F5344CB8AC3E}">
        <p14:creationId xmlns:p14="http://schemas.microsoft.com/office/powerpoint/2010/main" val="35704738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C9394-5D9E-4088-98A6-319F86CBC2DF}"/>
              </a:ext>
            </a:extLst>
          </p:cNvPr>
          <p:cNvSpPr>
            <a:spLocks noGrp="1"/>
          </p:cNvSpPr>
          <p:nvPr>
            <p:ph type="title"/>
          </p:nvPr>
        </p:nvSpPr>
        <p:spPr/>
        <p:txBody>
          <a:bodyPr/>
          <a:lstStyle/>
          <a:p>
            <a:r>
              <a:rPr lang="en-US"/>
              <a:t>Applications </a:t>
            </a:r>
          </a:p>
        </p:txBody>
      </p:sp>
      <p:sp>
        <p:nvSpPr>
          <p:cNvPr id="3" name="Content Placeholder 2">
            <a:extLst>
              <a:ext uri="{FF2B5EF4-FFF2-40B4-BE49-F238E27FC236}">
                <a16:creationId xmlns:a16="http://schemas.microsoft.com/office/drawing/2014/main" id="{1079A323-7C23-4F51-B586-B4AF88603E0A}"/>
              </a:ext>
            </a:extLst>
          </p:cNvPr>
          <p:cNvSpPr>
            <a:spLocks noGrp="1"/>
          </p:cNvSpPr>
          <p:nvPr>
            <p:ph idx="1"/>
          </p:nvPr>
        </p:nvSpPr>
        <p:spPr/>
        <p:txBody>
          <a:bodyPr vert="horz" lIns="91440" tIns="45720" rIns="91440" bIns="45720" rtlCol="0" anchor="t">
            <a:normAutofit fontScale="85000" lnSpcReduction="10000"/>
          </a:bodyPr>
          <a:lstStyle/>
          <a:p>
            <a:r>
              <a:rPr lang="en-US"/>
              <a:t>·         To learn from past policies and actions and derive learning lessons for future policy-making. </a:t>
            </a:r>
          </a:p>
          <a:p>
            <a:r>
              <a:rPr lang="en-US"/>
              <a:t>·         To evaluate the effectiveness of the current policies and identify key learnings in terms of strengths and flaws in the policies. </a:t>
            </a:r>
          </a:p>
          <a:p>
            <a:r>
              <a:rPr lang="en-US"/>
              <a:t>·         To enable informed decision-making at all levels by enhancing the background knowledge and also providing a theory for action. </a:t>
            </a:r>
          </a:p>
          <a:p>
            <a:r>
              <a:rPr lang="en-US"/>
              <a:t>·         To evaluate the performance and track-record of a particular decision-maker/ decision-making body. </a:t>
            </a:r>
          </a:p>
        </p:txBody>
      </p:sp>
    </p:spTree>
    <p:extLst>
      <p:ext uri="{BB962C8B-B14F-4D97-AF65-F5344CB8AC3E}">
        <p14:creationId xmlns:p14="http://schemas.microsoft.com/office/powerpoint/2010/main" val="21767857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61085-7587-4B18-B1DD-DB44945DFE43}"/>
              </a:ext>
            </a:extLst>
          </p:cNvPr>
          <p:cNvSpPr>
            <a:spLocks noGrp="1"/>
          </p:cNvSpPr>
          <p:nvPr>
            <p:ph type="title"/>
          </p:nvPr>
        </p:nvSpPr>
        <p:spPr/>
        <p:txBody>
          <a:bodyPr/>
          <a:lstStyle/>
          <a:p>
            <a:r>
              <a:rPr lang="en-US">
                <a:ea typeface="+mj-lt"/>
                <a:cs typeface="+mj-lt"/>
              </a:rPr>
              <a:t>Examples </a:t>
            </a:r>
            <a:endParaRPr lang="en-US"/>
          </a:p>
        </p:txBody>
      </p:sp>
      <p:sp>
        <p:nvSpPr>
          <p:cNvPr id="3" name="Content Placeholder 2">
            <a:extLst>
              <a:ext uri="{FF2B5EF4-FFF2-40B4-BE49-F238E27FC236}">
                <a16:creationId xmlns:a16="http://schemas.microsoft.com/office/drawing/2014/main" id="{0258A4B8-231D-4223-A626-DD9C13C4A193}"/>
              </a:ext>
            </a:extLst>
          </p:cNvPr>
          <p:cNvSpPr>
            <a:spLocks noGrp="1"/>
          </p:cNvSpPr>
          <p:nvPr>
            <p:ph idx="1"/>
          </p:nvPr>
        </p:nvSpPr>
        <p:spPr/>
        <p:txBody>
          <a:bodyPr vert="horz" lIns="91440" tIns="45720" rIns="91440" bIns="45720" rtlCol="0" anchor="t">
            <a:normAutofit fontScale="47500" lnSpcReduction="20000"/>
          </a:bodyPr>
          <a:lstStyle/>
          <a:p>
            <a:r>
              <a:rPr lang="en-US" b="1">
                <a:ea typeface="+mn-lt"/>
                <a:cs typeface="+mn-lt"/>
              </a:rPr>
              <a:t>Global: Human Development Indicators</a:t>
            </a:r>
            <a:r>
              <a:rPr lang="en-US">
                <a:ea typeface="+mn-lt"/>
                <a:cs typeface="+mn-lt"/>
              </a:rPr>
              <a:t> </a:t>
            </a:r>
            <a:endParaRPr lang="en-US"/>
          </a:p>
          <a:p>
            <a:r>
              <a:rPr lang="en-US">
                <a:ea typeface="+mn-lt"/>
                <a:cs typeface="+mn-lt"/>
                <a:hlinkClick r:id="rId2"/>
              </a:rPr>
              <a:t>http://hdr.undp.org/en/statistics/</a:t>
            </a:r>
            <a:r>
              <a:rPr lang="en-US">
                <a:ea typeface="+mn-lt"/>
                <a:cs typeface="+mn-lt"/>
              </a:rPr>
              <a:t> </a:t>
            </a:r>
            <a:endParaRPr lang="en-US"/>
          </a:p>
          <a:p>
            <a:r>
              <a:rPr lang="en-US">
                <a:ea typeface="+mn-lt"/>
                <a:cs typeface="+mn-lt"/>
              </a:rPr>
              <a:t>The Human Development Report of UNDP makes use of archived Statistical information pertaining to literacy, health, national income etc. as a benchmark to assess the progress made by different countries with regards to their Human Development Index and suggests policy recommendations based on that. </a:t>
            </a:r>
            <a:endParaRPr lang="en-US"/>
          </a:p>
          <a:p>
            <a:r>
              <a:rPr lang="en-US">
                <a:ea typeface="+mn-lt"/>
                <a:cs typeface="+mn-lt"/>
              </a:rPr>
              <a:t>Many countries now also prepare national level indicators to compare progress made in different states in a country. </a:t>
            </a:r>
            <a:endParaRPr lang="en-US"/>
          </a:p>
          <a:p>
            <a:r>
              <a:rPr lang="en-US" b="1">
                <a:ea typeface="+mn-lt"/>
                <a:cs typeface="+mn-lt"/>
              </a:rPr>
              <a:t>India: Comparative Learning from Disasters</a:t>
            </a:r>
            <a:r>
              <a:rPr lang="en-US">
                <a:ea typeface="+mn-lt"/>
                <a:cs typeface="+mn-lt"/>
              </a:rPr>
              <a:t> </a:t>
            </a:r>
            <a:endParaRPr lang="en-US"/>
          </a:p>
          <a:p>
            <a:r>
              <a:rPr lang="en-US">
                <a:ea typeface="+mn-lt"/>
                <a:cs typeface="+mn-lt"/>
                <a:hlinkClick r:id="rId3"/>
              </a:rPr>
              <a:t>http://www.cddc.vt.edu/digitalgov/Latur-Gujarat.htm</a:t>
            </a:r>
            <a:r>
              <a:rPr lang="en-US">
                <a:ea typeface="+mn-lt"/>
                <a:cs typeface="+mn-lt"/>
              </a:rPr>
              <a:t> </a:t>
            </a:r>
            <a:endParaRPr lang="en-US"/>
          </a:p>
          <a:p>
            <a:r>
              <a:rPr lang="en-US">
                <a:ea typeface="+mn-lt"/>
                <a:cs typeface="+mn-lt"/>
              </a:rPr>
              <a:t>  </a:t>
            </a:r>
            <a:endParaRPr lang="en-US"/>
          </a:p>
          <a:p>
            <a:r>
              <a:rPr lang="en-US">
                <a:ea typeface="+mn-lt"/>
                <a:cs typeface="+mn-lt"/>
              </a:rPr>
              <a:t>In the wake of earthquake in Kutch in India (January 2001), there was a lot of comparative learning relating to disaster management drawn from a high intensity earthquake which shook Latur in India in 1993. The extensive information available on internet on both these earthquakes open up vast scope of comparison by all segments of the society. </a:t>
            </a:r>
            <a:endParaRPr lang="en-US"/>
          </a:p>
        </p:txBody>
      </p:sp>
    </p:spTree>
    <p:extLst>
      <p:ext uri="{BB962C8B-B14F-4D97-AF65-F5344CB8AC3E}">
        <p14:creationId xmlns:p14="http://schemas.microsoft.com/office/powerpoint/2010/main" val="1271529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9B7C8-571D-44EE-90B7-BF5FFAC05F4D}"/>
              </a:ext>
            </a:extLst>
          </p:cNvPr>
          <p:cNvSpPr>
            <a:spLocks noGrp="1"/>
          </p:cNvSpPr>
          <p:nvPr>
            <p:ph type="title"/>
          </p:nvPr>
        </p:nvSpPr>
        <p:spPr/>
        <p:txBody>
          <a:bodyPr/>
          <a:lstStyle/>
          <a:p>
            <a:r>
              <a:rPr lang="en-US"/>
              <a:t>Evaluation </a:t>
            </a:r>
          </a:p>
        </p:txBody>
      </p:sp>
      <p:sp>
        <p:nvSpPr>
          <p:cNvPr id="3" name="Content Placeholder 2">
            <a:extLst>
              <a:ext uri="{FF2B5EF4-FFF2-40B4-BE49-F238E27FC236}">
                <a16:creationId xmlns:a16="http://schemas.microsoft.com/office/drawing/2014/main" id="{BF680010-1BFE-41EE-AF7B-EB17361A0778}"/>
              </a:ext>
            </a:extLst>
          </p:cNvPr>
          <p:cNvSpPr>
            <a:spLocks noGrp="1"/>
          </p:cNvSpPr>
          <p:nvPr>
            <p:ph idx="1"/>
          </p:nvPr>
        </p:nvSpPr>
        <p:spPr/>
        <p:txBody>
          <a:bodyPr vert="horz" lIns="91440" tIns="45720" rIns="91440" bIns="45720" rtlCol="0" anchor="t">
            <a:normAutofit/>
          </a:bodyPr>
          <a:lstStyle/>
          <a:p>
            <a:r>
              <a:rPr lang="en-US">
                <a:ea typeface="+mn-lt"/>
                <a:cs typeface="+mn-lt"/>
              </a:rPr>
              <a:t>Developing countries can effectively use this model to their advantage as ICT opens access to global and local knowledge product at a relatively low cost. </a:t>
            </a:r>
          </a:p>
          <a:p>
            <a:r>
              <a:rPr lang="en-US">
                <a:ea typeface="+mn-lt"/>
                <a:cs typeface="+mn-lt"/>
              </a:rPr>
              <a:t>Watch guard organizations and monitor groups could use the model to track the performance record of electoral candidates and share them in their constituency. </a:t>
            </a:r>
            <a:endParaRPr lang="en-US"/>
          </a:p>
        </p:txBody>
      </p:sp>
    </p:spTree>
    <p:extLst>
      <p:ext uri="{BB962C8B-B14F-4D97-AF65-F5344CB8AC3E}">
        <p14:creationId xmlns:p14="http://schemas.microsoft.com/office/powerpoint/2010/main" val="34323174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0CCB3-4886-4EA5-80E1-929692487BE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3F1B75-D49A-43D0-A450-BE529EE2ADF5}"/>
              </a:ext>
            </a:extLst>
          </p:cNvPr>
          <p:cNvSpPr>
            <a:spLocks noGrp="1"/>
          </p:cNvSpPr>
          <p:nvPr>
            <p:ph idx="1"/>
          </p:nvPr>
        </p:nvSpPr>
        <p:spPr/>
        <p:txBody>
          <a:bodyPr vert="horz" lIns="91440" tIns="45720" rIns="91440" bIns="45720" rtlCol="0" anchor="t">
            <a:normAutofit/>
          </a:bodyPr>
          <a:lstStyle/>
          <a:p>
            <a:r>
              <a:rPr lang="en-US">
                <a:ea typeface="+mn-lt"/>
                <a:cs typeface="+mn-lt"/>
              </a:rPr>
              <a:t>The model is, however, dependent on the availability of comparative information sets and the ability of the users to analyze and bring out strong arguments  from the analysis. </a:t>
            </a:r>
            <a:endParaRPr lang="en-US"/>
          </a:p>
          <a:p>
            <a:r>
              <a:rPr lang="en-US">
                <a:ea typeface="+mn-lt"/>
                <a:cs typeface="+mn-lt"/>
              </a:rPr>
              <a:t>The model however becomes ineffective in the absence of a strong civil society interests and short public memory. </a:t>
            </a:r>
            <a:endParaRPr lang="en-US"/>
          </a:p>
          <a:p>
            <a:endParaRPr lang="en-US"/>
          </a:p>
        </p:txBody>
      </p:sp>
    </p:spTree>
    <p:extLst>
      <p:ext uri="{BB962C8B-B14F-4D97-AF65-F5344CB8AC3E}">
        <p14:creationId xmlns:p14="http://schemas.microsoft.com/office/powerpoint/2010/main" val="28328461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Rectangle 24">
            <a:extLst>
              <a:ext uri="{FF2B5EF4-FFF2-40B4-BE49-F238E27FC236}">
                <a16:creationId xmlns:a16="http://schemas.microsoft.com/office/drawing/2014/main" id="{1ACA2EA0-FFD3-42EC-9406-B595015ED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D5288BCE-665C-472A-8C43-664BCFA31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0BBC78E-75D8-4EE3-A764-75F9AB2178C6}"/>
              </a:ext>
            </a:extLst>
          </p:cNvPr>
          <p:cNvSpPr>
            <a:spLocks noGrp="1"/>
          </p:cNvSpPr>
          <p:nvPr>
            <p:ph type="title"/>
          </p:nvPr>
        </p:nvSpPr>
        <p:spPr>
          <a:xfrm>
            <a:off x="1804988" y="1442172"/>
            <a:ext cx="8582025" cy="2177328"/>
          </a:xfrm>
        </p:spPr>
        <p:txBody>
          <a:bodyPr vert="horz" lIns="91440" tIns="45720" rIns="91440" bIns="45720" rtlCol="0" anchor="ctr">
            <a:normAutofit/>
          </a:bodyPr>
          <a:lstStyle/>
          <a:p>
            <a:pPr algn="ctr"/>
            <a:endParaRPr lang="en-US" sz="5000"/>
          </a:p>
          <a:p>
            <a:pPr algn="ctr"/>
            <a:r>
              <a:rPr lang="en-US" sz="5000" err="1"/>
              <a:t>Mobilisation</a:t>
            </a:r>
            <a:r>
              <a:rPr lang="en-US" sz="5000"/>
              <a:t> and Lobbying Model </a:t>
            </a:r>
          </a:p>
          <a:p>
            <a:pPr algn="ctr"/>
            <a:endParaRPr lang="en-US" sz="5000"/>
          </a:p>
        </p:txBody>
      </p:sp>
      <p:sp>
        <p:nvSpPr>
          <p:cNvPr id="29" name="Rectangle: Rounded Corners 28">
            <a:extLst>
              <a:ext uri="{FF2B5EF4-FFF2-40B4-BE49-F238E27FC236}">
                <a16:creationId xmlns:a16="http://schemas.microsoft.com/office/drawing/2014/main" id="{46C57131-53A7-4C1A-BEA8-25F06A06A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08922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3C3CCE-18AB-4688-899C-19F5BD6672DE}"/>
              </a:ext>
            </a:extLst>
          </p:cNvPr>
          <p:cNvSpPr>
            <a:spLocks noGrp="1"/>
          </p:cNvSpPr>
          <p:nvPr>
            <p:ph idx="1"/>
          </p:nvPr>
        </p:nvSpPr>
        <p:spPr/>
        <p:txBody>
          <a:bodyPr vert="horz" lIns="91440" tIns="45720" rIns="91440" bIns="45720" rtlCol="0" anchor="t">
            <a:normAutofit fontScale="85000" lnSpcReduction="20000"/>
          </a:bodyPr>
          <a:lstStyle/>
          <a:p>
            <a:pPr algn="just"/>
            <a:r>
              <a:rPr lang="en-US" b="1" dirty="0">
                <a:ea typeface="+mn-lt"/>
                <a:cs typeface="+mn-lt"/>
              </a:rPr>
              <a:t>Virtual:</a:t>
            </a:r>
            <a:r>
              <a:rPr lang="en-US" dirty="0">
                <a:ea typeface="+mn-lt"/>
                <a:cs typeface="+mn-lt"/>
              </a:rPr>
              <a:t> not physically existing as such but made by software to appear to do so.</a:t>
            </a:r>
            <a:endParaRPr lang="en-US"/>
          </a:p>
          <a:p>
            <a:pPr algn="just"/>
            <a:r>
              <a:rPr lang="en-US" dirty="0">
                <a:ea typeface="+mn-lt"/>
                <a:cs typeface="+mn-lt"/>
              </a:rPr>
              <a:t>A </a:t>
            </a:r>
            <a:r>
              <a:rPr lang="en-US" b="1" dirty="0">
                <a:ea typeface="+mn-lt"/>
                <a:cs typeface="+mn-lt"/>
              </a:rPr>
              <a:t>virtual community</a:t>
            </a:r>
            <a:r>
              <a:rPr lang="en-US" dirty="0">
                <a:ea typeface="+mn-lt"/>
                <a:cs typeface="+mn-lt"/>
              </a:rPr>
              <a:t> is a social network of individuals who connect through specific social media, potentially crossing geographical and political boundaries in order to pursue mutual interests or goals.</a:t>
            </a:r>
            <a:endParaRPr lang="en-US"/>
          </a:p>
          <a:p>
            <a:pPr algn="just"/>
            <a:r>
              <a:rPr lang="en-US" b="1" dirty="0">
                <a:ea typeface="+mn-lt"/>
                <a:cs typeface="+mn-lt"/>
              </a:rPr>
              <a:t>Virtual networking</a:t>
            </a:r>
            <a:r>
              <a:rPr lang="en-US" dirty="0">
                <a:ea typeface="+mn-lt"/>
                <a:cs typeface="+mn-lt"/>
              </a:rPr>
              <a:t> is a technology that facilitates data communication between two or more </a:t>
            </a:r>
            <a:r>
              <a:rPr lang="en-US" b="1" dirty="0">
                <a:ea typeface="+mn-lt"/>
                <a:cs typeface="+mn-lt"/>
              </a:rPr>
              <a:t>virtual</a:t>
            </a:r>
            <a:r>
              <a:rPr lang="en-US" dirty="0">
                <a:ea typeface="+mn-lt"/>
                <a:cs typeface="+mn-lt"/>
              </a:rPr>
              <a:t> machines (VM). It is similar to traditional computer </a:t>
            </a:r>
            <a:r>
              <a:rPr lang="en-US" b="1" dirty="0">
                <a:ea typeface="+mn-lt"/>
                <a:cs typeface="+mn-lt"/>
              </a:rPr>
              <a:t>networking</a:t>
            </a:r>
            <a:r>
              <a:rPr lang="en-US" dirty="0">
                <a:ea typeface="+mn-lt"/>
                <a:cs typeface="+mn-lt"/>
              </a:rPr>
              <a:t> but provides interconnection between VMs, </a:t>
            </a:r>
            <a:r>
              <a:rPr lang="en-US" b="1" dirty="0">
                <a:ea typeface="+mn-lt"/>
                <a:cs typeface="+mn-lt"/>
              </a:rPr>
              <a:t>virtual</a:t>
            </a:r>
            <a:r>
              <a:rPr lang="en-US" dirty="0">
                <a:ea typeface="+mn-lt"/>
                <a:cs typeface="+mn-lt"/>
              </a:rPr>
              <a:t> servers and other related components in a virtualized computing environment.</a:t>
            </a:r>
            <a:endParaRPr lang="en-US" dirty="0"/>
          </a:p>
        </p:txBody>
      </p:sp>
    </p:spTree>
    <p:extLst>
      <p:ext uri="{BB962C8B-B14F-4D97-AF65-F5344CB8AC3E}">
        <p14:creationId xmlns:p14="http://schemas.microsoft.com/office/powerpoint/2010/main" val="13722645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5D9B2-5940-44B7-8923-09475A4BE92B}"/>
              </a:ext>
            </a:extLst>
          </p:cNvPr>
          <p:cNvSpPr>
            <a:spLocks noGrp="1"/>
          </p:cNvSpPr>
          <p:nvPr>
            <p:ph type="title"/>
          </p:nvPr>
        </p:nvSpPr>
        <p:spPr/>
        <p:txBody>
          <a:bodyPr/>
          <a:lstStyle/>
          <a:p>
            <a:r>
              <a:rPr lang="en-US">
                <a:ea typeface="+mj-lt"/>
                <a:cs typeface="+mj-lt"/>
              </a:rPr>
              <a:t>Principle </a:t>
            </a:r>
          </a:p>
          <a:p>
            <a:endParaRPr lang="en-US"/>
          </a:p>
        </p:txBody>
      </p:sp>
      <p:sp>
        <p:nvSpPr>
          <p:cNvPr id="3" name="Content Placeholder 2">
            <a:extLst>
              <a:ext uri="{FF2B5EF4-FFF2-40B4-BE49-F238E27FC236}">
                <a16:creationId xmlns:a16="http://schemas.microsoft.com/office/drawing/2014/main" id="{141A1A2A-41DE-4920-BE3C-BB3F6D4725EC}"/>
              </a:ext>
            </a:extLst>
          </p:cNvPr>
          <p:cNvSpPr>
            <a:spLocks noGrp="1"/>
          </p:cNvSpPr>
          <p:nvPr>
            <p:ph idx="1"/>
          </p:nvPr>
        </p:nvSpPr>
        <p:spPr/>
        <p:txBody>
          <a:bodyPr vert="horz" lIns="91440" tIns="45720" rIns="91440" bIns="45720" rtlCol="0" anchor="t">
            <a:normAutofit fontScale="92500" lnSpcReduction="10000"/>
          </a:bodyPr>
          <a:lstStyle/>
          <a:p>
            <a:r>
              <a:rPr lang="en-US" dirty="0"/>
              <a:t>This model mobilize(organize)  and leverage(support) opinions and concerns expressed by common public beyond all type of barriers such as geographical, governmental, institutional etc.</a:t>
            </a:r>
          </a:p>
          <a:p>
            <a:r>
              <a:rPr lang="en-US" dirty="0"/>
              <a:t>It is used for coordinated action </a:t>
            </a:r>
          </a:p>
          <a:p>
            <a:r>
              <a:rPr lang="en-US" dirty="0"/>
              <a:t>The strength of this model is it </a:t>
            </a:r>
            <a:r>
              <a:rPr lang="en-US" b="1" dirty="0"/>
              <a:t>accumulates or mobilize opinions , ideas or expertise of virtual community through virtual networking.</a:t>
            </a:r>
          </a:p>
          <a:p>
            <a:r>
              <a:rPr lang="en-US" dirty="0"/>
              <a:t> Hence called </a:t>
            </a:r>
            <a:r>
              <a:rPr lang="en-US" dirty="0" err="1"/>
              <a:t>mobilyzing</a:t>
            </a:r>
            <a:r>
              <a:rPr lang="en-US" dirty="0"/>
              <a:t>/ lobbying model</a:t>
            </a:r>
            <a:endParaRPr lang="en-US"/>
          </a:p>
        </p:txBody>
      </p:sp>
    </p:spTree>
    <p:extLst>
      <p:ext uri="{BB962C8B-B14F-4D97-AF65-F5344CB8AC3E}">
        <p14:creationId xmlns:p14="http://schemas.microsoft.com/office/powerpoint/2010/main" val="41653434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17979-0F75-4F25-BABC-23E69E67F3F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00DC4E-5659-4390-A1E5-9870DCE39A17}"/>
              </a:ext>
            </a:extLst>
          </p:cNvPr>
          <p:cNvSpPr>
            <a:spLocks noGrp="1"/>
          </p:cNvSpPr>
          <p:nvPr>
            <p:ph idx="1"/>
          </p:nvPr>
        </p:nvSpPr>
        <p:spPr/>
        <p:txBody>
          <a:bodyPr vert="horz" lIns="91440" tIns="45720" rIns="91440" bIns="45720" rtlCol="0" anchor="t">
            <a:normAutofit fontScale="85000" lnSpcReduction="20000"/>
          </a:bodyPr>
          <a:lstStyle/>
          <a:p>
            <a:r>
              <a:rPr lang="en-US" dirty="0">
                <a:ea typeface="+mn-lt"/>
                <a:cs typeface="+mn-lt"/>
              </a:rPr>
              <a:t>E Advocacy/</a:t>
            </a:r>
            <a:r>
              <a:rPr lang="en-US" dirty="0" err="1">
                <a:ea typeface="+mn-lt"/>
                <a:cs typeface="+mn-lt"/>
              </a:rPr>
              <a:t>Mobilisation</a:t>
            </a:r>
            <a:r>
              <a:rPr lang="en-US" dirty="0">
                <a:ea typeface="+mn-lt"/>
                <a:cs typeface="+mn-lt"/>
              </a:rPr>
              <a:t> and Lobbying Model is one of the most frequently used digital governance models and has often come to the aid of civil society organizations in developing countries to impact international decision making processes. </a:t>
            </a:r>
            <a:endParaRPr lang="en-US">
              <a:ea typeface="+mn-lt"/>
              <a:cs typeface="+mn-lt"/>
            </a:endParaRPr>
          </a:p>
          <a:p>
            <a:r>
              <a:rPr lang="en-US" dirty="0">
                <a:ea typeface="+mn-lt"/>
                <a:cs typeface="+mn-lt"/>
              </a:rPr>
              <a:t>The model is </a:t>
            </a:r>
            <a:r>
              <a:rPr lang="en-US" b="1" dirty="0">
                <a:ea typeface="+mn-lt"/>
                <a:cs typeface="+mn-lt"/>
              </a:rPr>
              <a:t>based on planned, directed, strategic flow of information  to strengthen action in the real world.</a:t>
            </a:r>
            <a:r>
              <a:rPr lang="en-US" dirty="0">
                <a:ea typeface="+mn-lt"/>
                <a:cs typeface="+mn-lt"/>
              </a:rPr>
              <a:t> </a:t>
            </a:r>
          </a:p>
          <a:p>
            <a:r>
              <a:rPr lang="en-US" dirty="0">
                <a:ea typeface="+mn-lt"/>
                <a:cs typeface="+mn-lt"/>
              </a:rPr>
              <a:t>It takes up the energetic approach of forming virtual communities which share similar values and concerns, promoting active sharing of information between these communities, and linking them with real world activities. </a:t>
            </a:r>
            <a:endParaRPr lang="en-US" dirty="0"/>
          </a:p>
        </p:txBody>
      </p:sp>
    </p:spTree>
    <p:extLst>
      <p:ext uri="{BB962C8B-B14F-4D97-AF65-F5344CB8AC3E}">
        <p14:creationId xmlns:p14="http://schemas.microsoft.com/office/powerpoint/2010/main" val="23254189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1C1F8-5D01-45B0-9F88-2BEC4C5F84D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ADA14B-D647-487C-A5C1-3E3E7C68C349}"/>
              </a:ext>
            </a:extLst>
          </p:cNvPr>
          <p:cNvSpPr>
            <a:spLocks noGrp="1"/>
          </p:cNvSpPr>
          <p:nvPr>
            <p:ph idx="1"/>
          </p:nvPr>
        </p:nvSpPr>
        <p:spPr/>
        <p:txBody>
          <a:bodyPr vert="horz" lIns="91440" tIns="45720" rIns="91440" bIns="45720" rtlCol="0" anchor="t">
            <a:normAutofit/>
          </a:bodyPr>
          <a:lstStyle/>
          <a:p>
            <a:r>
              <a:rPr lang="en-US">
                <a:ea typeface="+mn-lt"/>
                <a:cs typeface="+mn-lt"/>
              </a:rPr>
              <a:t> It also provides a strong virtual arm to several activities such as directing campaigns against a particular individuals or decision making body. </a:t>
            </a:r>
            <a:endParaRPr lang="en-US"/>
          </a:p>
          <a:p>
            <a:endParaRPr lang="en-US"/>
          </a:p>
        </p:txBody>
      </p:sp>
    </p:spTree>
    <p:extLst>
      <p:ext uri="{BB962C8B-B14F-4D97-AF65-F5344CB8AC3E}">
        <p14:creationId xmlns:p14="http://schemas.microsoft.com/office/powerpoint/2010/main" val="26196076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96EB02-E685-45C1-90C7-4379ACCB53C9}"/>
              </a:ext>
            </a:extLst>
          </p:cNvPr>
          <p:cNvSpPr>
            <a:spLocks noGrp="1"/>
          </p:cNvSpPr>
          <p:nvPr>
            <p:ph type="title"/>
          </p:nvPr>
        </p:nvSpPr>
        <p:spPr>
          <a:xfrm>
            <a:off x="901690" y="405575"/>
            <a:ext cx="6430414" cy="1371600"/>
          </a:xfrm>
        </p:spPr>
        <p:txBody>
          <a:bodyPr vert="horz" lIns="91440" tIns="45720" rIns="91440" bIns="45720" rtlCol="0" anchor="ctr">
            <a:normAutofit/>
          </a:bodyPr>
          <a:lstStyle/>
          <a:p>
            <a:endParaRPr lang="en-US"/>
          </a:p>
        </p:txBody>
      </p:sp>
      <p:sp>
        <p:nvSpPr>
          <p:cNvPr id="17" name="Rectangle 16">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4" descr="A close up of a logo&#10;&#10;Description automatically generated">
            <a:extLst>
              <a:ext uri="{FF2B5EF4-FFF2-40B4-BE49-F238E27FC236}">
                <a16:creationId xmlns:a16="http://schemas.microsoft.com/office/drawing/2014/main" id="{C8C8C749-58FF-4509-B205-14D4F67B5609}"/>
              </a:ext>
            </a:extLst>
          </p:cNvPr>
          <p:cNvPicPr>
            <a:picLocks noGrp="1" noChangeAspect="1"/>
          </p:cNvPicPr>
          <p:nvPr>
            <p:ph idx="1"/>
          </p:nvPr>
        </p:nvPicPr>
        <p:blipFill>
          <a:blip r:embed="rId2"/>
          <a:stretch>
            <a:fillRect/>
          </a:stretch>
        </p:blipFill>
        <p:spPr>
          <a:xfrm>
            <a:off x="1060319" y="2091095"/>
            <a:ext cx="10074827" cy="4206240"/>
          </a:xfrm>
          <a:prstGeom prst="rect">
            <a:avLst/>
          </a:prstGeom>
        </p:spPr>
      </p:pic>
    </p:spTree>
    <p:extLst>
      <p:ext uri="{BB962C8B-B14F-4D97-AF65-F5344CB8AC3E}">
        <p14:creationId xmlns:p14="http://schemas.microsoft.com/office/powerpoint/2010/main" val="9899733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6C8BA-87E8-4897-9295-CDBAFA89302C}"/>
              </a:ext>
            </a:extLst>
          </p:cNvPr>
          <p:cNvSpPr>
            <a:spLocks noGrp="1"/>
          </p:cNvSpPr>
          <p:nvPr>
            <p:ph type="title"/>
          </p:nvPr>
        </p:nvSpPr>
        <p:spPr/>
        <p:txBody>
          <a:bodyPr/>
          <a:lstStyle/>
          <a:p>
            <a:r>
              <a:rPr lang="en-US"/>
              <a:t>Applications </a:t>
            </a:r>
          </a:p>
        </p:txBody>
      </p:sp>
      <p:sp>
        <p:nvSpPr>
          <p:cNvPr id="3" name="Content Placeholder 2">
            <a:extLst>
              <a:ext uri="{FF2B5EF4-FFF2-40B4-BE49-F238E27FC236}">
                <a16:creationId xmlns:a16="http://schemas.microsoft.com/office/drawing/2014/main" id="{FBFB2EB7-FB22-41C0-AC21-3CE871BCCA0A}"/>
              </a:ext>
            </a:extLst>
          </p:cNvPr>
          <p:cNvSpPr>
            <a:spLocks noGrp="1"/>
          </p:cNvSpPr>
          <p:nvPr>
            <p:ph idx="1"/>
          </p:nvPr>
        </p:nvSpPr>
        <p:spPr/>
        <p:txBody>
          <a:bodyPr vert="horz" lIns="91440" tIns="45720" rIns="91440" bIns="45720" rtlCol="0" anchor="t">
            <a:normAutofit fontScale="92500" lnSpcReduction="20000"/>
          </a:bodyPr>
          <a:lstStyle/>
          <a:p>
            <a:r>
              <a:rPr lang="en-US">
                <a:ea typeface="+mn-lt"/>
                <a:cs typeface="+mn-lt"/>
              </a:rPr>
              <a:t>1.         Encouraging  public debates on global issues, themes of upcoming conferences, treaties, etc. </a:t>
            </a:r>
            <a:endParaRPr lang="en-US"/>
          </a:p>
          <a:p>
            <a:r>
              <a:rPr lang="en-US">
                <a:ea typeface="+mn-lt"/>
                <a:cs typeface="+mn-lt"/>
              </a:rPr>
              <a:t>2.         Formation of pressure groups to pressurize decision makers to take their common concerns into their knowledge. </a:t>
            </a:r>
            <a:endParaRPr lang="en-US"/>
          </a:p>
          <a:p>
            <a:r>
              <a:rPr lang="en-US">
                <a:ea typeface="+mn-lt"/>
                <a:cs typeface="+mn-lt"/>
              </a:rPr>
              <a:t>3.         Amplifying the voices of </a:t>
            </a:r>
            <a:r>
              <a:rPr lang="en-US" err="1">
                <a:ea typeface="+mn-lt"/>
                <a:cs typeface="+mn-lt"/>
              </a:rPr>
              <a:t>marginalised</a:t>
            </a:r>
            <a:r>
              <a:rPr lang="en-US">
                <a:ea typeface="+mn-lt"/>
                <a:cs typeface="+mn-lt"/>
              </a:rPr>
              <a:t> groups such as backward classes or minorities who are traditionally </a:t>
            </a:r>
            <a:r>
              <a:rPr lang="en-US" err="1">
                <a:ea typeface="+mn-lt"/>
                <a:cs typeface="+mn-lt"/>
              </a:rPr>
              <a:t>marginalised</a:t>
            </a:r>
            <a:r>
              <a:rPr lang="en-US" dirty="0">
                <a:ea typeface="+mn-lt"/>
                <a:cs typeface="+mn-lt"/>
              </a:rPr>
              <a:t> </a:t>
            </a:r>
            <a:r>
              <a:rPr lang="en-US">
                <a:ea typeface="+mn-lt"/>
                <a:cs typeface="+mn-lt"/>
              </a:rPr>
              <a:t>from the decision making process. </a:t>
            </a:r>
          </a:p>
          <a:p>
            <a:r>
              <a:rPr lang="en-US">
                <a:ea typeface="+mn-lt"/>
                <a:cs typeface="+mn-lt"/>
              </a:rPr>
              <a:t>4.         Encouraging wider participation in decision making processes. </a:t>
            </a:r>
            <a:endParaRPr lang="en-US"/>
          </a:p>
          <a:p>
            <a:pPr marL="0" indent="0">
              <a:buNone/>
            </a:pPr>
            <a:endParaRPr lang="en-US"/>
          </a:p>
        </p:txBody>
      </p:sp>
    </p:spTree>
    <p:extLst>
      <p:ext uri="{BB962C8B-B14F-4D97-AF65-F5344CB8AC3E}">
        <p14:creationId xmlns:p14="http://schemas.microsoft.com/office/powerpoint/2010/main" val="15838907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80427-AD7E-47D3-AC0F-319634048F8E}"/>
              </a:ext>
            </a:extLst>
          </p:cNvPr>
          <p:cNvSpPr>
            <a:spLocks noGrp="1"/>
          </p:cNvSpPr>
          <p:nvPr>
            <p:ph type="title"/>
          </p:nvPr>
        </p:nvSpPr>
        <p:spPr/>
        <p:txBody>
          <a:bodyPr/>
          <a:lstStyle/>
          <a:p>
            <a:r>
              <a:rPr lang="en-US">
                <a:ea typeface="+mj-lt"/>
                <a:cs typeface="+mj-lt"/>
              </a:rPr>
              <a:t>Examples </a:t>
            </a:r>
            <a:endParaRPr lang="en-US"/>
          </a:p>
        </p:txBody>
      </p:sp>
      <p:sp>
        <p:nvSpPr>
          <p:cNvPr id="3" name="Content Placeholder 2">
            <a:extLst>
              <a:ext uri="{FF2B5EF4-FFF2-40B4-BE49-F238E27FC236}">
                <a16:creationId xmlns:a16="http://schemas.microsoft.com/office/drawing/2014/main" id="{ABDCAED0-2A9D-4AB4-92A2-CC91B9B77C2F}"/>
              </a:ext>
            </a:extLst>
          </p:cNvPr>
          <p:cNvSpPr>
            <a:spLocks noGrp="1"/>
          </p:cNvSpPr>
          <p:nvPr>
            <p:ph idx="1"/>
          </p:nvPr>
        </p:nvSpPr>
        <p:spPr/>
        <p:txBody>
          <a:bodyPr vert="horz" lIns="91440" tIns="45720" rIns="91440" bIns="45720" rtlCol="0" anchor="t">
            <a:normAutofit fontScale="47500" lnSpcReduction="20000"/>
          </a:bodyPr>
          <a:lstStyle/>
          <a:p>
            <a:r>
              <a:rPr lang="en-US" b="1">
                <a:ea typeface="+mn-lt"/>
                <a:cs typeface="+mn-lt"/>
              </a:rPr>
              <a:t>Global: Greenpeace Cyber-activist Community</a:t>
            </a:r>
            <a:r>
              <a:rPr lang="en-US">
                <a:ea typeface="+mn-lt"/>
                <a:cs typeface="+mn-lt"/>
              </a:rPr>
              <a:t>  - an effort towards creation of virtual communities to </a:t>
            </a:r>
            <a:r>
              <a:rPr lang="en-US" err="1">
                <a:ea typeface="+mn-lt"/>
                <a:cs typeface="+mn-lt"/>
              </a:rPr>
              <a:t>mobilise</a:t>
            </a:r>
            <a:r>
              <a:rPr lang="en-US">
                <a:ea typeface="+mn-lt"/>
                <a:cs typeface="+mn-lt"/>
              </a:rPr>
              <a:t> global support against some of the disputable environmental policies/ actions of the Government. Since the </a:t>
            </a:r>
            <a:r>
              <a:rPr lang="en-US" err="1">
                <a:ea typeface="+mn-lt"/>
                <a:cs typeface="+mn-lt"/>
              </a:rPr>
              <a:t>cyberactivist</a:t>
            </a:r>
            <a:r>
              <a:rPr lang="en-US">
                <a:ea typeface="+mn-lt"/>
                <a:cs typeface="+mn-lt"/>
              </a:rPr>
              <a:t> system began in June 2000, there are now 116794.0 registered </a:t>
            </a:r>
            <a:r>
              <a:rPr lang="en-US" err="1">
                <a:ea typeface="+mn-lt"/>
                <a:cs typeface="+mn-lt"/>
              </a:rPr>
              <a:t>cyberactivists</a:t>
            </a:r>
            <a:r>
              <a:rPr lang="en-US">
                <a:ea typeface="+mn-lt"/>
                <a:cs typeface="+mn-lt"/>
              </a:rPr>
              <a:t>, who participated in 357003 action alerts and sent 160597 e-cards to individuals and organizations. </a:t>
            </a:r>
            <a:endParaRPr lang="en-US"/>
          </a:p>
          <a:p>
            <a:r>
              <a:rPr lang="en-US">
                <a:ea typeface="+mn-lt"/>
                <a:cs typeface="+mn-lt"/>
              </a:rPr>
              <a:t>           </a:t>
            </a:r>
            <a:r>
              <a:rPr lang="en-US">
                <a:ea typeface="+mn-lt"/>
                <a:cs typeface="+mn-lt"/>
                <a:hlinkClick r:id="rId2"/>
              </a:rPr>
              <a:t>http://cybercentre.greenpeace.org/t/s/community_articles</a:t>
            </a:r>
            <a:r>
              <a:rPr lang="en-US">
                <a:ea typeface="+mn-lt"/>
                <a:cs typeface="+mn-lt"/>
              </a:rPr>
              <a:t> </a:t>
            </a:r>
            <a:endParaRPr lang="en-US"/>
          </a:p>
          <a:p>
            <a:r>
              <a:rPr lang="en-US" b="1">
                <a:ea typeface="+mn-lt"/>
                <a:cs typeface="+mn-lt"/>
              </a:rPr>
              <a:t>Global: Drop the Debt Campaign</a:t>
            </a:r>
            <a:r>
              <a:rPr lang="en-US">
                <a:ea typeface="+mn-lt"/>
                <a:cs typeface="+mn-lt"/>
              </a:rPr>
              <a:t> - the campaign spreads awareness of their activities through emails and </a:t>
            </a:r>
            <a:r>
              <a:rPr lang="en-US" err="1">
                <a:ea typeface="+mn-lt"/>
                <a:cs typeface="+mn-lt"/>
              </a:rPr>
              <a:t>mobilises</a:t>
            </a:r>
            <a:r>
              <a:rPr lang="en-US">
                <a:ea typeface="+mn-lt"/>
                <a:cs typeface="+mn-lt"/>
              </a:rPr>
              <a:t> support of concerned individuals, and encourages them to directly express their concern to key decision-makers (by making available their email and other contact addresses). </a:t>
            </a:r>
            <a:endParaRPr lang="en-US"/>
          </a:p>
          <a:p>
            <a:r>
              <a:rPr lang="en-US">
                <a:ea typeface="+mn-lt"/>
                <a:cs typeface="+mn-lt"/>
              </a:rPr>
              <a:t>           </a:t>
            </a:r>
            <a:r>
              <a:rPr lang="en-US">
                <a:ea typeface="+mn-lt"/>
                <a:cs typeface="+mn-lt"/>
                <a:hlinkClick r:id="rId3"/>
              </a:rPr>
              <a:t>http://www.jubileeusa.org/</a:t>
            </a:r>
            <a:r>
              <a:rPr lang="en-US">
                <a:ea typeface="+mn-lt"/>
                <a:cs typeface="+mn-lt"/>
              </a:rPr>
              <a:t> </a:t>
            </a:r>
            <a:endParaRPr lang="en-US"/>
          </a:p>
          <a:p>
            <a:r>
              <a:rPr lang="en-US" b="1" err="1">
                <a:ea typeface="+mn-lt"/>
                <a:cs typeface="+mn-lt"/>
              </a:rPr>
              <a:t>India:PRS</a:t>
            </a:r>
            <a:r>
              <a:rPr lang="en-US" b="1">
                <a:ea typeface="+mn-lt"/>
                <a:cs typeface="+mn-lt"/>
              </a:rPr>
              <a:t> Legislative Research</a:t>
            </a:r>
            <a:r>
              <a:rPr lang="en-US">
                <a:ea typeface="+mn-lt"/>
                <a:cs typeface="+mn-lt"/>
              </a:rPr>
              <a:t> </a:t>
            </a:r>
            <a:endParaRPr lang="en-US"/>
          </a:p>
          <a:p>
            <a:r>
              <a:rPr lang="en-US">
                <a:ea typeface="+mn-lt"/>
                <a:cs typeface="+mn-lt"/>
              </a:rPr>
              <a:t>Tracks parliamentary bills which have been introduced and are coming up for discussions. It analyses the bills, prepares summaries of reports of standing committees, puts forward its position, and engages in processes which allow them to voice their opinions. </a:t>
            </a:r>
            <a:endParaRPr lang="en-US"/>
          </a:p>
          <a:p>
            <a:r>
              <a:rPr lang="en-US">
                <a:ea typeface="+mn-lt"/>
                <a:cs typeface="+mn-lt"/>
                <a:hlinkClick r:id="rId4"/>
              </a:rPr>
              <a:t>http://www.prsindia.org/billtrack/</a:t>
            </a:r>
            <a:r>
              <a:rPr lang="en-US">
                <a:ea typeface="+mn-lt"/>
                <a:cs typeface="+mn-lt"/>
              </a:rPr>
              <a:t> </a:t>
            </a:r>
            <a:endParaRPr lang="en-US"/>
          </a:p>
        </p:txBody>
      </p:sp>
    </p:spTree>
    <p:extLst>
      <p:ext uri="{BB962C8B-B14F-4D97-AF65-F5344CB8AC3E}">
        <p14:creationId xmlns:p14="http://schemas.microsoft.com/office/powerpoint/2010/main" val="36007914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20116-F592-48D4-A2E2-2BD71C2826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820AEB-A77A-434D-BBEA-1CCD283572BE}"/>
              </a:ext>
            </a:extLst>
          </p:cNvPr>
          <p:cNvSpPr>
            <a:spLocks noGrp="1"/>
          </p:cNvSpPr>
          <p:nvPr>
            <p:ph idx="1"/>
          </p:nvPr>
        </p:nvSpPr>
        <p:spPr/>
        <p:txBody>
          <a:bodyPr vert="horz" lIns="91440" tIns="45720" rIns="91440" bIns="45720" rtlCol="0" anchor="t">
            <a:normAutofit fontScale="55000" lnSpcReduction="20000"/>
          </a:bodyPr>
          <a:lstStyle/>
          <a:p>
            <a:r>
              <a:rPr lang="en-US" b="1">
                <a:ea typeface="+mn-lt"/>
                <a:cs typeface="+mn-lt"/>
              </a:rPr>
              <a:t>Global: Independent Media Centre</a:t>
            </a:r>
            <a:r>
              <a:rPr lang="en-US">
                <a:ea typeface="+mn-lt"/>
                <a:cs typeface="+mn-lt"/>
              </a:rPr>
              <a:t> – </a:t>
            </a:r>
          </a:p>
          <a:p>
            <a:r>
              <a:rPr lang="en-US">
                <a:ea typeface="+mn-lt"/>
                <a:cs typeface="+mn-lt"/>
              </a:rPr>
              <a:t>The Center  was established by various independent and alternative media organizations and activists for the purpose of providing grassroots coverage of the World Trade Organization (WTO) protests in Seattle </a:t>
            </a:r>
            <a:r>
              <a:rPr lang="en-US" err="1">
                <a:ea typeface="+mn-lt"/>
                <a:cs typeface="+mn-lt"/>
              </a:rPr>
              <a:t>lin</a:t>
            </a:r>
            <a:r>
              <a:rPr lang="en-US">
                <a:ea typeface="+mn-lt"/>
                <a:cs typeface="+mn-lt"/>
              </a:rPr>
              <a:t> 1999.  The center acted as a clearinghouse of information for journalists, and provided up-to-the-minute reports, photos, audio and video footage through its website. </a:t>
            </a:r>
          </a:p>
          <a:p>
            <a:r>
              <a:rPr lang="en-US">
                <a:ea typeface="+mn-lt"/>
                <a:cs typeface="+mn-lt"/>
              </a:rPr>
              <a:t>          </a:t>
            </a:r>
            <a:r>
              <a:rPr lang="en-US">
                <a:ea typeface="+mn-lt"/>
                <a:cs typeface="+mn-lt"/>
                <a:hlinkClick r:id="rId2"/>
              </a:rPr>
              <a:t>http://www.indymedia.org/</a:t>
            </a:r>
            <a:r>
              <a:rPr lang="en-US">
                <a:ea typeface="+mn-lt"/>
                <a:cs typeface="+mn-lt"/>
              </a:rPr>
              <a:t> </a:t>
            </a:r>
          </a:p>
          <a:p>
            <a:r>
              <a:rPr lang="en-US" b="1">
                <a:ea typeface="+mn-lt"/>
                <a:cs typeface="+mn-lt"/>
              </a:rPr>
              <a:t>Global: IGC Internet</a:t>
            </a:r>
            <a:r>
              <a:rPr lang="en-US">
                <a:ea typeface="+mn-lt"/>
                <a:cs typeface="+mn-lt"/>
              </a:rPr>
              <a:t> – </a:t>
            </a:r>
          </a:p>
          <a:p>
            <a:r>
              <a:rPr lang="en-US">
                <a:ea typeface="+mn-lt"/>
                <a:cs typeface="+mn-lt"/>
              </a:rPr>
              <a:t> Institute for Global Communications (IGC) has changed the way the progressive community worked by introducing them to email, online discussions, mailing lists and the Web. IGC Internet offers progressive individuals and groups a place on the Internet to learn, meet and organize. At the moment, IGC Internet is changing to take its community of activists and non-profit professionals into the Internet's next wave by focusing on content, information sharing and new, collaborative tools. </a:t>
            </a:r>
          </a:p>
          <a:p>
            <a:r>
              <a:rPr lang="en-US">
                <a:ea typeface="+mn-lt"/>
                <a:cs typeface="+mn-lt"/>
              </a:rPr>
              <a:t>          </a:t>
            </a:r>
            <a:r>
              <a:rPr lang="en-US">
                <a:ea typeface="+mn-lt"/>
                <a:cs typeface="+mn-lt"/>
                <a:hlinkClick r:id="rId3"/>
              </a:rPr>
              <a:t>http://www.igc.org</a:t>
            </a:r>
            <a:r>
              <a:rPr lang="en-US">
                <a:ea typeface="+mn-lt"/>
                <a:cs typeface="+mn-lt"/>
              </a:rPr>
              <a:t> </a:t>
            </a:r>
          </a:p>
          <a:p>
            <a:endParaRPr lang="en-US"/>
          </a:p>
        </p:txBody>
      </p:sp>
    </p:spTree>
    <p:extLst>
      <p:ext uri="{BB962C8B-B14F-4D97-AF65-F5344CB8AC3E}">
        <p14:creationId xmlns:p14="http://schemas.microsoft.com/office/powerpoint/2010/main" val="28552072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0F14-195B-43FF-8B79-6A1F278F8315}"/>
              </a:ext>
            </a:extLst>
          </p:cNvPr>
          <p:cNvSpPr>
            <a:spLocks noGrp="1"/>
          </p:cNvSpPr>
          <p:nvPr>
            <p:ph type="title"/>
          </p:nvPr>
        </p:nvSpPr>
        <p:spPr/>
        <p:txBody>
          <a:bodyPr/>
          <a:lstStyle/>
          <a:p>
            <a:r>
              <a:rPr lang="en-US" b="1"/>
              <a:t>Evaluation</a:t>
            </a:r>
            <a:endParaRPr lang="en-US"/>
          </a:p>
        </p:txBody>
      </p:sp>
      <p:sp>
        <p:nvSpPr>
          <p:cNvPr id="3" name="Content Placeholder 2">
            <a:extLst>
              <a:ext uri="{FF2B5EF4-FFF2-40B4-BE49-F238E27FC236}">
                <a16:creationId xmlns:a16="http://schemas.microsoft.com/office/drawing/2014/main" id="{6224E6F9-7E5F-47B9-A877-2FAF2D20D947}"/>
              </a:ext>
            </a:extLst>
          </p:cNvPr>
          <p:cNvSpPr>
            <a:spLocks noGrp="1"/>
          </p:cNvSpPr>
          <p:nvPr>
            <p:ph idx="1"/>
          </p:nvPr>
        </p:nvSpPr>
        <p:spPr/>
        <p:txBody>
          <a:bodyPr vert="horz" lIns="91440" tIns="45720" rIns="91440" bIns="45720" rtlCol="0" anchor="t">
            <a:normAutofit fontScale="85000" lnSpcReduction="20000"/>
          </a:bodyPr>
          <a:lstStyle/>
          <a:p>
            <a:r>
              <a:rPr lang="en-US">
                <a:ea typeface="+mn-lt"/>
                <a:cs typeface="+mn-lt"/>
              </a:rPr>
              <a:t>This model has grown manifold since the onset of debates on the Seattle round of World Trade </a:t>
            </a:r>
            <a:r>
              <a:rPr lang="en-US" err="1">
                <a:ea typeface="+mn-lt"/>
                <a:cs typeface="+mn-lt"/>
              </a:rPr>
              <a:t>Organisation</a:t>
            </a:r>
            <a:r>
              <a:rPr lang="en-US">
                <a:ea typeface="+mn-lt"/>
                <a:cs typeface="+mn-lt"/>
              </a:rPr>
              <a:t> in 1999, which saw the formation of several virtual communities to express their concerns in the WTO agreements. </a:t>
            </a:r>
          </a:p>
          <a:p>
            <a:r>
              <a:rPr lang="en-US">
                <a:ea typeface="+mn-lt"/>
                <a:cs typeface="+mn-lt"/>
              </a:rPr>
              <a:t>The display of a unified, informed civil society force at Seattle was in some ways a result of the intensive interaction and exchange of opinion happening over the virtual networks months prior to this WTO summit. </a:t>
            </a:r>
          </a:p>
          <a:p>
            <a:r>
              <a:rPr lang="en-US">
                <a:ea typeface="+mn-lt"/>
                <a:cs typeface="+mn-lt"/>
              </a:rPr>
              <a:t>There was a lot of concerted actions at the Regional level as an end result of such discussions which built into the global movement. </a:t>
            </a:r>
            <a:endParaRPr lang="en-US"/>
          </a:p>
        </p:txBody>
      </p:sp>
    </p:spTree>
    <p:extLst>
      <p:ext uri="{BB962C8B-B14F-4D97-AF65-F5344CB8AC3E}">
        <p14:creationId xmlns:p14="http://schemas.microsoft.com/office/powerpoint/2010/main" val="21062972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90B34-A43F-4FDB-9728-7498605501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92FA1A-DC1D-40B3-AA82-ABBEFB8136AD}"/>
              </a:ext>
            </a:extLst>
          </p:cNvPr>
          <p:cNvSpPr>
            <a:spLocks noGrp="1"/>
          </p:cNvSpPr>
          <p:nvPr>
            <p:ph idx="1"/>
          </p:nvPr>
        </p:nvSpPr>
        <p:spPr/>
        <p:txBody>
          <a:bodyPr vert="horz" lIns="91440" tIns="45720" rIns="91440" bIns="45720" rtlCol="0" anchor="t">
            <a:normAutofit/>
          </a:bodyPr>
          <a:lstStyle/>
          <a:p>
            <a:r>
              <a:rPr lang="en-US">
                <a:ea typeface="+mn-lt"/>
                <a:cs typeface="+mn-lt"/>
              </a:rPr>
              <a:t>The Mobilisation and Lobbying Model enhances the scope of participation of individuals and communities in policy issues and debates. </a:t>
            </a:r>
            <a:endParaRPr lang="en-US"/>
          </a:p>
          <a:p>
            <a:r>
              <a:rPr lang="en-US">
                <a:ea typeface="+mn-lt"/>
                <a:cs typeface="+mn-lt"/>
              </a:rPr>
              <a:t> This model could be effectively used by the Government to encourage public debates and to measure public opinion on a particular issue as a part of good governance strategies. </a:t>
            </a:r>
            <a:endParaRPr lang="en-US"/>
          </a:p>
          <a:p>
            <a:endParaRPr lang="en-US"/>
          </a:p>
        </p:txBody>
      </p:sp>
    </p:spTree>
    <p:extLst>
      <p:ext uri="{BB962C8B-B14F-4D97-AF65-F5344CB8AC3E}">
        <p14:creationId xmlns:p14="http://schemas.microsoft.com/office/powerpoint/2010/main" val="34848569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Rectangle 24">
            <a:extLst>
              <a:ext uri="{FF2B5EF4-FFF2-40B4-BE49-F238E27FC236}">
                <a16:creationId xmlns:a16="http://schemas.microsoft.com/office/drawing/2014/main" id="{1ACA2EA0-FFD3-42EC-9406-B595015ED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D5288BCE-665C-472A-8C43-664BCFA31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08D4A3F-DA4E-4A95-85EA-832BC35FC119}"/>
              </a:ext>
            </a:extLst>
          </p:cNvPr>
          <p:cNvSpPr>
            <a:spLocks noGrp="1"/>
          </p:cNvSpPr>
          <p:nvPr>
            <p:ph type="title"/>
          </p:nvPr>
        </p:nvSpPr>
        <p:spPr>
          <a:xfrm>
            <a:off x="1804988" y="1442172"/>
            <a:ext cx="8582025" cy="2177328"/>
          </a:xfrm>
        </p:spPr>
        <p:txBody>
          <a:bodyPr vert="horz" lIns="91440" tIns="45720" rIns="91440" bIns="45720" rtlCol="0" anchor="ctr">
            <a:normAutofit/>
          </a:bodyPr>
          <a:lstStyle/>
          <a:p>
            <a:pPr algn="ctr"/>
            <a:endParaRPr lang="en-US" sz="3400"/>
          </a:p>
          <a:p>
            <a:pPr algn="ctr"/>
            <a:r>
              <a:rPr lang="en-US" sz="3400"/>
              <a:t>Interactive-Service Model/ Government-to-Citizen-to Government Model(G2C2G) </a:t>
            </a:r>
          </a:p>
          <a:p>
            <a:pPr algn="ctr"/>
            <a:endParaRPr lang="en-US" sz="3400"/>
          </a:p>
        </p:txBody>
      </p:sp>
      <p:sp>
        <p:nvSpPr>
          <p:cNvPr id="29" name="Rectangle: Rounded Corners 28">
            <a:extLst>
              <a:ext uri="{FF2B5EF4-FFF2-40B4-BE49-F238E27FC236}">
                <a16:creationId xmlns:a16="http://schemas.microsoft.com/office/drawing/2014/main" id="{46C57131-53A7-4C1A-BEA8-25F06A06A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90970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AFD8B-FB74-4839-BC97-EEE8E48880E5}"/>
              </a:ext>
            </a:extLst>
          </p:cNvPr>
          <p:cNvSpPr>
            <a:spLocks noGrp="1"/>
          </p:cNvSpPr>
          <p:nvPr>
            <p:ph type="title"/>
          </p:nvPr>
        </p:nvSpPr>
        <p:spPr/>
        <p:txBody>
          <a:bodyPr/>
          <a:lstStyle/>
          <a:p>
            <a:r>
              <a:rPr lang="en-US">
                <a:ea typeface="+mj-lt"/>
                <a:cs typeface="+mj-lt"/>
              </a:rPr>
              <a:t>Principle </a:t>
            </a:r>
            <a:endParaRPr lang="en-US"/>
          </a:p>
        </p:txBody>
      </p:sp>
      <p:sp>
        <p:nvSpPr>
          <p:cNvPr id="3" name="Content Placeholder 2">
            <a:extLst>
              <a:ext uri="{FF2B5EF4-FFF2-40B4-BE49-F238E27FC236}">
                <a16:creationId xmlns:a16="http://schemas.microsoft.com/office/drawing/2014/main" id="{2FABA54D-1EE8-4139-9A38-4DB203B74821}"/>
              </a:ext>
            </a:extLst>
          </p:cNvPr>
          <p:cNvSpPr>
            <a:spLocks noGrp="1"/>
          </p:cNvSpPr>
          <p:nvPr>
            <p:ph idx="1"/>
          </p:nvPr>
        </p:nvSpPr>
        <p:spPr/>
        <p:txBody>
          <a:bodyPr vert="horz" lIns="91440" tIns="45720" rIns="91440" bIns="45720" rtlCol="0" anchor="t">
            <a:normAutofit lnSpcReduction="10000"/>
          </a:bodyPr>
          <a:lstStyle/>
          <a:p>
            <a:r>
              <a:rPr lang="en-US">
                <a:ea typeface="+mn-lt"/>
                <a:cs typeface="+mn-lt"/>
              </a:rPr>
              <a:t>Interactive-Service Model in many ways is a </a:t>
            </a:r>
            <a:r>
              <a:rPr lang="en-US" b="1">
                <a:ea typeface="+mn-lt"/>
                <a:cs typeface="+mn-lt"/>
              </a:rPr>
              <a:t>combination of the earlier digital governance models</a:t>
            </a:r>
            <a:r>
              <a:rPr lang="en-US">
                <a:ea typeface="+mn-lt"/>
                <a:cs typeface="+mn-lt"/>
              </a:rPr>
              <a:t> and opens up path for direct participation of individuals in the governance processes. </a:t>
            </a:r>
          </a:p>
          <a:p>
            <a:r>
              <a:rPr lang="en-US">
                <a:ea typeface="+mn-lt"/>
                <a:cs typeface="+mn-lt"/>
              </a:rPr>
              <a:t>This model fully captures the potential of ICT and support it for greater participation, efficiency and transparency in the functioning of government as well as savings in time and costs relating to decision making. </a:t>
            </a:r>
            <a:endParaRPr lang="en-US"/>
          </a:p>
        </p:txBody>
      </p:sp>
    </p:spTree>
    <p:extLst>
      <p:ext uri="{BB962C8B-B14F-4D97-AF65-F5344CB8AC3E}">
        <p14:creationId xmlns:p14="http://schemas.microsoft.com/office/powerpoint/2010/main" val="15609361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4123C-9AF5-478F-AD7B-9E9A9264193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25D3CA-7B1E-4015-8754-5875C60266F0}"/>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The Interactive-Service Model makes possible various services offered by the government to be directly accessible to citizens. </a:t>
            </a:r>
            <a:endParaRPr lang="en-US"/>
          </a:p>
          <a:p>
            <a:r>
              <a:rPr lang="en-US" dirty="0">
                <a:ea typeface="+mn-lt"/>
                <a:cs typeface="+mn-lt"/>
              </a:rPr>
              <a:t>It creates an interactive government to consumer to government (G2C2G) channel in various functions </a:t>
            </a:r>
            <a:r>
              <a:rPr lang="en-US" b="1" dirty="0">
                <a:ea typeface="+mn-lt"/>
                <a:cs typeface="+mn-lt"/>
              </a:rPr>
              <a:t>such as election of government officials (E-ballots), filing of tax returns, procurement of government services, sharing of concerns and providing expertise, conducting opinion polls on public issues. </a:t>
            </a:r>
            <a:endParaRPr lang="en-US" b="1" dirty="0"/>
          </a:p>
          <a:p>
            <a:endParaRPr lang="en-US"/>
          </a:p>
        </p:txBody>
      </p:sp>
    </p:spTree>
    <p:extLst>
      <p:ext uri="{BB962C8B-B14F-4D97-AF65-F5344CB8AC3E}">
        <p14:creationId xmlns:p14="http://schemas.microsoft.com/office/powerpoint/2010/main" val="19682089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9E6EFEE-6516-482C-B143-F97F9BF89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DF0D2C0-CD0C-470C-8851-D8B2CC417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748766" y="3248002"/>
            <a:ext cx="5688917" cy="1913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4" descr="A picture containing drawing&#10;&#10;Description automatically generated">
            <a:extLst>
              <a:ext uri="{FF2B5EF4-FFF2-40B4-BE49-F238E27FC236}">
                <a16:creationId xmlns:a16="http://schemas.microsoft.com/office/drawing/2014/main" id="{75447571-318A-4B38-84C1-4EE1CBDE37CE}"/>
              </a:ext>
            </a:extLst>
          </p:cNvPr>
          <p:cNvPicPr>
            <a:picLocks noGrp="1" noChangeAspect="1"/>
          </p:cNvPicPr>
          <p:nvPr>
            <p:ph idx="1"/>
          </p:nvPr>
        </p:nvPicPr>
        <p:blipFill rotWithShape="1">
          <a:blip r:embed="rId2"/>
          <a:srcRect r="1646"/>
          <a:stretch/>
        </p:blipFill>
        <p:spPr>
          <a:xfrm>
            <a:off x="583656" y="499236"/>
            <a:ext cx="11024687" cy="5688918"/>
          </a:xfrm>
          <a:prstGeom prst="rect">
            <a:avLst/>
          </a:prstGeom>
        </p:spPr>
      </p:pic>
    </p:spTree>
    <p:extLst>
      <p:ext uri="{BB962C8B-B14F-4D97-AF65-F5344CB8AC3E}">
        <p14:creationId xmlns:p14="http://schemas.microsoft.com/office/powerpoint/2010/main" val="9651746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16214-702E-4684-9AFD-949703BE14BF}"/>
              </a:ext>
            </a:extLst>
          </p:cNvPr>
          <p:cNvSpPr>
            <a:spLocks noGrp="1"/>
          </p:cNvSpPr>
          <p:nvPr>
            <p:ph type="title"/>
          </p:nvPr>
        </p:nvSpPr>
        <p:spPr/>
        <p:txBody>
          <a:bodyPr/>
          <a:lstStyle/>
          <a:p>
            <a:r>
              <a:rPr lang="en-US"/>
              <a:t>Applications </a:t>
            </a:r>
          </a:p>
        </p:txBody>
      </p:sp>
      <p:sp>
        <p:nvSpPr>
          <p:cNvPr id="3" name="Content Placeholder 2">
            <a:extLst>
              <a:ext uri="{FF2B5EF4-FFF2-40B4-BE49-F238E27FC236}">
                <a16:creationId xmlns:a16="http://schemas.microsoft.com/office/drawing/2014/main" id="{B712636C-19B9-4FEC-AA2D-7443D5129D41}"/>
              </a:ext>
            </a:extLst>
          </p:cNvPr>
          <p:cNvSpPr>
            <a:spLocks noGrp="1"/>
          </p:cNvSpPr>
          <p:nvPr>
            <p:ph idx="1"/>
          </p:nvPr>
        </p:nvSpPr>
        <p:spPr/>
        <p:txBody>
          <a:bodyPr vert="horz" lIns="91440" tIns="45720" rIns="91440" bIns="45720" rtlCol="0" anchor="t">
            <a:normAutofit fontScale="70000" lnSpcReduction="20000"/>
          </a:bodyPr>
          <a:lstStyle/>
          <a:p>
            <a:r>
              <a:rPr lang="en-US">
                <a:ea typeface="+mn-lt"/>
                <a:cs typeface="+mn-lt"/>
              </a:rPr>
              <a:t>To establish an interactive communication channels with key policy-makers and members of planning commissions. </a:t>
            </a:r>
            <a:endParaRPr lang="en-US"/>
          </a:p>
          <a:p>
            <a:r>
              <a:rPr lang="en-US">
                <a:ea typeface="+mn-lt"/>
                <a:cs typeface="+mn-lt"/>
              </a:rPr>
              <a:t>To conduct electronic ballots for the election of government officials and other office bearers. </a:t>
            </a:r>
            <a:endParaRPr lang="en-US"/>
          </a:p>
          <a:p>
            <a:r>
              <a:rPr lang="en-US">
                <a:ea typeface="+mn-lt"/>
                <a:cs typeface="+mn-lt"/>
              </a:rPr>
              <a:t>To conduct public debates / opinion polls on issues of wider concern before formulation of policies and legislative frameworks. </a:t>
            </a:r>
            <a:endParaRPr lang="en-US"/>
          </a:p>
          <a:p>
            <a:r>
              <a:rPr lang="en-US">
                <a:ea typeface="+mn-lt"/>
                <a:cs typeface="+mn-lt"/>
              </a:rPr>
              <a:t>Filing feedback and reports by citizens with the concerned governmental body. </a:t>
            </a:r>
            <a:endParaRPr lang="en-US"/>
          </a:p>
          <a:p>
            <a:r>
              <a:rPr lang="en-US">
                <a:ea typeface="+mn-lt"/>
                <a:cs typeface="+mn-lt"/>
              </a:rPr>
              <a:t>Establishing </a:t>
            </a:r>
            <a:r>
              <a:rPr lang="en-US" err="1">
                <a:ea typeface="+mn-lt"/>
                <a:cs typeface="+mn-lt"/>
              </a:rPr>
              <a:t>decentralised</a:t>
            </a:r>
            <a:r>
              <a:rPr lang="en-US">
                <a:ea typeface="+mn-lt"/>
                <a:cs typeface="+mn-lt"/>
              </a:rPr>
              <a:t> forms of governance. </a:t>
            </a:r>
            <a:endParaRPr lang="en-US"/>
          </a:p>
          <a:p>
            <a:r>
              <a:rPr lang="en-US">
                <a:ea typeface="+mn-lt"/>
                <a:cs typeface="+mn-lt"/>
              </a:rPr>
              <a:t>Performing governance functions online such as revenue collection, filing of taxes, governmental procurement, payment transfer etc. </a:t>
            </a:r>
            <a:endParaRPr lang="en-US"/>
          </a:p>
          <a:p>
            <a:endParaRPr lang="en-US"/>
          </a:p>
        </p:txBody>
      </p:sp>
    </p:spTree>
    <p:extLst>
      <p:ext uri="{BB962C8B-B14F-4D97-AF65-F5344CB8AC3E}">
        <p14:creationId xmlns:p14="http://schemas.microsoft.com/office/powerpoint/2010/main" val="28152448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FDE5-4F64-44AE-93FC-F2A1FEA66196}"/>
              </a:ext>
            </a:extLst>
          </p:cNvPr>
          <p:cNvSpPr>
            <a:spLocks noGrp="1"/>
          </p:cNvSpPr>
          <p:nvPr>
            <p:ph type="title"/>
          </p:nvPr>
        </p:nvSpPr>
        <p:spPr/>
        <p:txBody>
          <a:bodyPr/>
          <a:lstStyle/>
          <a:p>
            <a:r>
              <a:rPr lang="en-US" b="1">
                <a:ea typeface="+mj-lt"/>
                <a:cs typeface="+mj-lt"/>
              </a:rPr>
              <a:t>Example of </a:t>
            </a:r>
            <a:r>
              <a:rPr lang="en-US" b="1" err="1">
                <a:ea typeface="+mj-lt"/>
                <a:cs typeface="+mj-lt"/>
              </a:rPr>
              <a:t>organisations</a:t>
            </a:r>
            <a:r>
              <a:rPr lang="en-US" b="1">
                <a:ea typeface="+mj-lt"/>
                <a:cs typeface="+mj-lt"/>
              </a:rPr>
              <a:t> </a:t>
            </a:r>
            <a:endParaRPr lang="en-US"/>
          </a:p>
        </p:txBody>
      </p:sp>
      <p:sp>
        <p:nvSpPr>
          <p:cNvPr id="3" name="Content Placeholder 2">
            <a:extLst>
              <a:ext uri="{FF2B5EF4-FFF2-40B4-BE49-F238E27FC236}">
                <a16:creationId xmlns:a16="http://schemas.microsoft.com/office/drawing/2014/main" id="{46CC2F9B-6354-415E-A4D6-D8718238CB11}"/>
              </a:ext>
            </a:extLst>
          </p:cNvPr>
          <p:cNvSpPr>
            <a:spLocks noGrp="1"/>
          </p:cNvSpPr>
          <p:nvPr>
            <p:ph idx="1"/>
          </p:nvPr>
        </p:nvSpPr>
        <p:spPr/>
        <p:txBody>
          <a:bodyPr vert="horz" lIns="91440" tIns="45720" rIns="91440" bIns="45720" rtlCol="0" anchor="t">
            <a:normAutofit fontScale="85000" lnSpcReduction="20000"/>
          </a:bodyPr>
          <a:lstStyle/>
          <a:p>
            <a:r>
              <a:rPr lang="en-US" b="1">
                <a:ea typeface="+mn-lt"/>
                <a:cs typeface="+mn-lt"/>
              </a:rPr>
              <a:t>India:</a:t>
            </a:r>
            <a:r>
              <a:rPr lang="en-US">
                <a:ea typeface="+mn-lt"/>
                <a:cs typeface="+mn-lt"/>
              </a:rPr>
              <a:t>  </a:t>
            </a:r>
            <a:r>
              <a:rPr lang="en-US" err="1">
                <a:ea typeface="+mn-lt"/>
                <a:cs typeface="+mn-lt"/>
              </a:rPr>
              <a:t>Gyandoot</a:t>
            </a:r>
            <a:r>
              <a:rPr lang="en-US">
                <a:ea typeface="+mn-lt"/>
                <a:cs typeface="+mn-lt"/>
              </a:rPr>
              <a:t> is an intranet in Dhar district connecting rural cybercafes catering to the everyday needs of the masses.  The site has following services to offer in addition to the hope that it has generated by networking, the first district in the state of Madhya Pradesh in India </a:t>
            </a:r>
            <a:endParaRPr lang="en-US"/>
          </a:p>
          <a:p>
            <a:r>
              <a:rPr lang="en-US">
                <a:ea typeface="+mn-lt"/>
                <a:cs typeface="+mn-lt"/>
              </a:rPr>
              <a:t>Commodity/ Agricultural Marketing Information System </a:t>
            </a:r>
            <a:endParaRPr lang="en-US"/>
          </a:p>
          <a:p>
            <a:r>
              <a:rPr lang="en-US">
                <a:ea typeface="+mn-lt"/>
                <a:cs typeface="+mn-lt"/>
              </a:rPr>
              <a:t>Copies of land maps </a:t>
            </a:r>
            <a:endParaRPr lang="en-US"/>
          </a:p>
          <a:p>
            <a:r>
              <a:rPr lang="en-US">
                <a:ea typeface="+mn-lt"/>
                <a:cs typeface="+mn-lt"/>
              </a:rPr>
              <a:t>On-Line Registration of Applications </a:t>
            </a:r>
            <a:endParaRPr lang="en-US"/>
          </a:p>
          <a:p>
            <a:r>
              <a:rPr lang="en-US">
                <a:ea typeface="+mn-lt"/>
                <a:cs typeface="+mn-lt"/>
              </a:rPr>
              <a:t>Public Grievance Redressal </a:t>
            </a:r>
            <a:endParaRPr lang="en-US"/>
          </a:p>
          <a:p>
            <a:r>
              <a:rPr lang="en-US">
                <a:ea typeface="+mn-lt"/>
                <a:cs typeface="+mn-lt"/>
                <a:hlinkClick r:id="rId2"/>
              </a:rPr>
              <a:t>http://www.gyandoot.net/gyandoot/intranet.html</a:t>
            </a:r>
            <a:r>
              <a:rPr lang="en-US">
                <a:ea typeface="+mn-lt"/>
                <a:cs typeface="+mn-lt"/>
              </a:rPr>
              <a:t> </a:t>
            </a:r>
            <a:endParaRPr lang="en-US"/>
          </a:p>
          <a:p>
            <a:endParaRPr lang="en-US"/>
          </a:p>
        </p:txBody>
      </p:sp>
    </p:spTree>
    <p:extLst>
      <p:ext uri="{BB962C8B-B14F-4D97-AF65-F5344CB8AC3E}">
        <p14:creationId xmlns:p14="http://schemas.microsoft.com/office/powerpoint/2010/main" val="23414405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21CAE-E80D-4DD8-BC99-F3C6501EAB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7CFD0D-3B0A-4114-B759-93D2BCDE193F}"/>
              </a:ext>
            </a:extLst>
          </p:cNvPr>
          <p:cNvSpPr>
            <a:spLocks noGrp="1"/>
          </p:cNvSpPr>
          <p:nvPr>
            <p:ph idx="1"/>
          </p:nvPr>
        </p:nvSpPr>
        <p:spPr/>
        <p:txBody>
          <a:bodyPr vert="horz" lIns="91440" tIns="45720" rIns="91440" bIns="45720" rtlCol="0" anchor="t">
            <a:normAutofit fontScale="85000" lnSpcReduction="10000"/>
          </a:bodyPr>
          <a:lstStyle/>
          <a:p>
            <a:r>
              <a:rPr lang="en-US" b="1">
                <a:ea typeface="+mn-lt"/>
                <a:cs typeface="+mn-lt"/>
              </a:rPr>
              <a:t>Philippine Customs Reform</a:t>
            </a:r>
            <a:r>
              <a:rPr lang="en-US">
                <a:ea typeface="+mn-lt"/>
                <a:cs typeface="+mn-lt"/>
              </a:rPr>
              <a:t> : Using an "off-the-shelf" customs application package as the main building block, the Philippines Customs Bureau has developed an on-line system to process clearance of imports, payment of duty, and delivery of release orders for shipments to leave the docks. The new on-line system has lessened the cost of trade for businesses, reduced opportunities for fraud, and helped the Bureau to maximize revenue collection. </a:t>
            </a:r>
          </a:p>
          <a:p>
            <a:r>
              <a:rPr lang="en-US">
                <a:ea typeface="+mn-lt"/>
                <a:cs typeface="+mn-lt"/>
                <a:hlinkClick r:id="rId2"/>
              </a:rPr>
              <a:t>http://www1.worldbank.org/publicsector/egov/philippinecustomscs.htm</a:t>
            </a:r>
            <a:r>
              <a:rPr lang="en-US">
                <a:ea typeface="+mn-lt"/>
                <a:cs typeface="+mn-lt"/>
              </a:rPr>
              <a:t> </a:t>
            </a:r>
          </a:p>
          <a:p>
            <a:endParaRPr lang="en-US"/>
          </a:p>
        </p:txBody>
      </p:sp>
    </p:spTree>
    <p:extLst>
      <p:ext uri="{BB962C8B-B14F-4D97-AF65-F5344CB8AC3E}">
        <p14:creationId xmlns:p14="http://schemas.microsoft.com/office/powerpoint/2010/main" val="16061267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2ECC0-8A80-4185-AD82-9C9EC45ABCDB}"/>
              </a:ext>
            </a:extLst>
          </p:cNvPr>
          <p:cNvSpPr>
            <a:spLocks noGrp="1"/>
          </p:cNvSpPr>
          <p:nvPr>
            <p:ph type="title"/>
          </p:nvPr>
        </p:nvSpPr>
        <p:spPr/>
        <p:txBody>
          <a:bodyPr/>
          <a:lstStyle/>
          <a:p>
            <a:r>
              <a:rPr lang="en-US">
                <a:ea typeface="+mj-lt"/>
                <a:cs typeface="+mj-lt"/>
              </a:rPr>
              <a:t>Evaluation </a:t>
            </a:r>
            <a:endParaRPr lang="en-US"/>
          </a:p>
        </p:txBody>
      </p:sp>
      <p:sp>
        <p:nvSpPr>
          <p:cNvPr id="3" name="Content Placeholder 2">
            <a:extLst>
              <a:ext uri="{FF2B5EF4-FFF2-40B4-BE49-F238E27FC236}">
                <a16:creationId xmlns:a16="http://schemas.microsoft.com/office/drawing/2014/main" id="{902983CE-3BC4-4F34-87A7-72466B7580F0}"/>
              </a:ext>
            </a:extLst>
          </p:cNvPr>
          <p:cNvSpPr>
            <a:spLocks noGrp="1"/>
          </p:cNvSpPr>
          <p:nvPr>
            <p:ph idx="1"/>
          </p:nvPr>
        </p:nvSpPr>
        <p:spPr/>
        <p:txBody>
          <a:bodyPr vert="horz" lIns="91440" tIns="45720" rIns="91440" bIns="45720" rtlCol="0" anchor="t">
            <a:normAutofit/>
          </a:bodyPr>
          <a:lstStyle/>
          <a:p>
            <a:r>
              <a:rPr lang="en-US" dirty="0">
                <a:ea typeface="+mn-lt"/>
                <a:cs typeface="+mn-lt"/>
              </a:rPr>
              <a:t>This model is more embedded in digital-governance initiatives in the developed countries and has often been proposed for implementation in developing countries.</a:t>
            </a:r>
          </a:p>
          <a:p>
            <a:r>
              <a:rPr lang="en-US" dirty="0">
                <a:ea typeface="+mn-lt"/>
                <a:cs typeface="+mn-lt"/>
              </a:rPr>
              <a:t>The model is on the higher end of technology reliance as compared to the other models. </a:t>
            </a:r>
            <a:endParaRPr lang="en-US"/>
          </a:p>
        </p:txBody>
      </p:sp>
    </p:spTree>
    <p:extLst>
      <p:ext uri="{BB962C8B-B14F-4D97-AF65-F5344CB8AC3E}">
        <p14:creationId xmlns:p14="http://schemas.microsoft.com/office/powerpoint/2010/main" val="24313339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46C46-5CF2-4430-9204-C79CDA6D13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1F4FBB9-9ABF-4C63-8C5D-1DDD7E0CB548}"/>
              </a:ext>
            </a:extLst>
          </p:cNvPr>
          <p:cNvSpPr>
            <a:spLocks noGrp="1"/>
          </p:cNvSpPr>
          <p:nvPr>
            <p:ph idx="1"/>
          </p:nvPr>
        </p:nvSpPr>
        <p:spPr/>
        <p:txBody>
          <a:bodyPr vert="horz" lIns="91440" tIns="45720" rIns="91440" bIns="45720" rtlCol="0" anchor="t">
            <a:normAutofit fontScale="92500" lnSpcReduction="10000"/>
          </a:bodyPr>
          <a:lstStyle/>
          <a:p>
            <a:r>
              <a:rPr lang="en-US">
                <a:ea typeface="+mn-lt"/>
                <a:cs typeface="+mn-lt"/>
              </a:rPr>
              <a:t>This makes it difficult to replicate in developing countries in the absence of individual and secure ICT access. </a:t>
            </a:r>
            <a:endParaRPr lang="en-US"/>
          </a:p>
          <a:p>
            <a:r>
              <a:rPr lang="en-US">
                <a:ea typeface="+mn-lt"/>
                <a:cs typeface="+mn-lt"/>
              </a:rPr>
              <a:t>Various other issues also need to be considered carefully before such blind duplication can be attempted in the developing countries. </a:t>
            </a:r>
          </a:p>
          <a:p>
            <a:r>
              <a:rPr lang="en-US">
                <a:ea typeface="+mn-lt"/>
                <a:cs typeface="+mn-lt"/>
              </a:rPr>
              <a:t>However, the trend is definitely in this direction and sooner or later will be implemented in all the countries with due modifications for local adaptation. </a:t>
            </a:r>
            <a:endParaRPr lang="en-US"/>
          </a:p>
          <a:p>
            <a:endParaRPr lang="en-US"/>
          </a:p>
        </p:txBody>
      </p:sp>
    </p:spTree>
    <p:extLst>
      <p:ext uri="{BB962C8B-B14F-4D97-AF65-F5344CB8AC3E}">
        <p14:creationId xmlns:p14="http://schemas.microsoft.com/office/powerpoint/2010/main" val="41472874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DD670-B3E0-4D52-AC06-4CA0A84EBC9B}"/>
              </a:ext>
            </a:extLst>
          </p:cNvPr>
          <p:cNvSpPr>
            <a:spLocks noGrp="1"/>
          </p:cNvSpPr>
          <p:nvPr>
            <p:ph type="title"/>
          </p:nvPr>
        </p:nvSpPr>
        <p:spPr/>
        <p:txBody>
          <a:bodyPr>
            <a:normAutofit fontScale="90000"/>
          </a:bodyPr>
          <a:lstStyle/>
          <a:p>
            <a:r>
              <a:rPr lang="en-US" b="1" dirty="0"/>
              <a:t>Evolution in E-governance and Maturity Models </a:t>
            </a:r>
          </a:p>
          <a:p>
            <a:endParaRPr lang="en-US"/>
          </a:p>
        </p:txBody>
      </p:sp>
      <p:sp>
        <p:nvSpPr>
          <p:cNvPr id="3" name="Content Placeholder 2">
            <a:extLst>
              <a:ext uri="{FF2B5EF4-FFF2-40B4-BE49-F238E27FC236}">
                <a16:creationId xmlns:a16="http://schemas.microsoft.com/office/drawing/2014/main" id="{C89B5B2C-3953-4A67-83FC-31384BF71F52}"/>
              </a:ext>
            </a:extLst>
          </p:cNvPr>
          <p:cNvSpPr>
            <a:spLocks noGrp="1"/>
          </p:cNvSpPr>
          <p:nvPr>
            <p:ph idx="1"/>
          </p:nvPr>
        </p:nvSpPr>
        <p:spPr/>
        <p:txBody>
          <a:bodyPr vert="horz" lIns="91440" tIns="45720" rIns="91440" bIns="45720" rtlCol="0" anchor="t">
            <a:normAutofit fontScale="85000" lnSpcReduction="20000"/>
          </a:bodyPr>
          <a:lstStyle/>
          <a:p>
            <a:r>
              <a:rPr lang="en-US">
                <a:ea typeface="+mn-lt"/>
                <a:cs typeface="+mn-lt"/>
              </a:rPr>
              <a:t>The development in the Information and Communications Technology (ICT) has made it possible for citizens to interact with the government remotely without physically visiting any government office in most of the cases and avail the e-Governance services in a convenient manner. </a:t>
            </a:r>
          </a:p>
          <a:p>
            <a:r>
              <a:rPr lang="en-US">
                <a:ea typeface="+mn-lt"/>
                <a:cs typeface="+mn-lt"/>
              </a:rPr>
              <a:t>In the context of Electronic Service Delivery – “e-Governance is about the making use of ICT in systems of governance for a wider participation and a deeper involvement of citizens, institutions, civil society groups and the private sector in the decision making process of governance.” </a:t>
            </a:r>
            <a:endParaRPr lang="en-US"/>
          </a:p>
        </p:txBody>
      </p:sp>
    </p:spTree>
    <p:extLst>
      <p:ext uri="{BB962C8B-B14F-4D97-AF65-F5344CB8AC3E}">
        <p14:creationId xmlns:p14="http://schemas.microsoft.com/office/powerpoint/2010/main" val="56782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FECC5-D6AC-41D2-A5D2-796D5776EF5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DB473EC-DD4A-40DD-9DE7-506281E6B057}"/>
              </a:ext>
            </a:extLst>
          </p:cNvPr>
          <p:cNvSpPr>
            <a:spLocks noGrp="1"/>
          </p:cNvSpPr>
          <p:nvPr>
            <p:ph idx="1"/>
          </p:nvPr>
        </p:nvSpPr>
        <p:spPr/>
        <p:txBody>
          <a:bodyPr vert="horz" lIns="91440" tIns="45720" rIns="91440" bIns="45720" rtlCol="0" anchor="t">
            <a:normAutofit/>
          </a:bodyPr>
          <a:lstStyle/>
          <a:p>
            <a:r>
              <a:rPr lang="en-US" dirty="0">
                <a:ea typeface="+mn-lt"/>
                <a:cs typeface="+mn-lt"/>
              </a:rPr>
              <a:t>An e-government e-portal's maturity model is a set of stages (from basic to advanced ones) that determines the maturity of the e-government portal. </a:t>
            </a:r>
          </a:p>
          <a:p>
            <a:r>
              <a:rPr lang="en-US" dirty="0">
                <a:ea typeface="+mn-lt"/>
                <a:cs typeface="+mn-lt"/>
              </a:rPr>
              <a:t>The main benefit of those maturity models is to offer a way to rank e-government portals. </a:t>
            </a:r>
            <a:endParaRPr lang="en-US" dirty="0"/>
          </a:p>
          <a:p>
            <a:endParaRPr lang="en-US"/>
          </a:p>
        </p:txBody>
      </p:sp>
    </p:spTree>
    <p:extLst>
      <p:ext uri="{BB962C8B-B14F-4D97-AF65-F5344CB8AC3E}">
        <p14:creationId xmlns:p14="http://schemas.microsoft.com/office/powerpoint/2010/main" val="9182723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2B5AB-EE02-4133-8EED-22A16FF094CB}"/>
              </a:ext>
            </a:extLst>
          </p:cNvPr>
          <p:cNvSpPr>
            <a:spLocks noGrp="1"/>
          </p:cNvSpPr>
          <p:nvPr>
            <p:ph type="title"/>
          </p:nvPr>
        </p:nvSpPr>
        <p:spPr/>
        <p:txBody>
          <a:bodyPr>
            <a:normAutofit fontScale="90000"/>
          </a:bodyPr>
          <a:lstStyle/>
          <a:p>
            <a:r>
              <a:rPr lang="en-US" b="1" dirty="0">
                <a:ea typeface="+mj-lt"/>
                <a:cs typeface="+mj-lt"/>
              </a:rPr>
              <a:t>A maturity level assessment may provide the following benefits:</a:t>
            </a:r>
            <a:endParaRPr lang="en-US" dirty="0">
              <a:ea typeface="+mj-lt"/>
              <a:cs typeface="+mj-lt"/>
            </a:endParaRPr>
          </a:p>
          <a:p>
            <a:endParaRPr lang="en-US" dirty="0"/>
          </a:p>
        </p:txBody>
      </p:sp>
      <p:sp>
        <p:nvSpPr>
          <p:cNvPr id="3" name="Content Placeholder 2">
            <a:extLst>
              <a:ext uri="{FF2B5EF4-FFF2-40B4-BE49-F238E27FC236}">
                <a16:creationId xmlns:a16="http://schemas.microsoft.com/office/drawing/2014/main" id="{4E33A35A-6B93-45A4-8F1B-183FC0AC29AB}"/>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-Ability to compare Maturity Level with other government ministry / departments </a:t>
            </a:r>
            <a:endParaRPr lang="en-US" dirty="0"/>
          </a:p>
          <a:p>
            <a:r>
              <a:rPr lang="en-US" dirty="0">
                <a:ea typeface="+mn-lt"/>
                <a:cs typeface="+mn-lt"/>
              </a:rPr>
              <a:t>-A known Maturity Level, with precise recommendations for improvement </a:t>
            </a:r>
          </a:p>
          <a:p>
            <a:r>
              <a:rPr lang="en-US" dirty="0">
                <a:ea typeface="+mn-lt"/>
                <a:cs typeface="+mn-lt"/>
              </a:rPr>
              <a:t>-An independently held set of "benchmarks" </a:t>
            </a:r>
          </a:p>
          <a:p>
            <a:r>
              <a:rPr lang="en-US" dirty="0">
                <a:ea typeface="+mn-lt"/>
                <a:cs typeface="+mn-lt"/>
              </a:rPr>
              <a:t>Simply put, maturity models are used to diagnose and eliminate deficient capabilities, to guide improvement initiatives (to map the way for improvement), and to control progress. </a:t>
            </a:r>
          </a:p>
          <a:p>
            <a:endParaRPr lang="en-US" dirty="0"/>
          </a:p>
        </p:txBody>
      </p:sp>
    </p:spTree>
    <p:extLst>
      <p:ext uri="{BB962C8B-B14F-4D97-AF65-F5344CB8AC3E}">
        <p14:creationId xmlns:p14="http://schemas.microsoft.com/office/powerpoint/2010/main" val="33010589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9B902-A248-4893-965D-998C62A6CC5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7AED96-A31E-4CD2-B3A6-DE19836554D2}"/>
              </a:ext>
            </a:extLst>
          </p:cNvPr>
          <p:cNvSpPr>
            <a:spLocks noGrp="1"/>
          </p:cNvSpPr>
          <p:nvPr>
            <p:ph idx="1"/>
          </p:nvPr>
        </p:nvSpPr>
        <p:spPr/>
        <p:txBody>
          <a:bodyPr vert="horz" lIns="91440" tIns="45720" rIns="91440" bIns="45720" rtlCol="0" anchor="t">
            <a:normAutofit lnSpcReduction="10000"/>
          </a:bodyPr>
          <a:lstStyle/>
          <a:p>
            <a:r>
              <a:rPr lang="en-US">
                <a:ea typeface="+mn-lt"/>
                <a:cs typeface="+mn-lt"/>
              </a:rPr>
              <a:t>E-governance journey encounters several milestones that need to be identified and modeled so that efforts invested can be assessed and an appropriate course of action be taken by the organization to further its way on the path of e-governance. </a:t>
            </a:r>
          </a:p>
          <a:p>
            <a:r>
              <a:rPr lang="en-US">
                <a:ea typeface="+mn-lt"/>
                <a:cs typeface="+mn-lt"/>
              </a:rPr>
              <a:t>The E-governance Maturity Model (EMM—version 1.0) proposes five levels of maturity, depending on the effectiveness</a:t>
            </a:r>
            <a:endParaRPr lang="en-US"/>
          </a:p>
        </p:txBody>
      </p:sp>
    </p:spTree>
    <p:extLst>
      <p:ext uri="{BB962C8B-B14F-4D97-AF65-F5344CB8AC3E}">
        <p14:creationId xmlns:p14="http://schemas.microsoft.com/office/powerpoint/2010/main" val="30212924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5F1F4-C9B6-4846-9CF7-60B8C9EE8599}"/>
              </a:ext>
            </a:extLst>
          </p:cNvPr>
          <p:cNvSpPr>
            <a:spLocks noGrp="1"/>
          </p:cNvSpPr>
          <p:nvPr>
            <p:ph type="title"/>
          </p:nvPr>
        </p:nvSpPr>
        <p:spPr/>
        <p:txBody>
          <a:bodyPr/>
          <a:lstStyle/>
          <a:p>
            <a:r>
              <a:rPr lang="en-US"/>
              <a:t>Five Maturity Levels </a:t>
            </a:r>
          </a:p>
          <a:p>
            <a:endParaRPr lang="en-US"/>
          </a:p>
        </p:txBody>
      </p:sp>
      <p:sp>
        <p:nvSpPr>
          <p:cNvPr id="3" name="Content Placeholder 2">
            <a:extLst>
              <a:ext uri="{FF2B5EF4-FFF2-40B4-BE49-F238E27FC236}">
                <a16:creationId xmlns:a16="http://schemas.microsoft.com/office/drawing/2014/main" id="{65F8C1C3-9115-403B-A9CD-37E75133C576}"/>
              </a:ext>
            </a:extLst>
          </p:cNvPr>
          <p:cNvSpPr>
            <a:spLocks noGrp="1"/>
          </p:cNvSpPr>
          <p:nvPr>
            <p:ph idx="1"/>
          </p:nvPr>
        </p:nvSpPr>
        <p:spPr/>
        <p:txBody>
          <a:bodyPr vert="horz" lIns="91440" tIns="45720" rIns="91440" bIns="45720" rtlCol="0" anchor="t">
            <a:normAutofit/>
          </a:bodyPr>
          <a:lstStyle/>
          <a:p>
            <a:r>
              <a:rPr lang="en-US">
                <a:ea typeface="+mn-lt"/>
                <a:cs typeface="+mn-lt"/>
              </a:rPr>
              <a:t>The Five Maturity Levels of e-Governance is based on fact that speed, openness and completeness are some major capabilities of ICT. </a:t>
            </a:r>
          </a:p>
          <a:p>
            <a:r>
              <a:rPr lang="en-US">
                <a:ea typeface="+mn-lt"/>
                <a:cs typeface="+mn-lt"/>
              </a:rPr>
              <a:t>The maturity levels, described below provide a necessary mechanism to benchmark the efforts invested by an organization in implementing e-Governance.  </a:t>
            </a:r>
            <a:endParaRPr lang="en-US"/>
          </a:p>
        </p:txBody>
      </p:sp>
    </p:spTree>
    <p:extLst>
      <p:ext uri="{BB962C8B-B14F-4D97-AF65-F5344CB8AC3E}">
        <p14:creationId xmlns:p14="http://schemas.microsoft.com/office/powerpoint/2010/main" val="16894333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ADA79-AA83-436A-9667-E09292387F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1E31F7-50EF-4444-9447-E0DE2D2B34D8}"/>
              </a:ext>
            </a:extLst>
          </p:cNvPr>
          <p:cNvSpPr>
            <a:spLocks noGrp="1"/>
          </p:cNvSpPr>
          <p:nvPr>
            <p:ph idx="1"/>
          </p:nvPr>
        </p:nvSpPr>
        <p:spPr/>
        <p:txBody>
          <a:bodyPr vert="horz" lIns="91440" tIns="45720" rIns="91440" bIns="45720" rtlCol="0" anchor="t">
            <a:normAutofit/>
          </a:bodyPr>
          <a:lstStyle/>
          <a:p>
            <a:r>
              <a:rPr lang="en-US" dirty="0"/>
              <a:t>Closed</a:t>
            </a:r>
          </a:p>
          <a:p>
            <a:r>
              <a:rPr lang="en-US" dirty="0"/>
              <a:t>Initial</a:t>
            </a:r>
          </a:p>
          <a:p>
            <a:r>
              <a:rPr lang="en-US" dirty="0"/>
              <a:t>Planned</a:t>
            </a:r>
          </a:p>
          <a:p>
            <a:r>
              <a:rPr lang="en-US" dirty="0"/>
              <a:t>Realized</a:t>
            </a:r>
          </a:p>
          <a:p>
            <a:r>
              <a:rPr lang="en-US" dirty="0"/>
              <a:t>Institutionalized</a:t>
            </a:r>
          </a:p>
          <a:p>
            <a:endParaRPr lang="en-US"/>
          </a:p>
        </p:txBody>
      </p:sp>
    </p:spTree>
    <p:extLst>
      <p:ext uri="{BB962C8B-B14F-4D97-AF65-F5344CB8AC3E}">
        <p14:creationId xmlns:p14="http://schemas.microsoft.com/office/powerpoint/2010/main" val="18773599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50146-E67C-4145-AC4A-11CE917E4A04}"/>
              </a:ext>
            </a:extLst>
          </p:cNvPr>
          <p:cNvSpPr>
            <a:spLocks noGrp="1"/>
          </p:cNvSpPr>
          <p:nvPr>
            <p:ph type="title"/>
          </p:nvPr>
        </p:nvSpPr>
        <p:spPr/>
        <p:txBody>
          <a:bodyPr/>
          <a:lstStyle/>
          <a:p>
            <a:r>
              <a:rPr lang="x-none">
                <a:ea typeface="+mj-lt"/>
                <a:cs typeface="+mj-lt"/>
              </a:rPr>
              <a:t>Level 1- Closed</a:t>
            </a:r>
            <a:r>
              <a:rPr lang="en-US">
                <a:ea typeface="+mj-lt"/>
                <a:cs typeface="+mj-lt"/>
              </a:rPr>
              <a:t> </a:t>
            </a:r>
          </a:p>
          <a:p>
            <a:endParaRPr lang="en-US"/>
          </a:p>
        </p:txBody>
      </p:sp>
      <p:sp>
        <p:nvSpPr>
          <p:cNvPr id="3" name="Content Placeholder 2">
            <a:extLst>
              <a:ext uri="{FF2B5EF4-FFF2-40B4-BE49-F238E27FC236}">
                <a16:creationId xmlns:a16="http://schemas.microsoft.com/office/drawing/2014/main" id="{894F363F-446D-4181-9D1E-36A1DBB2C067}"/>
              </a:ext>
            </a:extLst>
          </p:cNvPr>
          <p:cNvSpPr>
            <a:spLocks noGrp="1"/>
          </p:cNvSpPr>
          <p:nvPr>
            <p:ph idx="1"/>
          </p:nvPr>
        </p:nvSpPr>
        <p:spPr/>
        <p:txBody>
          <a:bodyPr vert="horz" lIns="91440" tIns="45720" rIns="91440" bIns="45720" rtlCol="0" anchor="t">
            <a:normAutofit fontScale="85000" lnSpcReduction="20000"/>
          </a:bodyPr>
          <a:lstStyle/>
          <a:p>
            <a:r>
              <a:rPr lang="en-US" dirty="0"/>
              <a:t>Here an organization </a:t>
            </a:r>
            <a:r>
              <a:rPr lang="en-US" b="1" dirty="0"/>
              <a:t>does not use ICT as a facilitator for good governance</a:t>
            </a:r>
            <a:r>
              <a:rPr lang="en-US" dirty="0"/>
              <a:t> and has no plans to do so in the near future. </a:t>
            </a:r>
          </a:p>
          <a:p>
            <a:r>
              <a:rPr lang="en-US" dirty="0"/>
              <a:t>Such situation may arise due to </a:t>
            </a:r>
            <a:r>
              <a:rPr lang="en-US" b="1" dirty="0"/>
              <a:t>lack of exposure to ICTs</a:t>
            </a:r>
            <a:r>
              <a:rPr lang="en-US" dirty="0"/>
              <a:t> and associated benefits that again may depend upon a number of reasons: remoteness, lack of resources . </a:t>
            </a:r>
          </a:p>
          <a:p>
            <a:r>
              <a:rPr lang="en-US" dirty="0"/>
              <a:t>As a result the organization is closed in terms of being connected and sharing of information in the context of “E-governance”. </a:t>
            </a:r>
          </a:p>
          <a:p>
            <a:r>
              <a:rPr lang="en-US" dirty="0"/>
              <a:t>However, even in this condition the organization may be efficiently functioning. </a:t>
            </a:r>
          </a:p>
        </p:txBody>
      </p:sp>
    </p:spTree>
    <p:extLst>
      <p:ext uri="{BB962C8B-B14F-4D97-AF65-F5344CB8AC3E}">
        <p14:creationId xmlns:p14="http://schemas.microsoft.com/office/powerpoint/2010/main" val="9347879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96E30-5FE9-4404-A37F-AC719DB4E018}"/>
              </a:ext>
            </a:extLst>
          </p:cNvPr>
          <p:cNvSpPr>
            <a:spLocks noGrp="1"/>
          </p:cNvSpPr>
          <p:nvPr>
            <p:ph type="title"/>
          </p:nvPr>
        </p:nvSpPr>
        <p:spPr/>
        <p:txBody>
          <a:bodyPr/>
          <a:lstStyle/>
          <a:p>
            <a:r>
              <a:rPr lang="x-none">
                <a:ea typeface="+mj-lt"/>
                <a:cs typeface="+mj-lt"/>
              </a:rPr>
              <a:t>Level 2- Initial</a:t>
            </a:r>
            <a:r>
              <a:rPr lang="en-US">
                <a:ea typeface="+mj-lt"/>
                <a:cs typeface="+mj-lt"/>
              </a:rPr>
              <a:t> </a:t>
            </a:r>
          </a:p>
          <a:p>
            <a:endParaRPr lang="en-US"/>
          </a:p>
        </p:txBody>
      </p:sp>
      <p:sp>
        <p:nvSpPr>
          <p:cNvPr id="3" name="Content Placeholder 2">
            <a:extLst>
              <a:ext uri="{FF2B5EF4-FFF2-40B4-BE49-F238E27FC236}">
                <a16:creationId xmlns:a16="http://schemas.microsoft.com/office/drawing/2014/main" id="{F2D3AEA5-9A23-4A09-8741-33AB496F4099}"/>
              </a:ext>
            </a:extLst>
          </p:cNvPr>
          <p:cNvSpPr>
            <a:spLocks noGrp="1"/>
          </p:cNvSpPr>
          <p:nvPr>
            <p:ph idx="1"/>
          </p:nvPr>
        </p:nvSpPr>
        <p:spPr>
          <a:xfrm>
            <a:off x="1115568" y="2118591"/>
            <a:ext cx="10168128" cy="4326778"/>
          </a:xfrm>
        </p:spPr>
        <p:txBody>
          <a:bodyPr vert="horz" lIns="91440" tIns="45720" rIns="91440" bIns="45720" rtlCol="0" anchor="t">
            <a:normAutofit fontScale="85000" lnSpcReduction="20000"/>
          </a:bodyPr>
          <a:lstStyle/>
          <a:p>
            <a:r>
              <a:rPr lang="en-US" dirty="0"/>
              <a:t>In this stage, top management knows ICT, its applications and benefits for organizations. </a:t>
            </a:r>
          </a:p>
          <a:p>
            <a:r>
              <a:rPr lang="en-US"/>
              <a:t>No organized efforts have been </a:t>
            </a:r>
            <a:r>
              <a:rPr lang="en-US" dirty="0"/>
              <a:t>attempted to undertake the eGovernment initiation. </a:t>
            </a:r>
            <a:endParaRPr lang="en-US"/>
          </a:p>
          <a:p>
            <a:r>
              <a:rPr lang="en-US"/>
              <a:t>Efforts usually are experimental and with </a:t>
            </a:r>
            <a:r>
              <a:rPr lang="en-US" dirty="0"/>
              <a:t>lack of direction. </a:t>
            </a:r>
          </a:p>
          <a:p>
            <a:r>
              <a:rPr lang="en-US"/>
              <a:t>In the end </a:t>
            </a:r>
            <a:r>
              <a:rPr lang="en-US" dirty="0"/>
              <a:t>of this stage, it’s expected to that the necessity of eGovernment is realized. </a:t>
            </a:r>
            <a:endParaRPr lang="en-US"/>
          </a:p>
          <a:p>
            <a:r>
              <a:rPr lang="en-US"/>
              <a:t>Main criteria of this stage are: degree of ICT knowledge in </a:t>
            </a:r>
            <a:r>
              <a:rPr lang="en-US" dirty="0"/>
              <a:t>organization, perception of eGovernment advantages and disadvantages, administrative efforts, and productivity evaluation of efforts. </a:t>
            </a:r>
          </a:p>
        </p:txBody>
      </p:sp>
    </p:spTree>
    <p:extLst>
      <p:ext uri="{BB962C8B-B14F-4D97-AF65-F5344CB8AC3E}">
        <p14:creationId xmlns:p14="http://schemas.microsoft.com/office/powerpoint/2010/main" val="3459756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46B89-697D-43FB-9C97-AB669312B2B4}"/>
              </a:ext>
            </a:extLst>
          </p:cNvPr>
          <p:cNvSpPr>
            <a:spLocks noGrp="1"/>
          </p:cNvSpPr>
          <p:nvPr>
            <p:ph type="title"/>
          </p:nvPr>
        </p:nvSpPr>
        <p:spPr/>
        <p:txBody>
          <a:bodyPr/>
          <a:lstStyle/>
          <a:p>
            <a:r>
              <a:rPr lang="x-none">
                <a:ea typeface="+mj-lt"/>
                <a:cs typeface="+mj-lt"/>
              </a:rPr>
              <a:t>Level 3- Planned</a:t>
            </a:r>
            <a:r>
              <a:rPr lang="en-US" dirty="0">
                <a:ea typeface="+mj-lt"/>
                <a:cs typeface="+mj-lt"/>
              </a:rPr>
              <a:t> </a:t>
            </a:r>
          </a:p>
          <a:p>
            <a:endParaRPr lang="en-US" dirty="0"/>
          </a:p>
        </p:txBody>
      </p:sp>
      <p:sp>
        <p:nvSpPr>
          <p:cNvPr id="3" name="Content Placeholder 2">
            <a:extLst>
              <a:ext uri="{FF2B5EF4-FFF2-40B4-BE49-F238E27FC236}">
                <a16:creationId xmlns:a16="http://schemas.microsoft.com/office/drawing/2014/main" id="{7D85C982-49E4-41CB-86F5-27F99E906BB9}"/>
              </a:ext>
            </a:extLst>
          </p:cNvPr>
          <p:cNvSpPr>
            <a:spLocks noGrp="1"/>
          </p:cNvSpPr>
          <p:nvPr>
            <p:ph idx="1"/>
          </p:nvPr>
        </p:nvSpPr>
        <p:spPr/>
        <p:txBody>
          <a:bodyPr vert="horz" lIns="91440" tIns="45720" rIns="91440" bIns="45720" rtlCol="0" anchor="t">
            <a:normAutofit fontScale="70000" lnSpcReduction="20000"/>
          </a:bodyPr>
          <a:lstStyle/>
          <a:p>
            <a:r>
              <a:rPr lang="en-US" dirty="0"/>
              <a:t>This stage starts with systematic approach. </a:t>
            </a:r>
            <a:endParaRPr lang="en-US"/>
          </a:p>
          <a:p>
            <a:r>
              <a:rPr lang="en-US" dirty="0"/>
              <a:t>With respect to strategic approach, information technology strategic plan is formulated in this stage. </a:t>
            </a:r>
          </a:p>
          <a:p>
            <a:r>
              <a:rPr lang="en-US" dirty="0"/>
              <a:t>Need assessments are made to prioritize the areas of implementation and measure the extent of </a:t>
            </a:r>
            <a:r>
              <a:rPr lang="en-US" b="1" dirty="0"/>
              <a:t>e-readiness</a:t>
            </a:r>
            <a:r>
              <a:rPr lang="en-US" dirty="0"/>
              <a:t>.</a:t>
            </a:r>
          </a:p>
          <a:p>
            <a:r>
              <a:rPr lang="en-US" dirty="0"/>
              <a:t>Taking necessary input from need assessment study, extensive planning has been carried out indicating policies, strategies, various activities, stakeholders, roles and responsibilities and resources required in terms of time, money and manpower to undertake the e-governance exercise. </a:t>
            </a:r>
          </a:p>
          <a:p>
            <a:r>
              <a:rPr lang="en-US" dirty="0"/>
              <a:t>Main criteria of this stage are: vision definition, need assessment, eGovernment plan, and documentation. </a:t>
            </a:r>
          </a:p>
        </p:txBody>
      </p:sp>
    </p:spTree>
    <p:extLst>
      <p:ext uri="{BB962C8B-B14F-4D97-AF65-F5344CB8AC3E}">
        <p14:creationId xmlns:p14="http://schemas.microsoft.com/office/powerpoint/2010/main" val="19268598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48277-297F-4D2D-8130-C99DFA0CEB0B}"/>
              </a:ext>
            </a:extLst>
          </p:cNvPr>
          <p:cNvSpPr>
            <a:spLocks noGrp="1"/>
          </p:cNvSpPr>
          <p:nvPr>
            <p:ph type="title"/>
          </p:nvPr>
        </p:nvSpPr>
        <p:spPr/>
        <p:txBody>
          <a:bodyPr/>
          <a:lstStyle/>
          <a:p>
            <a:r>
              <a:rPr lang="x-none">
                <a:ea typeface="+mj-lt"/>
                <a:cs typeface="+mj-lt"/>
              </a:rPr>
              <a:t>Level 4- Realized</a:t>
            </a:r>
            <a:r>
              <a:rPr lang="en-US" dirty="0">
                <a:ea typeface="+mj-lt"/>
                <a:cs typeface="+mj-lt"/>
              </a:rPr>
              <a:t> </a:t>
            </a:r>
          </a:p>
          <a:p>
            <a:endParaRPr lang="en-US" dirty="0"/>
          </a:p>
        </p:txBody>
      </p:sp>
      <p:sp>
        <p:nvSpPr>
          <p:cNvPr id="3" name="Content Placeholder 2">
            <a:extLst>
              <a:ext uri="{FF2B5EF4-FFF2-40B4-BE49-F238E27FC236}">
                <a16:creationId xmlns:a16="http://schemas.microsoft.com/office/drawing/2014/main" id="{1306532E-A852-4547-A4A3-8CFD5215E7A3}"/>
              </a:ext>
            </a:extLst>
          </p:cNvPr>
          <p:cNvSpPr>
            <a:spLocks noGrp="1"/>
          </p:cNvSpPr>
          <p:nvPr>
            <p:ph idx="1"/>
          </p:nvPr>
        </p:nvSpPr>
        <p:spPr>
          <a:xfrm>
            <a:off x="1115568" y="2204855"/>
            <a:ext cx="10168128" cy="4384288"/>
          </a:xfrm>
        </p:spPr>
        <p:txBody>
          <a:bodyPr vert="horz" lIns="91440" tIns="45720" rIns="91440" bIns="45720" rtlCol="0" anchor="t">
            <a:normAutofit fontScale="85000" lnSpcReduction="20000"/>
          </a:bodyPr>
          <a:lstStyle/>
          <a:p>
            <a:r>
              <a:rPr lang="en-US" dirty="0"/>
              <a:t>After strategy formulation in the last stage, we will have implementation and assessment in this stage. </a:t>
            </a:r>
          </a:p>
          <a:p>
            <a:r>
              <a:rPr lang="en-US" dirty="0"/>
              <a:t>So, according to strategies, action plan with budget and time will be defined. </a:t>
            </a:r>
          </a:p>
          <a:p>
            <a:r>
              <a:rPr lang="en-US" dirty="0"/>
              <a:t>Then required actions are implemented and finally their results would be measured and controlled. </a:t>
            </a:r>
          </a:p>
          <a:p>
            <a:r>
              <a:rPr lang="en-US" b="1" dirty="0"/>
              <a:t>a) </a:t>
            </a:r>
            <a:r>
              <a:rPr lang="en-US" b="1" dirty="0" err="1"/>
              <a:t>Retrospected</a:t>
            </a:r>
            <a:r>
              <a:rPr lang="en-US" dirty="0"/>
              <a:t> </a:t>
            </a:r>
          </a:p>
          <a:p>
            <a:r>
              <a:rPr lang="en-US" dirty="0"/>
              <a:t>Business processes are balanced with the vision and overall e-governance objectives.</a:t>
            </a:r>
          </a:p>
          <a:p>
            <a:r>
              <a:rPr lang="en-US" dirty="0"/>
              <a:t>There is awareness about e-governance among all concerned—the stakeholders as well as the customers/users. </a:t>
            </a:r>
          </a:p>
          <a:p>
            <a:endParaRPr lang="en-US"/>
          </a:p>
        </p:txBody>
      </p:sp>
    </p:spTree>
    <p:extLst>
      <p:ext uri="{BB962C8B-B14F-4D97-AF65-F5344CB8AC3E}">
        <p14:creationId xmlns:p14="http://schemas.microsoft.com/office/powerpoint/2010/main" val="404155384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556E92-EAAD-400D-B77B-47FE74A88B18}"/>
              </a:ext>
            </a:extLst>
          </p:cNvPr>
          <p:cNvSpPr>
            <a:spLocks noGrp="1"/>
          </p:cNvSpPr>
          <p:nvPr>
            <p:ph idx="1"/>
          </p:nvPr>
        </p:nvSpPr>
        <p:spPr>
          <a:xfrm>
            <a:off x="1115568" y="321422"/>
            <a:ext cx="10168128" cy="6008928"/>
          </a:xfrm>
        </p:spPr>
        <p:txBody>
          <a:bodyPr vert="horz" lIns="91440" tIns="45720" rIns="91440" bIns="45720" rtlCol="0" anchor="t">
            <a:normAutofit fontScale="70000" lnSpcReduction="20000"/>
          </a:bodyPr>
          <a:lstStyle/>
          <a:p>
            <a:r>
              <a:rPr lang="en-US" b="1">
                <a:ea typeface="+mn-lt"/>
                <a:cs typeface="+mn-lt"/>
              </a:rPr>
              <a:t>b) E-ready</a:t>
            </a:r>
            <a:r>
              <a:rPr lang="en-US" dirty="0">
                <a:ea typeface="+mn-lt"/>
                <a:cs typeface="+mn-lt"/>
              </a:rPr>
              <a:t> </a:t>
            </a:r>
          </a:p>
          <a:p>
            <a:r>
              <a:rPr lang="en-US">
                <a:ea typeface="+mn-lt"/>
                <a:cs typeface="+mn-lt"/>
              </a:rPr>
              <a:t>The organization has a sound infrastructure (technological, institutional, legal, and human) in place, for implementing e-governance.</a:t>
            </a:r>
            <a:endParaRPr lang="en-US" dirty="0">
              <a:ea typeface="+mn-lt"/>
              <a:cs typeface="+mn-lt"/>
            </a:endParaRPr>
          </a:p>
          <a:p>
            <a:r>
              <a:rPr lang="en-US">
                <a:ea typeface="+mn-lt"/>
                <a:cs typeface="+mn-lt"/>
              </a:rPr>
              <a:t>The customers/users are oriented and motivated to use e-governance services. </a:t>
            </a:r>
          </a:p>
          <a:p>
            <a:r>
              <a:rPr lang="en-US" b="1">
                <a:ea typeface="+mn-lt"/>
                <a:cs typeface="+mn-lt"/>
              </a:rPr>
              <a:t>c) Partially open</a:t>
            </a:r>
            <a:r>
              <a:rPr lang="en-US" dirty="0">
                <a:ea typeface="+mn-lt"/>
                <a:cs typeface="+mn-lt"/>
              </a:rPr>
              <a:t> </a:t>
            </a:r>
          </a:p>
          <a:p>
            <a:r>
              <a:rPr lang="en-US">
                <a:ea typeface="+mn-lt"/>
                <a:cs typeface="+mn-lt"/>
              </a:rPr>
              <a:t>Some of the e-governance services are deployed, leading to partial information exchange among the entities.</a:t>
            </a:r>
            <a:endParaRPr lang="en-US" dirty="0">
              <a:ea typeface="+mn-lt"/>
              <a:cs typeface="+mn-lt"/>
            </a:endParaRPr>
          </a:p>
          <a:p>
            <a:r>
              <a:rPr lang="en-US">
                <a:ea typeface="+mn-lt"/>
                <a:cs typeface="+mn-lt"/>
              </a:rPr>
              <a:t>Partially open organizations sometimes focus only on their internal or backend processes, allowing an information exchange within the confines of the organization thus remaining insulated from its external entities. </a:t>
            </a:r>
          </a:p>
          <a:p>
            <a:r>
              <a:rPr lang="en-US">
                <a:ea typeface="+mn-lt"/>
                <a:cs typeface="+mn-lt"/>
              </a:rPr>
              <a:t>In such cases, Government-to-Employee (G2E) interface is visible, whereas Government-to-Citizen (G2C), Government-to-Government (G2G) and Government-to-Business (G2B) interfaces are not yet established.</a:t>
            </a:r>
            <a:endParaRPr lang="en-US"/>
          </a:p>
          <a:p>
            <a:r>
              <a:rPr lang="en-US">
                <a:ea typeface="+mn-lt"/>
                <a:cs typeface="+mn-lt"/>
              </a:rPr>
              <a:t>Another case of partial deployment of e-governance services result in a conspicuous G2C interface with no emphasis on building G2E, G2B, or G2E interfaces.</a:t>
            </a:r>
            <a:endParaRPr lang="en-US" dirty="0"/>
          </a:p>
          <a:p>
            <a:endParaRPr lang="en-US" dirty="0"/>
          </a:p>
          <a:p>
            <a:endParaRPr lang="en-US" dirty="0"/>
          </a:p>
        </p:txBody>
      </p:sp>
    </p:spTree>
    <p:extLst>
      <p:ext uri="{BB962C8B-B14F-4D97-AF65-F5344CB8AC3E}">
        <p14:creationId xmlns:p14="http://schemas.microsoft.com/office/powerpoint/2010/main" val="4471568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E9AE98-A2F3-4C9C-97EA-545E63359102}"/>
              </a:ext>
            </a:extLst>
          </p:cNvPr>
          <p:cNvSpPr>
            <a:spLocks noGrp="1"/>
          </p:cNvSpPr>
          <p:nvPr>
            <p:ph idx="1"/>
          </p:nvPr>
        </p:nvSpPr>
        <p:spPr>
          <a:xfrm>
            <a:off x="1115568" y="450817"/>
            <a:ext cx="10168128" cy="5721383"/>
          </a:xfrm>
        </p:spPr>
        <p:txBody>
          <a:bodyPr vert="horz" lIns="91440" tIns="45720" rIns="91440" bIns="45720" rtlCol="0" anchor="t">
            <a:normAutofit fontScale="85000" lnSpcReduction="10000"/>
          </a:bodyPr>
          <a:lstStyle/>
          <a:p>
            <a:r>
              <a:rPr lang="en-US" dirty="0">
                <a:ea typeface="+mn-lt"/>
                <a:cs typeface="+mn-lt"/>
              </a:rPr>
              <a:t> In an enthusiasm to quickly open up its front-end, the organization negligibly focuses on computerization of the supporting backend processes, thus creating hollowness behind the face of static web sites.</a:t>
            </a:r>
            <a:endParaRPr lang="en-US" dirty="0"/>
          </a:p>
          <a:p>
            <a:pPr marL="0" indent="0">
              <a:buNone/>
            </a:pPr>
            <a:endParaRPr lang="en-US" dirty="0">
              <a:ea typeface="+mn-lt"/>
              <a:cs typeface="+mn-lt"/>
            </a:endParaRPr>
          </a:p>
          <a:p>
            <a:r>
              <a:rPr lang="en-US" b="1" dirty="0">
                <a:ea typeface="+mn-lt"/>
                <a:cs typeface="+mn-lt"/>
              </a:rPr>
              <a:t>d) Open</a:t>
            </a:r>
            <a:r>
              <a:rPr lang="en-US" dirty="0">
                <a:ea typeface="+mn-lt"/>
                <a:cs typeface="+mn-lt"/>
              </a:rPr>
              <a:t> </a:t>
            </a:r>
          </a:p>
          <a:p>
            <a:r>
              <a:rPr lang="en-US" dirty="0">
                <a:ea typeface="+mn-lt"/>
                <a:cs typeface="+mn-lt"/>
              </a:rPr>
              <a:t>The organization has an integrated system, reflective of smooth information exchange within and outside the organization, i.e. Government-to-Employee (G2E), Government-to-Citizen (G2C), Government-to-Government (G2G) and Government-to-Business (G2B) interfaces are well established over a sound foundation of e-governance building blocks (the e-readiness essentials).</a:t>
            </a:r>
          </a:p>
          <a:p>
            <a:r>
              <a:rPr lang="en-US" dirty="0">
                <a:ea typeface="+mn-lt"/>
                <a:cs typeface="+mn-lt"/>
              </a:rPr>
              <a:t>Organization focuses on satisfying the users of e-governance services.</a:t>
            </a:r>
          </a:p>
          <a:p>
            <a:endParaRPr lang="en-US"/>
          </a:p>
        </p:txBody>
      </p:sp>
    </p:spTree>
    <p:extLst>
      <p:ext uri="{BB962C8B-B14F-4D97-AF65-F5344CB8AC3E}">
        <p14:creationId xmlns:p14="http://schemas.microsoft.com/office/powerpoint/2010/main" val="11070558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964D7-B286-4740-AB4E-095581D1AF4C}"/>
              </a:ext>
            </a:extLst>
          </p:cNvPr>
          <p:cNvSpPr>
            <a:spLocks noGrp="1"/>
          </p:cNvSpPr>
          <p:nvPr>
            <p:ph type="title"/>
          </p:nvPr>
        </p:nvSpPr>
        <p:spPr/>
        <p:txBody>
          <a:bodyPr/>
          <a:lstStyle/>
          <a:p>
            <a:r>
              <a:rPr lang="en-US" b="1">
                <a:ea typeface="+mj-lt"/>
                <a:cs typeface="+mj-lt"/>
              </a:rPr>
              <a:t>Level 5:</a:t>
            </a:r>
            <a:r>
              <a:rPr lang="en-US">
                <a:ea typeface="+mj-lt"/>
                <a:cs typeface="+mj-lt"/>
              </a:rPr>
              <a:t> Institutionalized</a:t>
            </a:r>
            <a:endParaRPr lang="en-US"/>
          </a:p>
        </p:txBody>
      </p:sp>
      <p:sp>
        <p:nvSpPr>
          <p:cNvPr id="3" name="Content Placeholder 2">
            <a:extLst>
              <a:ext uri="{FF2B5EF4-FFF2-40B4-BE49-F238E27FC236}">
                <a16:creationId xmlns:a16="http://schemas.microsoft.com/office/drawing/2014/main" id="{7C9D8D54-1848-4277-B0F8-4A11F2A1EBB7}"/>
              </a:ext>
            </a:extLst>
          </p:cNvPr>
          <p:cNvSpPr>
            <a:spLocks noGrp="1"/>
          </p:cNvSpPr>
          <p:nvPr>
            <p:ph idx="1"/>
          </p:nvPr>
        </p:nvSpPr>
        <p:spPr/>
        <p:txBody>
          <a:bodyPr vert="horz" lIns="91440" tIns="45720" rIns="91440" bIns="45720" rtlCol="0" anchor="t">
            <a:normAutofit fontScale="92500" lnSpcReduction="10000"/>
          </a:bodyPr>
          <a:lstStyle/>
          <a:p>
            <a:r>
              <a:rPr lang="en-US">
                <a:ea typeface="+mn-lt"/>
                <a:cs typeface="+mn-lt"/>
              </a:rPr>
              <a:t> The e-governance system of the organization is driven by a well established Knowledge Management System that generates an ability in the organization to evolve with time in view of new requirements. </a:t>
            </a:r>
          </a:p>
          <a:p>
            <a:r>
              <a:rPr lang="en-US">
                <a:ea typeface="+mn-lt"/>
                <a:cs typeface="+mn-lt"/>
              </a:rPr>
              <a:t>E-governance becomes an effortless exercise for the organization and it becomes a way of life for the stakeholders and customers/users. </a:t>
            </a:r>
          </a:p>
          <a:p>
            <a:r>
              <a:rPr lang="en-US">
                <a:ea typeface="+mn-lt"/>
                <a:cs typeface="+mn-lt"/>
              </a:rPr>
              <a:t>The organization at this level is completely paperless.</a:t>
            </a:r>
            <a:endParaRPr lang="en-US"/>
          </a:p>
        </p:txBody>
      </p:sp>
    </p:spTree>
    <p:extLst>
      <p:ext uri="{BB962C8B-B14F-4D97-AF65-F5344CB8AC3E}">
        <p14:creationId xmlns:p14="http://schemas.microsoft.com/office/powerpoint/2010/main" val="35665709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35D4DCA-7F73-4F8B-8EA3-D5D294652DDA}"/>
              </a:ext>
            </a:extLst>
          </p:cNvPr>
          <p:cNvSpPr>
            <a:spLocks noGrp="1"/>
          </p:cNvSpPr>
          <p:nvPr>
            <p:ph type="title"/>
          </p:nvPr>
        </p:nvSpPr>
        <p:spPr>
          <a:xfrm>
            <a:off x="901690" y="405575"/>
            <a:ext cx="6430414" cy="1371600"/>
          </a:xfrm>
        </p:spPr>
        <p:txBody>
          <a:bodyPr vert="horz" lIns="91440" tIns="45720" rIns="91440" bIns="45720" rtlCol="0" anchor="ctr">
            <a:normAutofit/>
          </a:bodyPr>
          <a:lstStyle/>
          <a:p>
            <a:endParaRPr lang="en-US"/>
          </a:p>
        </p:txBody>
      </p:sp>
      <p:sp>
        <p:nvSpPr>
          <p:cNvPr id="17" name="Rectangle 16">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4" descr="A picture containing screenshot&#10;&#10;Description automatically generated">
            <a:extLst>
              <a:ext uri="{FF2B5EF4-FFF2-40B4-BE49-F238E27FC236}">
                <a16:creationId xmlns:a16="http://schemas.microsoft.com/office/drawing/2014/main" id="{2848FDB4-31E1-4A49-9699-E4E6FF4CB7B1}"/>
              </a:ext>
            </a:extLst>
          </p:cNvPr>
          <p:cNvPicPr>
            <a:picLocks noGrp="1" noChangeAspect="1"/>
          </p:cNvPicPr>
          <p:nvPr>
            <p:ph idx="1"/>
          </p:nvPr>
        </p:nvPicPr>
        <p:blipFill>
          <a:blip r:embed="rId2"/>
          <a:stretch>
            <a:fillRect/>
          </a:stretch>
        </p:blipFill>
        <p:spPr>
          <a:xfrm>
            <a:off x="1627424" y="2091095"/>
            <a:ext cx="8940617" cy="4206240"/>
          </a:xfrm>
          <a:prstGeom prst="rect">
            <a:avLst/>
          </a:prstGeom>
        </p:spPr>
      </p:pic>
    </p:spTree>
    <p:extLst>
      <p:ext uri="{BB962C8B-B14F-4D97-AF65-F5344CB8AC3E}">
        <p14:creationId xmlns:p14="http://schemas.microsoft.com/office/powerpoint/2010/main" val="19288075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0A3EE-C311-4B27-828F-17008CAAAB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EEF195-E132-4DAA-9B59-A0892E81F155}"/>
              </a:ext>
            </a:extLst>
          </p:cNvPr>
          <p:cNvSpPr>
            <a:spLocks noGrp="1"/>
          </p:cNvSpPr>
          <p:nvPr>
            <p:ph idx="1"/>
          </p:nvPr>
        </p:nvSpPr>
        <p:spPr/>
        <p:txBody>
          <a:bodyPr vert="horz" lIns="91440" tIns="45720" rIns="91440" bIns="45720" rtlCol="0" anchor="t">
            <a:normAutofit fontScale="92500" lnSpcReduction="10000"/>
          </a:bodyPr>
          <a:lstStyle/>
          <a:p>
            <a:r>
              <a:rPr lang="en-US"/>
              <a:t>E readiness are a set of prequisites that act as a sound building block for implementing e governance.</a:t>
            </a:r>
          </a:p>
          <a:p>
            <a:r>
              <a:rPr lang="en-US">
                <a:ea typeface="+mn-lt"/>
                <a:cs typeface="+mn-lt"/>
              </a:rPr>
              <a:t>Following define the e-readiness of an organization: </a:t>
            </a:r>
          </a:p>
          <a:p>
            <a:r>
              <a:rPr lang="en-US">
                <a:ea typeface="+mn-lt"/>
                <a:cs typeface="+mn-lt"/>
              </a:rPr>
              <a:t>(a)        </a:t>
            </a:r>
            <a:r>
              <a:rPr lang="en-US" b="1">
                <a:ea typeface="+mn-lt"/>
                <a:cs typeface="+mn-lt"/>
              </a:rPr>
              <a:t>Presence of strategic thinking, leadership and commitment among top level decision makers. </a:t>
            </a:r>
          </a:p>
          <a:p>
            <a:r>
              <a:rPr lang="en-US">
                <a:ea typeface="+mn-lt"/>
                <a:cs typeface="+mn-lt"/>
              </a:rPr>
              <a:t>It is necessary to have visionaries at the top level who can put e-governance on the agenda of the organization and are able to carry it through to implementation and effective utilization. </a:t>
            </a:r>
            <a:endParaRPr lang="en-US"/>
          </a:p>
          <a:p>
            <a:endParaRPr lang="en-US" dirty="0"/>
          </a:p>
        </p:txBody>
      </p:sp>
    </p:spTree>
    <p:extLst>
      <p:ext uri="{BB962C8B-B14F-4D97-AF65-F5344CB8AC3E}">
        <p14:creationId xmlns:p14="http://schemas.microsoft.com/office/powerpoint/2010/main" val="36676382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70D3A-0F83-47B3-A6D7-C39B33A56C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6B0E52-2976-4E51-AACD-FA651DF79C07}"/>
              </a:ext>
            </a:extLst>
          </p:cNvPr>
          <p:cNvSpPr>
            <a:spLocks noGrp="1"/>
          </p:cNvSpPr>
          <p:nvPr>
            <p:ph idx="1"/>
          </p:nvPr>
        </p:nvSpPr>
        <p:spPr/>
        <p:txBody>
          <a:bodyPr vert="horz" lIns="91440" tIns="45720" rIns="91440" bIns="45720" rtlCol="0" anchor="t">
            <a:normAutofit fontScale="92500" lnSpcReduction="10000"/>
          </a:bodyPr>
          <a:lstStyle/>
          <a:p>
            <a:r>
              <a:rPr lang="en-US" b="1">
                <a:ea typeface="+mn-lt"/>
                <a:cs typeface="+mn-lt"/>
              </a:rPr>
              <a:t>(b)        Institutional infrastructure. </a:t>
            </a:r>
            <a:endParaRPr lang="en-US">
              <a:ea typeface="+mn-lt"/>
              <a:cs typeface="+mn-lt"/>
            </a:endParaRPr>
          </a:p>
          <a:p>
            <a:r>
              <a:rPr lang="en-US">
                <a:ea typeface="+mn-lt"/>
                <a:cs typeface="+mn-lt"/>
              </a:rPr>
              <a:t>There should also be institutions responsible for creating e-governance awareness among stakeholders and users, and coordinate the e-governance exercise. </a:t>
            </a:r>
            <a:endParaRPr lang="en-US"/>
          </a:p>
          <a:p>
            <a:r>
              <a:rPr lang="en-US" b="1">
                <a:ea typeface="+mn-lt"/>
                <a:cs typeface="+mn-lt"/>
              </a:rPr>
              <a:t>(c)        ICT infrastructure. </a:t>
            </a:r>
            <a:endParaRPr lang="en-US">
              <a:ea typeface="+mn-lt"/>
              <a:cs typeface="+mn-lt"/>
            </a:endParaRPr>
          </a:p>
          <a:p>
            <a:r>
              <a:rPr lang="en-US">
                <a:ea typeface="+mn-lt"/>
                <a:cs typeface="+mn-lt"/>
              </a:rPr>
              <a:t>A sound computing and communication infrastructure is an essential requirement for effective operationalization of e-governance services. </a:t>
            </a:r>
            <a:endParaRPr lang="en-US"/>
          </a:p>
        </p:txBody>
      </p:sp>
    </p:spTree>
    <p:extLst>
      <p:ext uri="{BB962C8B-B14F-4D97-AF65-F5344CB8AC3E}">
        <p14:creationId xmlns:p14="http://schemas.microsoft.com/office/powerpoint/2010/main" val="4290045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5786A1-86BF-4D88-B931-AF9B62C57431}"/>
              </a:ext>
            </a:extLst>
          </p:cNvPr>
          <p:cNvSpPr>
            <a:spLocks noGrp="1"/>
          </p:cNvSpPr>
          <p:nvPr>
            <p:ph idx="1"/>
          </p:nvPr>
        </p:nvSpPr>
        <p:spPr>
          <a:xfrm>
            <a:off x="1115568" y="637723"/>
            <a:ext cx="10168128" cy="5534477"/>
          </a:xfrm>
        </p:spPr>
        <p:txBody>
          <a:bodyPr vert="horz" lIns="91440" tIns="45720" rIns="91440" bIns="45720" rtlCol="0" anchor="t">
            <a:normAutofit/>
          </a:bodyPr>
          <a:lstStyle/>
          <a:p>
            <a:r>
              <a:rPr lang="en-US" b="1" dirty="0">
                <a:ea typeface="+mn-lt"/>
                <a:cs typeface="+mn-lt"/>
              </a:rPr>
              <a:t>(d)       Human capacities.</a:t>
            </a:r>
            <a:r>
              <a:rPr lang="en-US" dirty="0">
                <a:ea typeface="+mn-lt"/>
                <a:cs typeface="+mn-lt"/>
              </a:rPr>
              <a:t> It is important to build human capacities in terms of necessary knowledge and skills to initiate, implement and sustain </a:t>
            </a:r>
            <a:r>
              <a:rPr lang="en-US" dirty="0" err="1">
                <a:ea typeface="+mn-lt"/>
                <a:cs typeface="+mn-lt"/>
              </a:rPr>
              <a:t>egovernance</a:t>
            </a:r>
            <a:r>
              <a:rPr lang="en-US" dirty="0">
                <a:ea typeface="+mn-lt"/>
                <a:cs typeface="+mn-lt"/>
              </a:rPr>
              <a:t> initiatives. </a:t>
            </a:r>
            <a:endParaRPr lang="en-US" dirty="0"/>
          </a:p>
          <a:p>
            <a:r>
              <a:rPr lang="en-US" dirty="0">
                <a:ea typeface="+mn-lt"/>
                <a:cs typeface="+mn-lt"/>
              </a:rPr>
              <a:t>All require extensive and intensive training and ICT orientation programs at various levels of the staff and officers in the concerned government organization. </a:t>
            </a:r>
            <a:endParaRPr lang="en-US" dirty="0"/>
          </a:p>
          <a:p>
            <a:r>
              <a:rPr lang="en-US" b="1" dirty="0">
                <a:ea typeface="+mn-lt"/>
                <a:cs typeface="+mn-lt"/>
              </a:rPr>
              <a:t>(e)        Legal Infrastructure.</a:t>
            </a:r>
            <a:r>
              <a:rPr lang="en-US" dirty="0">
                <a:ea typeface="+mn-lt"/>
                <a:cs typeface="+mn-lt"/>
              </a:rPr>
              <a:t> The necessary laws and regulations should also be in place to support ICT as a tool for good governance. </a:t>
            </a:r>
          </a:p>
          <a:p>
            <a:endParaRPr lang="en-US"/>
          </a:p>
        </p:txBody>
      </p:sp>
    </p:spTree>
    <p:extLst>
      <p:ext uri="{BB962C8B-B14F-4D97-AF65-F5344CB8AC3E}">
        <p14:creationId xmlns:p14="http://schemas.microsoft.com/office/powerpoint/2010/main" val="813048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8E601-5D64-46C2-BD61-4B5DACC7D1B4}"/>
              </a:ext>
            </a:extLst>
          </p:cNvPr>
          <p:cNvSpPr>
            <a:spLocks noGrp="1"/>
          </p:cNvSpPr>
          <p:nvPr>
            <p:ph type="title"/>
          </p:nvPr>
        </p:nvSpPr>
        <p:spPr/>
        <p:txBody>
          <a:bodyPr/>
          <a:lstStyle/>
          <a:p>
            <a:r>
              <a:rPr lang="en-US"/>
              <a:t>Characteristics of Maturity Levels </a:t>
            </a:r>
          </a:p>
          <a:p>
            <a:endParaRPr lang="en-US"/>
          </a:p>
        </p:txBody>
      </p:sp>
      <p:sp>
        <p:nvSpPr>
          <p:cNvPr id="3" name="Content Placeholder 2">
            <a:extLst>
              <a:ext uri="{FF2B5EF4-FFF2-40B4-BE49-F238E27FC236}">
                <a16:creationId xmlns:a16="http://schemas.microsoft.com/office/drawing/2014/main" id="{8A196ADE-E53F-4A0D-935F-460DEDC0FECF}"/>
              </a:ext>
            </a:extLst>
          </p:cNvPr>
          <p:cNvSpPr>
            <a:spLocks noGrp="1"/>
          </p:cNvSpPr>
          <p:nvPr>
            <p:ph idx="1"/>
          </p:nvPr>
        </p:nvSpPr>
        <p:spPr/>
        <p:txBody>
          <a:bodyPr vert="horz" lIns="91440" tIns="45720" rIns="91440" bIns="45720" rtlCol="0" anchor="t">
            <a:normAutofit fontScale="85000" lnSpcReduction="20000"/>
          </a:bodyPr>
          <a:lstStyle/>
          <a:p>
            <a:pPr algn="just"/>
            <a:r>
              <a:rPr lang="en-US">
                <a:ea typeface="+mn-lt"/>
                <a:cs typeface="+mn-lt"/>
              </a:rPr>
              <a:t> The characteristics exhibited by the organizations at various levels of maturity facilitate assessing the current level of e-governance attained by the organization. </a:t>
            </a:r>
          </a:p>
          <a:p>
            <a:pPr algn="just"/>
            <a:r>
              <a:rPr lang="en-US">
                <a:ea typeface="+mn-lt"/>
                <a:cs typeface="+mn-lt"/>
              </a:rPr>
              <a:t>The following points describe the characteristics of the organizations at various levels: </a:t>
            </a:r>
            <a:endParaRPr lang="en-US"/>
          </a:p>
          <a:p>
            <a:pPr algn="just"/>
            <a:r>
              <a:rPr lang="x-none" b="1"/>
              <a:t>Level 1: Closed </a:t>
            </a:r>
            <a:endParaRPr lang="en-US" b="1"/>
          </a:p>
          <a:p>
            <a:pPr algn="just"/>
            <a:r>
              <a:rPr lang="en-US"/>
              <a:t>Organizations are closed to e-governance. </a:t>
            </a:r>
          </a:p>
          <a:p>
            <a:pPr algn="just"/>
            <a:r>
              <a:rPr lang="en-US"/>
              <a:t>No plans or vision is available. </a:t>
            </a:r>
          </a:p>
          <a:p>
            <a:pPr algn="just"/>
            <a:r>
              <a:rPr lang="en-US"/>
              <a:t>They continue with fully manual and conventional operations. </a:t>
            </a:r>
          </a:p>
          <a:p>
            <a:endParaRPr lang="en-US"/>
          </a:p>
        </p:txBody>
      </p:sp>
    </p:spTree>
    <p:extLst>
      <p:ext uri="{BB962C8B-B14F-4D97-AF65-F5344CB8AC3E}">
        <p14:creationId xmlns:p14="http://schemas.microsoft.com/office/powerpoint/2010/main" val="20172231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A3576-306F-473C-89EB-BFA9855D111C}"/>
              </a:ext>
            </a:extLst>
          </p:cNvPr>
          <p:cNvSpPr>
            <a:spLocks noGrp="1"/>
          </p:cNvSpPr>
          <p:nvPr>
            <p:ph type="title"/>
          </p:nvPr>
        </p:nvSpPr>
        <p:spPr/>
        <p:txBody>
          <a:bodyPr/>
          <a:lstStyle/>
          <a:p>
            <a:r>
              <a:rPr lang="x-none" b="1">
                <a:ea typeface="+mj-lt"/>
                <a:cs typeface="+mj-lt"/>
              </a:rPr>
              <a:t>Level 2: Initial </a:t>
            </a:r>
            <a:endParaRPr lang="en-US">
              <a:ea typeface="+mj-lt"/>
              <a:cs typeface="+mj-lt"/>
            </a:endParaRPr>
          </a:p>
          <a:p>
            <a:endParaRPr lang="en-US" dirty="0"/>
          </a:p>
        </p:txBody>
      </p:sp>
      <p:sp>
        <p:nvSpPr>
          <p:cNvPr id="3" name="Content Placeholder 2">
            <a:extLst>
              <a:ext uri="{FF2B5EF4-FFF2-40B4-BE49-F238E27FC236}">
                <a16:creationId xmlns:a16="http://schemas.microsoft.com/office/drawing/2014/main" id="{4866245B-6662-49E8-8814-53F42EE1C1F1}"/>
              </a:ext>
            </a:extLst>
          </p:cNvPr>
          <p:cNvSpPr>
            <a:spLocks noGrp="1"/>
          </p:cNvSpPr>
          <p:nvPr>
            <p:ph idx="1"/>
          </p:nvPr>
        </p:nvSpPr>
        <p:spPr/>
        <p:txBody>
          <a:bodyPr vert="horz" lIns="91440" tIns="45720" rIns="91440" bIns="45720" rtlCol="0" anchor="t">
            <a:normAutofit fontScale="85000" lnSpcReduction="20000"/>
          </a:bodyPr>
          <a:lstStyle/>
          <a:p>
            <a:r>
              <a:rPr lang="en-US"/>
              <a:t>Organization lacks strategic thinking and direction for e-governance at top level. </a:t>
            </a:r>
          </a:p>
          <a:p>
            <a:r>
              <a:rPr lang="en-US"/>
              <a:t>There are unorganized and isolated efforts of automation in some areas. </a:t>
            </a:r>
          </a:p>
          <a:p>
            <a:r>
              <a:rPr lang="en-US"/>
              <a:t>Automation efforts are a result of individual's initiatives. </a:t>
            </a:r>
          </a:p>
          <a:p>
            <a:r>
              <a:rPr lang="en-US"/>
              <a:t>The effort sustains as long as the enthusiasm of the individual, who initiated it, remains and is often abandoned due to lack of direction. </a:t>
            </a:r>
          </a:p>
          <a:p>
            <a:r>
              <a:rPr lang="en-US"/>
              <a:t>Such organizations generally accumulate hardware without any planning and much of it goes unutilized or underutilized. </a:t>
            </a:r>
          </a:p>
        </p:txBody>
      </p:sp>
    </p:spTree>
    <p:extLst>
      <p:ext uri="{BB962C8B-B14F-4D97-AF65-F5344CB8AC3E}">
        <p14:creationId xmlns:p14="http://schemas.microsoft.com/office/powerpoint/2010/main" val="22182781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CA0B9-FAA2-4C4B-8A9E-4F98B4899EF5}"/>
              </a:ext>
            </a:extLst>
          </p:cNvPr>
          <p:cNvSpPr>
            <a:spLocks noGrp="1"/>
          </p:cNvSpPr>
          <p:nvPr>
            <p:ph type="title"/>
          </p:nvPr>
        </p:nvSpPr>
        <p:spPr/>
        <p:txBody>
          <a:bodyPr/>
          <a:lstStyle/>
          <a:p>
            <a:r>
              <a:rPr lang="x-none" b="1">
                <a:ea typeface="+mj-lt"/>
                <a:cs typeface="+mj-lt"/>
              </a:rPr>
              <a:t>Level 3: Planned </a:t>
            </a:r>
            <a:endParaRPr lang="en-US">
              <a:ea typeface="+mj-lt"/>
              <a:cs typeface="+mj-lt"/>
            </a:endParaRPr>
          </a:p>
          <a:p>
            <a:endParaRPr lang="en-US" dirty="0"/>
          </a:p>
        </p:txBody>
      </p:sp>
      <p:sp>
        <p:nvSpPr>
          <p:cNvPr id="3" name="Content Placeholder 2">
            <a:extLst>
              <a:ext uri="{FF2B5EF4-FFF2-40B4-BE49-F238E27FC236}">
                <a16:creationId xmlns:a16="http://schemas.microsoft.com/office/drawing/2014/main" id="{9DC35A97-A92E-4B80-A393-45A91965C94F}"/>
              </a:ext>
            </a:extLst>
          </p:cNvPr>
          <p:cNvSpPr>
            <a:spLocks noGrp="1"/>
          </p:cNvSpPr>
          <p:nvPr>
            <p:ph idx="1"/>
          </p:nvPr>
        </p:nvSpPr>
        <p:spPr/>
        <p:txBody>
          <a:bodyPr vert="horz" lIns="91440" tIns="45720" rIns="91440" bIns="45720" rtlCol="0" anchor="t">
            <a:normAutofit fontScale="70000" lnSpcReduction="20000"/>
          </a:bodyPr>
          <a:lstStyle/>
          <a:p>
            <a:r>
              <a:rPr lang="en-US"/>
              <a:t>E-governance is a part of organization's agenda. </a:t>
            </a:r>
          </a:p>
          <a:p>
            <a:r>
              <a:rPr lang="en-US"/>
              <a:t>Strategic thinking and leadership guide the e-governance initiatives. </a:t>
            </a:r>
          </a:p>
          <a:p>
            <a:r>
              <a:rPr lang="en-US"/>
              <a:t>Clear understanding of e-governance needs as projected by the external and internal customers/users. </a:t>
            </a:r>
          </a:p>
          <a:p>
            <a:r>
              <a:rPr lang="en-US"/>
              <a:t>Extensive plan is prepared for implementing e-governance, addressing all Key Focus Areas (KFAs) and other related issues. </a:t>
            </a:r>
          </a:p>
          <a:p>
            <a:r>
              <a:rPr lang="en-US"/>
              <a:t>All the necessary documents for e-governance planning are in place. T</a:t>
            </a:r>
          </a:p>
          <a:p>
            <a:r>
              <a:rPr lang="en-US"/>
              <a:t>hese documents include Vision and Scope document for e-governance, Need Assessment Survey document, Policy guidelines, and Action Plan and Outsourcing guidelines. </a:t>
            </a:r>
          </a:p>
          <a:p>
            <a:endParaRPr lang="en-US"/>
          </a:p>
        </p:txBody>
      </p:sp>
    </p:spTree>
    <p:extLst>
      <p:ext uri="{BB962C8B-B14F-4D97-AF65-F5344CB8AC3E}">
        <p14:creationId xmlns:p14="http://schemas.microsoft.com/office/powerpoint/2010/main" val="4115391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C6D52-B962-41AF-A63E-7C28CEB6906F}"/>
              </a:ext>
            </a:extLst>
          </p:cNvPr>
          <p:cNvSpPr>
            <a:spLocks noGrp="1"/>
          </p:cNvSpPr>
          <p:nvPr>
            <p:ph type="title"/>
          </p:nvPr>
        </p:nvSpPr>
        <p:spPr/>
        <p:txBody>
          <a:bodyPr/>
          <a:lstStyle/>
          <a:p>
            <a:r>
              <a:rPr lang="x-none">
                <a:ea typeface="+mj-lt"/>
                <a:cs typeface="+mj-lt"/>
              </a:rPr>
              <a:t>Level 4: Realized </a:t>
            </a:r>
            <a:endParaRPr lang="en-US">
              <a:ea typeface="+mj-lt"/>
              <a:cs typeface="+mj-lt"/>
            </a:endParaRPr>
          </a:p>
          <a:p>
            <a:endParaRPr lang="en-US" dirty="0"/>
          </a:p>
        </p:txBody>
      </p:sp>
      <p:sp>
        <p:nvSpPr>
          <p:cNvPr id="3" name="Content Placeholder 2">
            <a:extLst>
              <a:ext uri="{FF2B5EF4-FFF2-40B4-BE49-F238E27FC236}">
                <a16:creationId xmlns:a16="http://schemas.microsoft.com/office/drawing/2014/main" id="{7F70E854-DD01-49D8-B68D-C7C40E180492}"/>
              </a:ext>
            </a:extLst>
          </p:cNvPr>
          <p:cNvSpPr>
            <a:spLocks noGrp="1"/>
          </p:cNvSpPr>
          <p:nvPr>
            <p:ph idx="1"/>
          </p:nvPr>
        </p:nvSpPr>
        <p:spPr/>
        <p:txBody>
          <a:bodyPr vert="horz" lIns="91440" tIns="45720" rIns="91440" bIns="45720" rtlCol="0" anchor="t">
            <a:normAutofit fontScale="70000" lnSpcReduction="20000"/>
          </a:bodyPr>
          <a:lstStyle/>
          <a:p>
            <a:r>
              <a:rPr lang="en-US" b="1"/>
              <a:t>Retrospected</a:t>
            </a:r>
            <a:endParaRPr lang="en-US"/>
          </a:p>
          <a:p>
            <a:r>
              <a:rPr lang="en-US"/>
              <a:t>Business processes are attuned with the vision and overall e-governance objectives. </a:t>
            </a:r>
          </a:p>
          <a:p>
            <a:r>
              <a:rPr lang="en-US"/>
              <a:t>There is awareness about e-governance among all concerned—the stakeholders as well as the customers/users. </a:t>
            </a:r>
          </a:p>
          <a:p>
            <a:r>
              <a:rPr lang="en-US" b="1"/>
              <a:t>E-ready. </a:t>
            </a:r>
            <a:endParaRPr lang="en-US"/>
          </a:p>
          <a:p>
            <a:r>
              <a:rPr lang="en-US"/>
              <a:t>The organization has a sound infrastructure (technological, institutional, legal, and human) in place, for implementing e-governance. </a:t>
            </a:r>
          </a:p>
          <a:p>
            <a:r>
              <a:rPr lang="en-US"/>
              <a:t>The customers/users are oriented and motivated to use e-governance services. </a:t>
            </a:r>
          </a:p>
          <a:p>
            <a:endParaRPr lang="en-US"/>
          </a:p>
        </p:txBody>
      </p:sp>
    </p:spTree>
    <p:extLst>
      <p:ext uri="{BB962C8B-B14F-4D97-AF65-F5344CB8AC3E}">
        <p14:creationId xmlns:p14="http://schemas.microsoft.com/office/powerpoint/2010/main" val="39756394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5E748F-BC2A-4925-879F-09FBBD9CB18D}"/>
              </a:ext>
            </a:extLst>
          </p:cNvPr>
          <p:cNvSpPr>
            <a:spLocks noGrp="1"/>
          </p:cNvSpPr>
          <p:nvPr>
            <p:ph idx="1"/>
          </p:nvPr>
        </p:nvSpPr>
        <p:spPr>
          <a:xfrm>
            <a:off x="1115568" y="479572"/>
            <a:ext cx="10168128" cy="5692628"/>
          </a:xfrm>
        </p:spPr>
        <p:txBody>
          <a:bodyPr vert="horz" lIns="91440" tIns="45720" rIns="91440" bIns="45720" rtlCol="0" anchor="t">
            <a:normAutofit fontScale="77500" lnSpcReduction="20000"/>
          </a:bodyPr>
          <a:lstStyle/>
          <a:p>
            <a:r>
              <a:rPr lang="en-US" b="1">
                <a:ea typeface="+mn-lt"/>
                <a:cs typeface="+mn-lt"/>
              </a:rPr>
              <a:t>Partially open. </a:t>
            </a:r>
            <a:endParaRPr lang="en-US">
              <a:ea typeface="+mn-lt"/>
              <a:cs typeface="+mn-lt"/>
            </a:endParaRPr>
          </a:p>
          <a:p>
            <a:r>
              <a:rPr lang="en-US">
                <a:ea typeface="+mn-lt"/>
                <a:cs typeface="+mn-lt"/>
              </a:rPr>
              <a:t>Some of the e-governance services are deployed, leading to partial information exchange among the entities. </a:t>
            </a:r>
            <a:endParaRPr lang="en-US"/>
          </a:p>
          <a:p>
            <a:r>
              <a:rPr lang="en-US">
                <a:ea typeface="+mn-lt"/>
                <a:cs typeface="+mn-lt"/>
              </a:rPr>
              <a:t>Partially open organizations sometimes focus only on their internal or backend processes, allowing an information exchange within the confines of the organization thus remaining insulated from its external entities. In such cases, Government-to-Employee (G2E) interface is visible, whereas Government-to-Citizen (G2C), Government-to-Government (G2G) and Government-to-Business (G2B) interfaces are not yet established. </a:t>
            </a:r>
          </a:p>
          <a:p>
            <a:r>
              <a:rPr lang="en-US">
                <a:ea typeface="+mn-lt"/>
                <a:cs typeface="+mn-lt"/>
              </a:rPr>
              <a:t>Another case of partial deployment of e-governance services result in a conspicuous G2C interface with no emphasis on building G2E, G2B, or G2E interfaces. </a:t>
            </a:r>
          </a:p>
          <a:p>
            <a:r>
              <a:rPr lang="en-US">
                <a:ea typeface="+mn-lt"/>
                <a:cs typeface="+mn-lt"/>
              </a:rPr>
              <a:t>In an enthusiasm to quickly open up its front-end, the organization negligibly focuses on computerization of the supporting backend processes, thus creating hollowness behind the face of static web sites. </a:t>
            </a:r>
            <a:endParaRPr lang="en-US"/>
          </a:p>
          <a:p>
            <a:endParaRPr lang="en-US">
              <a:ea typeface="+mn-lt"/>
              <a:cs typeface="+mn-lt"/>
            </a:endParaRPr>
          </a:p>
        </p:txBody>
      </p:sp>
    </p:spTree>
    <p:extLst>
      <p:ext uri="{BB962C8B-B14F-4D97-AF65-F5344CB8AC3E}">
        <p14:creationId xmlns:p14="http://schemas.microsoft.com/office/powerpoint/2010/main" val="37251098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3940DE-D52A-49B6-8560-2FFD181CFF4B}"/>
              </a:ext>
            </a:extLst>
          </p:cNvPr>
          <p:cNvSpPr>
            <a:spLocks noGrp="1"/>
          </p:cNvSpPr>
          <p:nvPr>
            <p:ph idx="1"/>
          </p:nvPr>
        </p:nvSpPr>
        <p:spPr>
          <a:xfrm>
            <a:off x="1115568" y="450817"/>
            <a:ext cx="10168128" cy="5721383"/>
          </a:xfrm>
        </p:spPr>
        <p:txBody>
          <a:bodyPr vert="horz" lIns="91440" tIns="45720" rIns="91440" bIns="45720" rtlCol="0" anchor="t">
            <a:normAutofit fontScale="77500" lnSpcReduction="20000"/>
          </a:bodyPr>
          <a:lstStyle/>
          <a:p>
            <a:r>
              <a:rPr lang="en-US">
                <a:ea typeface="+mn-lt"/>
                <a:cs typeface="+mn-lt"/>
              </a:rPr>
              <a:t>A hybrid of the above two cases is characterized by building interfaces with external entities and simultaneously focusing on computerizing the corresponding backend processes, thus opening a balanced information exchange among the internal as well as the external customers of the organization. </a:t>
            </a:r>
            <a:endParaRPr lang="en-US" dirty="0">
              <a:ea typeface="+mn-lt"/>
              <a:cs typeface="+mn-lt"/>
            </a:endParaRPr>
          </a:p>
          <a:p>
            <a:r>
              <a:rPr lang="en-US" b="1">
                <a:ea typeface="+mn-lt"/>
                <a:cs typeface="+mn-lt"/>
              </a:rPr>
              <a:t>Open. </a:t>
            </a:r>
            <a:endParaRPr lang="en-US" dirty="0">
              <a:ea typeface="+mn-lt"/>
              <a:cs typeface="+mn-lt"/>
            </a:endParaRPr>
          </a:p>
          <a:p>
            <a:r>
              <a:rPr lang="en-US">
                <a:ea typeface="+mn-lt"/>
                <a:cs typeface="+mn-lt"/>
              </a:rPr>
              <a:t>The organization has an integrated system, reflective of smooth information exchange within and outside the organization, i.e. Government-to-Employee (G2E), Government-to-Citizen (G2C), Government-to-Government (G2G) and Government-to-Business (G2B) interfaces are well established over a sound foundation of e-governance building blocks (the e-readiness essentials). </a:t>
            </a:r>
            <a:endParaRPr lang="en-US" dirty="0">
              <a:ea typeface="+mn-lt"/>
              <a:cs typeface="+mn-lt"/>
            </a:endParaRPr>
          </a:p>
          <a:p>
            <a:r>
              <a:rPr lang="en-US">
                <a:ea typeface="+mn-lt"/>
                <a:cs typeface="+mn-lt"/>
              </a:rPr>
              <a:t>Organization focuses on satisfying the users of e-governance services. </a:t>
            </a:r>
            <a:endParaRPr lang="en-US" dirty="0">
              <a:ea typeface="+mn-lt"/>
              <a:cs typeface="+mn-lt"/>
            </a:endParaRPr>
          </a:p>
          <a:p>
            <a:r>
              <a:rPr lang="en-US">
                <a:ea typeface="+mn-lt"/>
                <a:cs typeface="+mn-lt"/>
              </a:rPr>
              <a:t>The internal and external customers/users of the organization start utilizing the e-governance services and become dependent on them. </a:t>
            </a:r>
            <a:endParaRPr lang="en-US" dirty="0">
              <a:ea typeface="+mn-lt"/>
              <a:cs typeface="+mn-lt"/>
            </a:endParaRPr>
          </a:p>
          <a:p>
            <a:endParaRPr lang="en-US" dirty="0">
              <a:ea typeface="+mn-lt"/>
              <a:cs typeface="+mn-lt"/>
            </a:endParaRPr>
          </a:p>
          <a:p>
            <a:endParaRPr lang="en-US" dirty="0"/>
          </a:p>
        </p:txBody>
      </p:sp>
    </p:spTree>
    <p:extLst>
      <p:ext uri="{BB962C8B-B14F-4D97-AF65-F5344CB8AC3E}">
        <p14:creationId xmlns:p14="http://schemas.microsoft.com/office/powerpoint/2010/main" val="25750973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3F560-EE5A-4D14-A71D-5B7E5E428B6B}"/>
              </a:ext>
            </a:extLst>
          </p:cNvPr>
          <p:cNvSpPr>
            <a:spLocks noGrp="1"/>
          </p:cNvSpPr>
          <p:nvPr>
            <p:ph type="title"/>
          </p:nvPr>
        </p:nvSpPr>
        <p:spPr/>
        <p:txBody>
          <a:bodyPr/>
          <a:lstStyle/>
          <a:p>
            <a:r>
              <a:rPr lang="x-none">
                <a:ea typeface="+mj-lt"/>
                <a:cs typeface="+mj-lt"/>
              </a:rPr>
              <a:t>Level 5: Institutionalized </a:t>
            </a:r>
            <a:endParaRPr lang="en-US">
              <a:ea typeface="+mj-lt"/>
              <a:cs typeface="+mj-lt"/>
            </a:endParaRPr>
          </a:p>
          <a:p>
            <a:endParaRPr lang="en-US" dirty="0"/>
          </a:p>
        </p:txBody>
      </p:sp>
      <p:sp>
        <p:nvSpPr>
          <p:cNvPr id="3" name="Content Placeholder 2">
            <a:extLst>
              <a:ext uri="{FF2B5EF4-FFF2-40B4-BE49-F238E27FC236}">
                <a16:creationId xmlns:a16="http://schemas.microsoft.com/office/drawing/2014/main" id="{0E237A3F-5F98-443E-B8A8-48552959EF38}"/>
              </a:ext>
            </a:extLst>
          </p:cNvPr>
          <p:cNvSpPr>
            <a:spLocks noGrp="1"/>
          </p:cNvSpPr>
          <p:nvPr>
            <p:ph idx="1"/>
          </p:nvPr>
        </p:nvSpPr>
        <p:spPr/>
        <p:txBody>
          <a:bodyPr vert="horz" lIns="91440" tIns="45720" rIns="91440" bIns="45720" rtlCol="0" anchor="t">
            <a:normAutofit fontScale="92500" lnSpcReduction="10000"/>
          </a:bodyPr>
          <a:lstStyle/>
          <a:p>
            <a:r>
              <a:rPr lang="en-US"/>
              <a:t>The e-governance system of the organization is driven by a well established Knowledge Management System that generates an ability in the organization to evolve with time in view of new requirements. </a:t>
            </a:r>
          </a:p>
          <a:p>
            <a:r>
              <a:rPr lang="en-US"/>
              <a:t>E-governance becomes an effortless exercise for the organization and it becomes a way of life for the stakeholders and customers/users. </a:t>
            </a:r>
          </a:p>
          <a:p>
            <a:r>
              <a:rPr lang="en-US"/>
              <a:t>The organization at this level is completely paperless. </a:t>
            </a:r>
          </a:p>
          <a:p>
            <a:endParaRPr lang="en-US"/>
          </a:p>
        </p:txBody>
      </p:sp>
    </p:spTree>
    <p:extLst>
      <p:ext uri="{BB962C8B-B14F-4D97-AF65-F5344CB8AC3E}">
        <p14:creationId xmlns:p14="http://schemas.microsoft.com/office/powerpoint/2010/main" val="298269272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69CFB-B27A-4ED4-9409-7190C9EB1CBF}"/>
              </a:ext>
            </a:extLst>
          </p:cNvPr>
          <p:cNvSpPr>
            <a:spLocks noGrp="1"/>
          </p:cNvSpPr>
          <p:nvPr>
            <p:ph type="title"/>
          </p:nvPr>
        </p:nvSpPr>
        <p:spPr/>
        <p:txBody>
          <a:bodyPr/>
          <a:lstStyle/>
          <a:p>
            <a:r>
              <a:rPr lang="en-US"/>
              <a:t>Key Focus Areas</a:t>
            </a:r>
          </a:p>
        </p:txBody>
      </p:sp>
      <p:sp>
        <p:nvSpPr>
          <p:cNvPr id="3" name="Content Placeholder 2">
            <a:extLst>
              <a:ext uri="{FF2B5EF4-FFF2-40B4-BE49-F238E27FC236}">
                <a16:creationId xmlns:a16="http://schemas.microsoft.com/office/drawing/2014/main" id="{D8717010-A9F8-422F-8EC9-3D57DC189F35}"/>
              </a:ext>
            </a:extLst>
          </p:cNvPr>
          <p:cNvSpPr>
            <a:spLocks noGrp="1"/>
          </p:cNvSpPr>
          <p:nvPr>
            <p:ph idx="1"/>
          </p:nvPr>
        </p:nvSpPr>
        <p:spPr/>
        <p:txBody>
          <a:bodyPr vert="horz" lIns="91440" tIns="45720" rIns="91440" bIns="45720" rtlCol="0" anchor="t">
            <a:normAutofit/>
          </a:bodyPr>
          <a:lstStyle/>
          <a:p>
            <a:r>
              <a:rPr lang="en-US">
                <a:ea typeface="+mn-lt"/>
                <a:cs typeface="+mn-lt"/>
              </a:rPr>
              <a:t>Key focus areas: Key focus areas (KFA) indicate the areas that need to be focused by an organization and are a set of related activities when performed collectively, help achieving a particular level of maturity. </a:t>
            </a:r>
            <a:endParaRPr lang="en-US"/>
          </a:p>
        </p:txBody>
      </p:sp>
    </p:spTree>
    <p:extLst>
      <p:ext uri="{BB962C8B-B14F-4D97-AF65-F5344CB8AC3E}">
        <p14:creationId xmlns:p14="http://schemas.microsoft.com/office/powerpoint/2010/main" val="122402337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7E1F7-01E6-4CB1-9314-8354E066FFB7}"/>
              </a:ext>
            </a:extLst>
          </p:cNvPr>
          <p:cNvSpPr>
            <a:spLocks noGrp="1"/>
          </p:cNvSpPr>
          <p:nvPr>
            <p:ph type="title"/>
          </p:nvPr>
        </p:nvSpPr>
        <p:spPr/>
        <p:txBody>
          <a:bodyPr/>
          <a:lstStyle/>
          <a:p>
            <a:r>
              <a:rPr lang="en-US" b="1">
                <a:ea typeface="+mj-lt"/>
                <a:cs typeface="+mj-lt"/>
              </a:rPr>
              <a:t>Planned:</a:t>
            </a:r>
            <a:r>
              <a:rPr lang="en-US" dirty="0">
                <a:ea typeface="+mj-lt"/>
                <a:cs typeface="+mj-lt"/>
              </a:rPr>
              <a:t> </a:t>
            </a:r>
            <a:endParaRPr lang="en-US"/>
          </a:p>
        </p:txBody>
      </p:sp>
      <p:sp>
        <p:nvSpPr>
          <p:cNvPr id="3" name="Content Placeholder 2">
            <a:extLst>
              <a:ext uri="{FF2B5EF4-FFF2-40B4-BE49-F238E27FC236}">
                <a16:creationId xmlns:a16="http://schemas.microsoft.com/office/drawing/2014/main" id="{0668DDA5-28DA-445A-9F54-112C1454281E}"/>
              </a:ext>
            </a:extLst>
          </p:cNvPr>
          <p:cNvSpPr>
            <a:spLocks noGrp="1"/>
          </p:cNvSpPr>
          <p:nvPr>
            <p:ph idx="1"/>
          </p:nvPr>
        </p:nvSpPr>
        <p:spPr/>
        <p:txBody>
          <a:bodyPr vert="horz" lIns="91440" tIns="45720" rIns="91440" bIns="45720" rtlCol="0" anchor="t">
            <a:normAutofit fontScale="92500" lnSpcReduction="20000"/>
          </a:bodyPr>
          <a:lstStyle/>
          <a:p>
            <a:r>
              <a:rPr lang="en-US">
                <a:ea typeface="+mn-lt"/>
                <a:cs typeface="+mn-lt"/>
              </a:rPr>
              <a:t>Define a quantifiable vision for the e- governance exercise . </a:t>
            </a:r>
            <a:endParaRPr lang="en-US"/>
          </a:p>
          <a:p>
            <a:r>
              <a:rPr lang="en-US">
                <a:ea typeface="+mn-lt"/>
                <a:cs typeface="+mn-lt"/>
              </a:rPr>
              <a:t>conduct a needs assessment survey in view of objectives covering the following areas. </a:t>
            </a:r>
            <a:endParaRPr lang="en-US"/>
          </a:p>
          <a:p>
            <a:r>
              <a:rPr lang="en-US">
                <a:ea typeface="+mn-lt"/>
                <a:cs typeface="+mn-lt"/>
              </a:rPr>
              <a:t>Survey of requirement both within and outside the organization. </a:t>
            </a:r>
            <a:endParaRPr lang="en-US"/>
          </a:p>
          <a:p>
            <a:r>
              <a:rPr lang="en-US">
                <a:ea typeface="+mn-lt"/>
                <a:cs typeface="+mn-lt"/>
              </a:rPr>
              <a:t>Analyze the requirement to identify priority areas for initiating e-governance exercises. </a:t>
            </a:r>
            <a:endParaRPr lang="en-US"/>
          </a:p>
          <a:p>
            <a:r>
              <a:rPr lang="en-US">
                <a:ea typeface="+mn-lt"/>
                <a:cs typeface="+mn-lt"/>
              </a:rPr>
              <a:t>Assess the extent of e-readiness for identified areas and requirement to achieve the desired level of e-readiness. </a:t>
            </a:r>
            <a:endParaRPr lang="en-US"/>
          </a:p>
          <a:p>
            <a:endParaRPr lang="en-US" dirty="0"/>
          </a:p>
        </p:txBody>
      </p:sp>
    </p:spTree>
    <p:extLst>
      <p:ext uri="{BB962C8B-B14F-4D97-AF65-F5344CB8AC3E}">
        <p14:creationId xmlns:p14="http://schemas.microsoft.com/office/powerpoint/2010/main" val="14663822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09896-3FCF-4D92-9C01-324BC66602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C7001DF-3F1E-47EE-B771-98EA3CD81E8E}"/>
              </a:ext>
            </a:extLst>
          </p:cNvPr>
          <p:cNvSpPr>
            <a:spLocks noGrp="1"/>
          </p:cNvSpPr>
          <p:nvPr>
            <p:ph idx="1"/>
          </p:nvPr>
        </p:nvSpPr>
        <p:spPr/>
        <p:txBody>
          <a:bodyPr vert="horz" lIns="91440" tIns="45720" rIns="91440" bIns="45720" rtlCol="0" anchor="t">
            <a:normAutofit fontScale="92500" lnSpcReduction="20000"/>
          </a:bodyPr>
          <a:lstStyle/>
          <a:p>
            <a:r>
              <a:rPr lang="en-US">
                <a:ea typeface="+mn-lt"/>
                <a:cs typeface="+mn-lt"/>
              </a:rPr>
              <a:t>Prepare an extensive plan on e- governance that includes the following areas. </a:t>
            </a:r>
          </a:p>
          <a:p>
            <a:r>
              <a:rPr lang="en-US">
                <a:ea typeface="+mn-lt"/>
                <a:cs typeface="+mn-lt"/>
              </a:rPr>
              <a:t>Define objectives and goals for the e-governance exercise. </a:t>
            </a:r>
          </a:p>
          <a:p>
            <a:r>
              <a:rPr lang="en-US">
                <a:ea typeface="+mn-lt"/>
                <a:cs typeface="+mn-lt"/>
              </a:rPr>
              <a:t>design policies and strategies for implanting e-governance. </a:t>
            </a:r>
          </a:p>
          <a:p>
            <a:r>
              <a:rPr lang="en-US">
                <a:ea typeface="+mn-lt"/>
                <a:cs typeface="+mn-lt"/>
              </a:rPr>
              <a:t>Decomposes the e-government exercise into various activities. </a:t>
            </a:r>
          </a:p>
          <a:p>
            <a:r>
              <a:rPr lang="en-US">
                <a:ea typeface="+mn-lt"/>
                <a:cs typeface="+mn-lt"/>
              </a:rPr>
              <a:t>Project the resources requirements in terms of time, money and man power. </a:t>
            </a:r>
          </a:p>
          <a:p>
            <a:r>
              <a:rPr lang="en-US">
                <a:ea typeface="+mn-lt"/>
                <a:cs typeface="+mn-lt"/>
              </a:rPr>
              <a:t>Define implementation methodology. </a:t>
            </a:r>
          </a:p>
          <a:p>
            <a:endParaRPr lang="en-US" dirty="0"/>
          </a:p>
        </p:txBody>
      </p:sp>
    </p:spTree>
    <p:extLst>
      <p:ext uri="{BB962C8B-B14F-4D97-AF65-F5344CB8AC3E}">
        <p14:creationId xmlns:p14="http://schemas.microsoft.com/office/powerpoint/2010/main" val="38460847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0D22C-FD27-4FF9-8B60-D1BF2E70E943}"/>
              </a:ext>
            </a:extLst>
          </p:cNvPr>
          <p:cNvSpPr>
            <a:spLocks noGrp="1"/>
          </p:cNvSpPr>
          <p:nvPr>
            <p:ph type="title"/>
          </p:nvPr>
        </p:nvSpPr>
        <p:spPr/>
        <p:txBody>
          <a:bodyPr/>
          <a:lstStyle/>
          <a:p>
            <a:r>
              <a:rPr lang="en-US" b="1">
                <a:ea typeface="+mj-lt"/>
                <a:cs typeface="+mj-lt"/>
              </a:rPr>
              <a:t>Realized</a:t>
            </a:r>
            <a:endParaRPr lang="en-US"/>
          </a:p>
        </p:txBody>
      </p:sp>
      <p:sp>
        <p:nvSpPr>
          <p:cNvPr id="3" name="Content Placeholder 2">
            <a:extLst>
              <a:ext uri="{FF2B5EF4-FFF2-40B4-BE49-F238E27FC236}">
                <a16:creationId xmlns:a16="http://schemas.microsoft.com/office/drawing/2014/main" id="{38F5F0F0-0672-48EA-8306-BD7DDD221745}"/>
              </a:ext>
            </a:extLst>
          </p:cNvPr>
          <p:cNvSpPr>
            <a:spLocks noGrp="1"/>
          </p:cNvSpPr>
          <p:nvPr>
            <p:ph idx="1"/>
          </p:nvPr>
        </p:nvSpPr>
        <p:spPr/>
        <p:txBody>
          <a:bodyPr vert="horz" lIns="91440" tIns="45720" rIns="91440" bIns="45720" rtlCol="0" anchor="t">
            <a:normAutofit fontScale="62500" lnSpcReduction="20000"/>
          </a:bodyPr>
          <a:lstStyle/>
          <a:p>
            <a:r>
              <a:rPr lang="en-US">
                <a:ea typeface="+mn-lt"/>
                <a:cs typeface="+mn-lt"/>
              </a:rPr>
              <a:t>Arrange for resources required to Implement the e-governance initiatives. </a:t>
            </a:r>
            <a:endParaRPr lang="en-US"/>
          </a:p>
          <a:p>
            <a:r>
              <a:rPr lang="en-US">
                <a:ea typeface="+mn-lt"/>
                <a:cs typeface="+mn-lt"/>
              </a:rPr>
              <a:t>Develop a high level awareness and commitment among decision makers, stake holders and users to initiate and carry forward the e- governance objectives. </a:t>
            </a:r>
            <a:endParaRPr lang="en-US"/>
          </a:p>
          <a:p>
            <a:r>
              <a:rPr lang="en-US">
                <a:ea typeface="+mn-lt"/>
                <a:cs typeface="+mn-lt"/>
              </a:rPr>
              <a:t>Select vendors for out sourced activities and formalize terms and conditions. </a:t>
            </a:r>
            <a:endParaRPr lang="en-US"/>
          </a:p>
          <a:p>
            <a:r>
              <a:rPr lang="en-US">
                <a:ea typeface="+mn-lt"/>
                <a:cs typeface="+mn-lt"/>
              </a:rPr>
              <a:t>Set up management committees with holders for executing and monitoring   the e-governance objectives.      </a:t>
            </a:r>
            <a:endParaRPr lang="en-US"/>
          </a:p>
          <a:p>
            <a:r>
              <a:rPr lang="en-US">
                <a:ea typeface="+mn-lt"/>
                <a:cs typeface="+mn-lt"/>
              </a:rPr>
              <a:t>conduct a detailed study  and review  of the existing business process in view of e-governance objectives. </a:t>
            </a:r>
            <a:endParaRPr lang="en-US"/>
          </a:p>
          <a:p>
            <a:r>
              <a:rPr lang="en-US">
                <a:ea typeface="+mn-lt"/>
                <a:cs typeface="+mn-lt"/>
              </a:rPr>
              <a:t>Acquire , design, develop, test and deploy e-governance services with the following issues . </a:t>
            </a:r>
            <a:endParaRPr lang="en-US"/>
          </a:p>
          <a:p>
            <a:r>
              <a:rPr lang="en-US">
                <a:ea typeface="+mn-lt"/>
                <a:cs typeface="+mn-lt"/>
              </a:rPr>
              <a:t>Address information needs of common man in local language with easy to use interfaces. </a:t>
            </a:r>
            <a:endParaRPr lang="en-US"/>
          </a:p>
          <a:p>
            <a:endParaRPr lang="en-US"/>
          </a:p>
        </p:txBody>
      </p:sp>
    </p:spTree>
    <p:extLst>
      <p:ext uri="{BB962C8B-B14F-4D97-AF65-F5344CB8AC3E}">
        <p14:creationId xmlns:p14="http://schemas.microsoft.com/office/powerpoint/2010/main" val="12329084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4B0F3-2A93-45B7-9252-9FCBEE0536A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4B1D19-8E31-4391-9ACA-A0F39BA8AC09}"/>
              </a:ext>
            </a:extLst>
          </p:cNvPr>
          <p:cNvSpPr>
            <a:spLocks noGrp="1"/>
          </p:cNvSpPr>
          <p:nvPr>
            <p:ph idx="1"/>
          </p:nvPr>
        </p:nvSpPr>
        <p:spPr/>
        <p:txBody>
          <a:bodyPr vert="horz" lIns="91440" tIns="45720" rIns="91440" bIns="45720" rtlCol="0" anchor="t">
            <a:normAutofit fontScale="92500" lnSpcReduction="10000"/>
          </a:bodyPr>
          <a:lstStyle/>
          <a:p>
            <a:pPr marL="0" indent="0">
              <a:buNone/>
            </a:pPr>
            <a:endParaRPr lang="en-US" dirty="0">
              <a:ea typeface="+mn-lt"/>
              <a:cs typeface="+mn-lt"/>
            </a:endParaRPr>
          </a:p>
          <a:p>
            <a:r>
              <a:rPr lang="en-US" dirty="0">
                <a:ea typeface="+mn-lt"/>
                <a:cs typeface="+mn-lt"/>
              </a:rPr>
              <a:t>Ensure easy accessibility to information . </a:t>
            </a:r>
          </a:p>
          <a:p>
            <a:r>
              <a:rPr lang="en-US" dirty="0">
                <a:ea typeface="+mn-lt"/>
                <a:cs typeface="+mn-lt"/>
              </a:rPr>
              <a:t>Provide efficient data communication. </a:t>
            </a:r>
          </a:p>
          <a:p>
            <a:r>
              <a:rPr lang="en-US" dirty="0">
                <a:ea typeface="+mn-lt"/>
                <a:cs typeface="+mn-lt"/>
              </a:rPr>
              <a:t>Build scalable architecture. </a:t>
            </a:r>
          </a:p>
          <a:p>
            <a:r>
              <a:rPr lang="en-US" dirty="0">
                <a:ea typeface="+mn-lt"/>
                <a:cs typeface="+mn-lt"/>
              </a:rPr>
              <a:t>Collect, compile , validate and update data. </a:t>
            </a:r>
          </a:p>
          <a:p>
            <a:r>
              <a:rPr lang="en-US" dirty="0">
                <a:ea typeface="+mn-lt"/>
                <a:cs typeface="+mn-lt"/>
              </a:rPr>
              <a:t>Conduct an impact analysis to access the effectiveness of service delivery. </a:t>
            </a:r>
          </a:p>
          <a:p>
            <a:endParaRPr lang="en-US" dirty="0">
              <a:ea typeface="+mn-lt"/>
              <a:cs typeface="+mn-lt"/>
            </a:endParaRPr>
          </a:p>
          <a:p>
            <a:endParaRPr lang="en-US" dirty="0"/>
          </a:p>
        </p:txBody>
      </p:sp>
    </p:spTree>
    <p:extLst>
      <p:ext uri="{BB962C8B-B14F-4D97-AF65-F5344CB8AC3E}">
        <p14:creationId xmlns:p14="http://schemas.microsoft.com/office/powerpoint/2010/main" val="172330220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755BE-6AFE-4450-ABF2-8D10A80542BD}"/>
              </a:ext>
            </a:extLst>
          </p:cNvPr>
          <p:cNvSpPr>
            <a:spLocks noGrp="1"/>
          </p:cNvSpPr>
          <p:nvPr>
            <p:ph type="title"/>
          </p:nvPr>
        </p:nvSpPr>
        <p:spPr/>
        <p:txBody>
          <a:bodyPr/>
          <a:lstStyle/>
          <a:p>
            <a:r>
              <a:rPr lang="en-US" b="1">
                <a:ea typeface="+mj-lt"/>
                <a:cs typeface="+mj-lt"/>
              </a:rPr>
              <a:t>Institutionalized:</a:t>
            </a:r>
            <a:r>
              <a:rPr lang="en-US" dirty="0">
                <a:ea typeface="+mj-lt"/>
                <a:cs typeface="+mj-lt"/>
              </a:rPr>
              <a:t> </a:t>
            </a:r>
            <a:endParaRPr lang="en-US"/>
          </a:p>
        </p:txBody>
      </p:sp>
      <p:sp>
        <p:nvSpPr>
          <p:cNvPr id="3" name="Content Placeholder 2">
            <a:extLst>
              <a:ext uri="{FF2B5EF4-FFF2-40B4-BE49-F238E27FC236}">
                <a16:creationId xmlns:a16="http://schemas.microsoft.com/office/drawing/2014/main" id="{652CB2CA-4B19-42BD-8865-1E9A1D33DA1C}"/>
              </a:ext>
            </a:extLst>
          </p:cNvPr>
          <p:cNvSpPr>
            <a:spLocks noGrp="1"/>
          </p:cNvSpPr>
          <p:nvPr>
            <p:ph idx="1"/>
          </p:nvPr>
        </p:nvSpPr>
        <p:spPr/>
        <p:txBody>
          <a:bodyPr vert="horz" lIns="91440" tIns="45720" rIns="91440" bIns="45720" rtlCol="0" anchor="t">
            <a:normAutofit/>
          </a:bodyPr>
          <a:lstStyle/>
          <a:p>
            <a:r>
              <a:rPr lang="en-US">
                <a:ea typeface="+mn-lt"/>
                <a:cs typeface="+mn-lt"/>
              </a:rPr>
              <a:t>Address the design reality gaps , if any by iterating between planning and realization phases. </a:t>
            </a:r>
            <a:endParaRPr lang="en-US"/>
          </a:p>
          <a:p>
            <a:r>
              <a:rPr lang="en-US">
                <a:ea typeface="+mn-lt"/>
                <a:cs typeface="+mn-lt"/>
              </a:rPr>
              <a:t>Evolve a mechanism to make e-governance an effort less exercise , so that the entire system develops an ability to evolve and scale up with time and new requirements. </a:t>
            </a:r>
            <a:endParaRPr lang="en-US"/>
          </a:p>
          <a:p>
            <a:endParaRPr lang="en-US" dirty="0"/>
          </a:p>
        </p:txBody>
      </p:sp>
    </p:spTree>
    <p:extLst>
      <p:ext uri="{BB962C8B-B14F-4D97-AF65-F5344CB8AC3E}">
        <p14:creationId xmlns:p14="http://schemas.microsoft.com/office/powerpoint/2010/main" val="16613840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B6A0C-2C87-4841-B54E-D295D979A19E}"/>
              </a:ext>
            </a:extLst>
          </p:cNvPr>
          <p:cNvSpPr>
            <a:spLocks noGrp="1"/>
          </p:cNvSpPr>
          <p:nvPr>
            <p:ph type="title"/>
          </p:nvPr>
        </p:nvSpPr>
        <p:spPr/>
        <p:txBody>
          <a:bodyPr>
            <a:normAutofit fontScale="90000"/>
          </a:bodyPr>
          <a:lstStyle/>
          <a:p>
            <a:r>
              <a:rPr lang="en-US"/>
              <a:t>Towards Good Governance through E-Governance </a:t>
            </a:r>
          </a:p>
          <a:p>
            <a:endParaRPr lang="en-US"/>
          </a:p>
        </p:txBody>
      </p:sp>
      <p:sp>
        <p:nvSpPr>
          <p:cNvPr id="3" name="Content Placeholder 2">
            <a:extLst>
              <a:ext uri="{FF2B5EF4-FFF2-40B4-BE49-F238E27FC236}">
                <a16:creationId xmlns:a16="http://schemas.microsoft.com/office/drawing/2014/main" id="{5A727449-80EB-4BCE-A2D3-697AA44055F0}"/>
              </a:ext>
            </a:extLst>
          </p:cNvPr>
          <p:cNvSpPr>
            <a:spLocks noGrp="1"/>
          </p:cNvSpPr>
          <p:nvPr>
            <p:ph idx="1"/>
          </p:nvPr>
        </p:nvSpPr>
        <p:spPr>
          <a:xfrm>
            <a:off x="1115568" y="1917308"/>
            <a:ext cx="10168128" cy="4556816"/>
          </a:xfrm>
        </p:spPr>
        <p:txBody>
          <a:bodyPr vert="horz" lIns="91440" tIns="45720" rIns="91440" bIns="45720" rtlCol="0" anchor="t">
            <a:normAutofit fontScale="85000" lnSpcReduction="20000"/>
          </a:bodyPr>
          <a:lstStyle/>
          <a:p>
            <a:r>
              <a:rPr lang="en-US">
                <a:ea typeface="+mn-lt"/>
                <a:cs typeface="+mn-lt"/>
              </a:rPr>
              <a:t>E-Governance is the key to the-Good Governance for the developing countries to minimize corruption, provides efficient and effective or quality services to their citizens.</a:t>
            </a:r>
          </a:p>
          <a:p>
            <a:r>
              <a:rPr lang="en-US">
                <a:ea typeface="+mn-lt"/>
                <a:cs typeface="+mn-lt"/>
              </a:rPr>
              <a:t> E-governance increase democratic participation, accountability, transparency, and the quality and speed of services. </a:t>
            </a:r>
          </a:p>
          <a:p>
            <a:r>
              <a:rPr lang="en-US">
                <a:ea typeface="+mn-lt"/>
                <a:cs typeface="+mn-lt"/>
              </a:rPr>
              <a:t>However environment needs to be developed for the effective implementation of e-government .</a:t>
            </a:r>
          </a:p>
          <a:p>
            <a:r>
              <a:rPr lang="en-US">
                <a:ea typeface="+mn-lt"/>
                <a:cs typeface="+mn-lt"/>
              </a:rPr>
              <a:t>The world has changed a lot over centuries and all these changes were mainly triggered by scientific and technological innovations and inventions. </a:t>
            </a:r>
          </a:p>
          <a:p>
            <a:r>
              <a:rPr lang="en-US">
                <a:ea typeface="+mn-lt"/>
                <a:cs typeface="+mn-lt"/>
              </a:rPr>
              <a:t>But over last fifty years, the world has been craving for more innovations in the field of governance. </a:t>
            </a:r>
            <a:endParaRPr lang="en-US"/>
          </a:p>
        </p:txBody>
      </p:sp>
    </p:spTree>
    <p:extLst>
      <p:ext uri="{BB962C8B-B14F-4D97-AF65-F5344CB8AC3E}">
        <p14:creationId xmlns:p14="http://schemas.microsoft.com/office/powerpoint/2010/main" val="268879886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860B00-82CB-479B-B807-18B979F03660}"/>
              </a:ext>
            </a:extLst>
          </p:cNvPr>
          <p:cNvSpPr>
            <a:spLocks noGrp="1"/>
          </p:cNvSpPr>
          <p:nvPr>
            <p:ph idx="1"/>
          </p:nvPr>
        </p:nvSpPr>
        <p:spPr>
          <a:xfrm>
            <a:off x="1115568" y="896515"/>
            <a:ext cx="10168128" cy="5275685"/>
          </a:xfrm>
        </p:spPr>
        <p:txBody>
          <a:bodyPr vert="horz" lIns="91440" tIns="45720" rIns="91440" bIns="45720" rtlCol="0" anchor="t">
            <a:normAutofit/>
          </a:bodyPr>
          <a:lstStyle/>
          <a:p>
            <a:r>
              <a:rPr lang="en-US" dirty="0">
                <a:ea typeface="+mn-lt"/>
                <a:cs typeface="+mn-lt"/>
              </a:rPr>
              <a:t>The opening of the economy in India in 1991 ended of license raj and freed the market forces. </a:t>
            </a:r>
            <a:endParaRPr lang="en-US"/>
          </a:p>
          <a:p>
            <a:r>
              <a:rPr lang="en-US" dirty="0">
                <a:ea typeface="+mn-lt"/>
                <a:cs typeface="+mn-lt"/>
              </a:rPr>
              <a:t>But later on, various scams underscored the lack of transparency in the governance mechanism in India. </a:t>
            </a:r>
          </a:p>
          <a:p>
            <a:r>
              <a:rPr lang="en-US" dirty="0">
                <a:ea typeface="+mn-lt"/>
                <a:cs typeface="+mn-lt"/>
              </a:rPr>
              <a:t> Therefore there is a need for “A Government which is responsive to the needs of the people, whose transactions have clearly defined time bound accountability and whose decisions are readily available for public scrutiny.” </a:t>
            </a:r>
          </a:p>
          <a:p>
            <a:r>
              <a:rPr lang="en-US" dirty="0">
                <a:ea typeface="+mn-lt"/>
                <a:cs typeface="+mn-lt"/>
              </a:rPr>
              <a:t>Indian government has announced 25th December as Good Governance Day. </a:t>
            </a:r>
            <a:endParaRPr lang="en-US" dirty="0"/>
          </a:p>
          <a:p>
            <a:endParaRPr lang="en-US"/>
          </a:p>
        </p:txBody>
      </p:sp>
    </p:spTree>
    <p:extLst>
      <p:ext uri="{BB962C8B-B14F-4D97-AF65-F5344CB8AC3E}">
        <p14:creationId xmlns:p14="http://schemas.microsoft.com/office/powerpoint/2010/main" val="170883143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008091-F4BD-47EC-8354-1204C1E14824}"/>
              </a:ext>
            </a:extLst>
          </p:cNvPr>
          <p:cNvSpPr>
            <a:spLocks noGrp="1"/>
          </p:cNvSpPr>
          <p:nvPr>
            <p:ph idx="1"/>
          </p:nvPr>
        </p:nvSpPr>
        <p:spPr>
          <a:xfrm>
            <a:off x="1115568" y="565836"/>
            <a:ext cx="10168128" cy="5606364"/>
          </a:xfrm>
        </p:spPr>
        <p:txBody>
          <a:bodyPr vert="horz" lIns="91440" tIns="45720" rIns="91440" bIns="45720" rtlCol="0" anchor="t">
            <a:normAutofit fontScale="70000" lnSpcReduction="20000"/>
          </a:bodyPr>
          <a:lstStyle/>
          <a:p>
            <a:r>
              <a:rPr lang="en-US">
                <a:ea typeface="+mn-lt"/>
                <a:cs typeface="+mn-lt"/>
              </a:rPr>
              <a:t>In order to ensure good governance for the country, the E-governance system will have to follow various principles:- </a:t>
            </a:r>
            <a:endParaRPr lang="en-US"/>
          </a:p>
          <a:p>
            <a:r>
              <a:rPr lang="en-US" b="1"/>
              <a:t>Accountability </a:t>
            </a:r>
          </a:p>
          <a:p>
            <a:r>
              <a:rPr lang="en-US"/>
              <a:t>The biggest challenge of governance is the lack of accountability. </a:t>
            </a:r>
          </a:p>
          <a:p>
            <a:r>
              <a:rPr lang="en-US"/>
              <a:t>Problems that a government faces are complex because the needs of the people are complex and rapidly changing. </a:t>
            </a:r>
          </a:p>
          <a:p>
            <a:r>
              <a:rPr lang="en-US"/>
              <a:t>To manage such complex tasks, clear accountability is required. </a:t>
            </a:r>
          </a:p>
          <a:p>
            <a:r>
              <a:rPr lang="en-US"/>
              <a:t>Currently, there is no clearly defined personnel who are  responsible for handling any specific task and is solely responsible for the same. </a:t>
            </a:r>
          </a:p>
          <a:p>
            <a:r>
              <a:rPr lang="en-US"/>
              <a:t>There is always a game of passing the buck from one department to the other when a common man tries to access the government services. </a:t>
            </a:r>
          </a:p>
          <a:p>
            <a:r>
              <a:rPr lang="en-US"/>
              <a:t>To avoid this problem, the governance system must define the personnel and the stakeholders who are accountable for the provision of services. </a:t>
            </a:r>
          </a:p>
          <a:p>
            <a:r>
              <a:rPr lang="en-US"/>
              <a:t>Further there is need for classifying the requests from the people into daily administration problems, interdepartmental problems and policy level problems so that targeting of problems is more precise. </a:t>
            </a:r>
          </a:p>
        </p:txBody>
      </p:sp>
    </p:spTree>
    <p:extLst>
      <p:ext uri="{BB962C8B-B14F-4D97-AF65-F5344CB8AC3E}">
        <p14:creationId xmlns:p14="http://schemas.microsoft.com/office/powerpoint/2010/main" val="16432152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CF7BF-BC81-444D-8F82-53B20289DD23}"/>
              </a:ext>
            </a:extLst>
          </p:cNvPr>
          <p:cNvSpPr>
            <a:spLocks noGrp="1"/>
          </p:cNvSpPr>
          <p:nvPr>
            <p:ph type="title"/>
          </p:nvPr>
        </p:nvSpPr>
        <p:spPr/>
        <p:txBody>
          <a:bodyPr/>
          <a:lstStyle/>
          <a:p>
            <a:r>
              <a:rPr lang="en-US">
                <a:ea typeface="+mj-lt"/>
                <a:cs typeface="+mj-lt"/>
              </a:rPr>
              <a:t>Daily Administration Problems </a:t>
            </a:r>
          </a:p>
          <a:p>
            <a:endParaRPr lang="en-US" dirty="0"/>
          </a:p>
        </p:txBody>
      </p:sp>
      <p:sp>
        <p:nvSpPr>
          <p:cNvPr id="3" name="Content Placeholder 2">
            <a:extLst>
              <a:ext uri="{FF2B5EF4-FFF2-40B4-BE49-F238E27FC236}">
                <a16:creationId xmlns:a16="http://schemas.microsoft.com/office/drawing/2014/main" id="{BC47AE7F-1E01-409F-B8D2-61B9B171642B}"/>
              </a:ext>
            </a:extLst>
          </p:cNvPr>
          <p:cNvSpPr>
            <a:spLocks noGrp="1"/>
          </p:cNvSpPr>
          <p:nvPr>
            <p:ph idx="1"/>
          </p:nvPr>
        </p:nvSpPr>
        <p:spPr/>
        <p:txBody>
          <a:bodyPr vert="horz" lIns="91440" tIns="45720" rIns="91440" bIns="45720" rtlCol="0" anchor="t">
            <a:normAutofit fontScale="92500" lnSpcReduction="10000"/>
          </a:bodyPr>
          <a:lstStyle/>
          <a:p>
            <a:r>
              <a:rPr lang="en-US"/>
              <a:t>Most of the problems that common man faces in the society  re regular administration problems. </a:t>
            </a:r>
          </a:p>
          <a:p>
            <a:r>
              <a:rPr lang="en-US"/>
              <a:t>For these, it is easier to define the time frame by when the issue would be resolved by the government and who are accountable for the resolution of the issue. </a:t>
            </a:r>
          </a:p>
          <a:p>
            <a:r>
              <a:rPr lang="en-US"/>
              <a:t>This ensures that the citizen is empowered to know whom to question for the resolution of his issue and also when to expect the service from the government. </a:t>
            </a:r>
          </a:p>
        </p:txBody>
      </p:sp>
    </p:spTree>
    <p:extLst>
      <p:ext uri="{BB962C8B-B14F-4D97-AF65-F5344CB8AC3E}">
        <p14:creationId xmlns:p14="http://schemas.microsoft.com/office/powerpoint/2010/main" val="184270243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40419-709A-4636-9F4B-D3D0A894FE25}"/>
              </a:ext>
            </a:extLst>
          </p:cNvPr>
          <p:cNvSpPr>
            <a:spLocks noGrp="1"/>
          </p:cNvSpPr>
          <p:nvPr>
            <p:ph type="title"/>
          </p:nvPr>
        </p:nvSpPr>
        <p:spPr/>
        <p:txBody>
          <a:bodyPr/>
          <a:lstStyle/>
          <a:p>
            <a:r>
              <a:rPr lang="en-US">
                <a:ea typeface="+mj-lt"/>
                <a:cs typeface="+mj-lt"/>
              </a:rPr>
              <a:t>Interdepartmental Problems </a:t>
            </a:r>
          </a:p>
          <a:p>
            <a:endParaRPr lang="en-US" dirty="0"/>
          </a:p>
        </p:txBody>
      </p:sp>
      <p:sp>
        <p:nvSpPr>
          <p:cNvPr id="3" name="Content Placeholder 2">
            <a:extLst>
              <a:ext uri="{FF2B5EF4-FFF2-40B4-BE49-F238E27FC236}">
                <a16:creationId xmlns:a16="http://schemas.microsoft.com/office/drawing/2014/main" id="{A6B2E3C1-B426-4D78-9FD2-2A66EF54F640}"/>
              </a:ext>
            </a:extLst>
          </p:cNvPr>
          <p:cNvSpPr>
            <a:spLocks noGrp="1"/>
          </p:cNvSpPr>
          <p:nvPr>
            <p:ph idx="1"/>
          </p:nvPr>
        </p:nvSpPr>
        <p:spPr/>
        <p:txBody>
          <a:bodyPr vert="horz" lIns="91440" tIns="45720" rIns="91440" bIns="45720" rtlCol="0" anchor="t">
            <a:normAutofit/>
          </a:bodyPr>
          <a:lstStyle/>
          <a:p>
            <a:r>
              <a:rPr lang="en-US"/>
              <a:t>Some of the problems that a common man faces would require the intervention of multiple departments of the governments for the resolution. </a:t>
            </a:r>
          </a:p>
          <a:p>
            <a:r>
              <a:rPr lang="en-US"/>
              <a:t>These problems would require greater amount of time, but E-governance systems can still fix the accountability if departmental jurisdictions are clearly defined. </a:t>
            </a:r>
          </a:p>
        </p:txBody>
      </p:sp>
    </p:spTree>
    <p:extLst>
      <p:ext uri="{BB962C8B-B14F-4D97-AF65-F5344CB8AC3E}">
        <p14:creationId xmlns:p14="http://schemas.microsoft.com/office/powerpoint/2010/main" val="287530045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3C93E-A744-46E2-9179-6D00DFECAA97}"/>
              </a:ext>
            </a:extLst>
          </p:cNvPr>
          <p:cNvSpPr>
            <a:spLocks noGrp="1"/>
          </p:cNvSpPr>
          <p:nvPr>
            <p:ph type="title"/>
          </p:nvPr>
        </p:nvSpPr>
        <p:spPr/>
        <p:txBody>
          <a:bodyPr/>
          <a:lstStyle/>
          <a:p>
            <a:r>
              <a:rPr lang="en-US">
                <a:ea typeface="+mj-lt"/>
                <a:cs typeface="+mj-lt"/>
              </a:rPr>
              <a:t>Policy level issues </a:t>
            </a:r>
          </a:p>
          <a:p>
            <a:endParaRPr lang="en-US" dirty="0"/>
          </a:p>
        </p:txBody>
      </p:sp>
      <p:sp>
        <p:nvSpPr>
          <p:cNvPr id="3" name="Content Placeholder 2">
            <a:extLst>
              <a:ext uri="{FF2B5EF4-FFF2-40B4-BE49-F238E27FC236}">
                <a16:creationId xmlns:a16="http://schemas.microsoft.com/office/drawing/2014/main" id="{A8052B11-3D79-4083-81A6-F9C971B59D68}"/>
              </a:ext>
            </a:extLst>
          </p:cNvPr>
          <p:cNvSpPr>
            <a:spLocks noGrp="1"/>
          </p:cNvSpPr>
          <p:nvPr>
            <p:ph idx="1"/>
          </p:nvPr>
        </p:nvSpPr>
        <p:spPr/>
        <p:txBody>
          <a:bodyPr vert="horz" lIns="91440" tIns="45720" rIns="91440" bIns="45720" rtlCol="0" anchor="t">
            <a:normAutofit fontScale="92500"/>
          </a:bodyPr>
          <a:lstStyle/>
          <a:p>
            <a:r>
              <a:rPr lang="en-US">
                <a:ea typeface="+mn-lt"/>
                <a:cs typeface="+mn-lt"/>
              </a:rPr>
              <a:t>These are the most complex issues which arise with the changes coming up in the society and require thorough analysis as these issues have to be addressed keeping the future in view. </a:t>
            </a:r>
          </a:p>
          <a:p>
            <a:r>
              <a:rPr lang="en-US">
                <a:ea typeface="+mn-lt"/>
                <a:cs typeface="+mn-lt"/>
              </a:rPr>
              <a:t>The solutions are of long term and therefore require thorough analysis from multiple stakeholders’ point of view. </a:t>
            </a:r>
          </a:p>
          <a:p>
            <a:r>
              <a:rPr lang="en-US">
                <a:ea typeface="+mn-lt"/>
                <a:cs typeface="+mn-lt"/>
              </a:rPr>
              <a:t>E-governance systems can help in such cases by providing accurate impact analysis of possible decisions. </a:t>
            </a:r>
            <a:endParaRPr lang="en-US"/>
          </a:p>
          <a:p>
            <a:endParaRPr lang="en-US"/>
          </a:p>
        </p:txBody>
      </p:sp>
    </p:spTree>
    <p:extLst>
      <p:ext uri="{BB962C8B-B14F-4D97-AF65-F5344CB8AC3E}">
        <p14:creationId xmlns:p14="http://schemas.microsoft.com/office/powerpoint/2010/main" val="37809822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5C71B-6D67-4610-B4F3-AAE3B1DBDF31}"/>
              </a:ext>
            </a:extLst>
          </p:cNvPr>
          <p:cNvSpPr>
            <a:spLocks noGrp="1"/>
          </p:cNvSpPr>
          <p:nvPr>
            <p:ph type="title"/>
          </p:nvPr>
        </p:nvSpPr>
        <p:spPr/>
        <p:txBody>
          <a:bodyPr/>
          <a:lstStyle/>
          <a:p>
            <a:r>
              <a:rPr lang="en-US">
                <a:ea typeface="+mj-lt"/>
                <a:cs typeface="+mj-lt"/>
              </a:rPr>
              <a:t>Transparency </a:t>
            </a:r>
          </a:p>
          <a:p>
            <a:endParaRPr lang="en-US" dirty="0"/>
          </a:p>
        </p:txBody>
      </p:sp>
      <p:sp>
        <p:nvSpPr>
          <p:cNvPr id="3" name="Content Placeholder 2">
            <a:extLst>
              <a:ext uri="{FF2B5EF4-FFF2-40B4-BE49-F238E27FC236}">
                <a16:creationId xmlns:a16="http://schemas.microsoft.com/office/drawing/2014/main" id="{50349882-6B78-4877-AF80-C3904BB608BC}"/>
              </a:ext>
            </a:extLst>
          </p:cNvPr>
          <p:cNvSpPr>
            <a:spLocks noGrp="1"/>
          </p:cNvSpPr>
          <p:nvPr>
            <p:ph idx="1"/>
          </p:nvPr>
        </p:nvSpPr>
        <p:spPr>
          <a:xfrm>
            <a:off x="1115568" y="1974817"/>
            <a:ext cx="10168128" cy="4197383"/>
          </a:xfrm>
        </p:spPr>
        <p:txBody>
          <a:bodyPr vert="horz" lIns="91440" tIns="45720" rIns="91440" bIns="45720" rtlCol="0" anchor="t">
            <a:normAutofit fontScale="92500" lnSpcReduction="20000"/>
          </a:bodyPr>
          <a:lstStyle/>
          <a:p>
            <a:r>
              <a:rPr lang="en-US"/>
              <a:t>The next major requirement from an effective E-governance system is transparency. </a:t>
            </a:r>
          </a:p>
          <a:p>
            <a:r>
              <a:rPr lang="en-US"/>
              <a:t>The last government suffered majorly because of multiple scams that were unearthed by the media. </a:t>
            </a:r>
          </a:p>
          <a:p>
            <a:r>
              <a:rPr lang="en-US"/>
              <a:t>People are now demanding far more transparency in the government transactions than they ever did in past. </a:t>
            </a:r>
          </a:p>
          <a:p>
            <a:r>
              <a:rPr lang="en-US"/>
              <a:t>Therefore there is a necessity for not only working in a transparent manner but also communicate to the people that every transaction is happening as per the mandate without any violation. </a:t>
            </a:r>
          </a:p>
        </p:txBody>
      </p:sp>
    </p:spTree>
    <p:extLst>
      <p:ext uri="{BB962C8B-B14F-4D97-AF65-F5344CB8AC3E}">
        <p14:creationId xmlns:p14="http://schemas.microsoft.com/office/powerpoint/2010/main" val="14438032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528A2-4035-4526-BBC5-D5694FAF27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F492D5-B4C1-4F18-9A73-64832E37DE01}"/>
              </a:ext>
            </a:extLst>
          </p:cNvPr>
          <p:cNvSpPr>
            <a:spLocks noGrp="1"/>
          </p:cNvSpPr>
          <p:nvPr>
            <p:ph idx="1"/>
          </p:nvPr>
        </p:nvSpPr>
        <p:spPr/>
        <p:txBody>
          <a:bodyPr vert="horz" lIns="91440" tIns="45720" rIns="91440" bIns="45720" rtlCol="0" anchor="t">
            <a:normAutofit lnSpcReduction="10000"/>
          </a:bodyPr>
          <a:lstStyle/>
          <a:p>
            <a:r>
              <a:rPr lang="en-US">
                <a:ea typeface="+mn-lt"/>
                <a:cs typeface="+mn-lt"/>
              </a:rPr>
              <a:t>Therefore E-governance systems should be intelligent enough to automate the decision making process so that the transactions are highly transparent and are perceived to be transparent by society at large. </a:t>
            </a:r>
            <a:endParaRPr lang="en-US"/>
          </a:p>
          <a:p>
            <a:r>
              <a:rPr lang="en-US">
                <a:ea typeface="+mn-lt"/>
                <a:cs typeface="+mn-lt"/>
              </a:rPr>
              <a:t>It would also ensure that transactions of the government are as per the mandated criteria and that there is no scope for a biased decision making, which is the root cause for lack of trust in the governance systems in India. </a:t>
            </a:r>
            <a:endParaRPr lang="en-US"/>
          </a:p>
          <a:p>
            <a:endParaRPr lang="en-US" dirty="0"/>
          </a:p>
        </p:txBody>
      </p:sp>
    </p:spTree>
    <p:extLst>
      <p:ext uri="{BB962C8B-B14F-4D97-AF65-F5344CB8AC3E}">
        <p14:creationId xmlns:p14="http://schemas.microsoft.com/office/powerpoint/2010/main" val="220870537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75B8A-C69A-4211-8A4B-C30C7A99ECA7}"/>
              </a:ext>
            </a:extLst>
          </p:cNvPr>
          <p:cNvSpPr>
            <a:spLocks noGrp="1"/>
          </p:cNvSpPr>
          <p:nvPr>
            <p:ph type="title"/>
          </p:nvPr>
        </p:nvSpPr>
        <p:spPr/>
        <p:txBody>
          <a:bodyPr/>
          <a:lstStyle/>
          <a:p>
            <a:r>
              <a:rPr lang="en-US" dirty="0">
                <a:ea typeface="+mj-lt"/>
                <a:cs typeface="+mj-lt"/>
              </a:rPr>
              <a:t>Responsive </a:t>
            </a:r>
          </a:p>
          <a:p>
            <a:endParaRPr lang="en-US" dirty="0"/>
          </a:p>
        </p:txBody>
      </p:sp>
      <p:sp>
        <p:nvSpPr>
          <p:cNvPr id="3" name="Content Placeholder 2">
            <a:extLst>
              <a:ext uri="{FF2B5EF4-FFF2-40B4-BE49-F238E27FC236}">
                <a16:creationId xmlns:a16="http://schemas.microsoft.com/office/drawing/2014/main" id="{8C68CF0F-1A5D-43F9-A55E-FBFEDB1CB521}"/>
              </a:ext>
            </a:extLst>
          </p:cNvPr>
          <p:cNvSpPr>
            <a:spLocks noGrp="1"/>
          </p:cNvSpPr>
          <p:nvPr>
            <p:ph idx="1"/>
          </p:nvPr>
        </p:nvSpPr>
        <p:spPr/>
        <p:txBody>
          <a:bodyPr vert="horz" lIns="91440" tIns="45720" rIns="91440" bIns="45720" rtlCol="0" anchor="t">
            <a:normAutofit fontScale="70000" lnSpcReduction="20000"/>
          </a:bodyPr>
          <a:lstStyle/>
          <a:p>
            <a:r>
              <a:rPr lang="en-US" dirty="0">
                <a:ea typeface="+mn-lt"/>
                <a:cs typeface="+mn-lt"/>
              </a:rPr>
              <a:t>Lastly, government as an entity has to be responsive to the need of the people. </a:t>
            </a:r>
            <a:endParaRPr lang="en-US" dirty="0"/>
          </a:p>
          <a:p>
            <a:r>
              <a:rPr lang="en-US" dirty="0">
                <a:ea typeface="+mn-lt"/>
                <a:cs typeface="+mn-lt"/>
              </a:rPr>
              <a:t>There is a need for a governance system which is responsive to the needs of the people. </a:t>
            </a:r>
          </a:p>
          <a:p>
            <a:r>
              <a:rPr lang="en-US" dirty="0">
                <a:ea typeface="+mn-lt"/>
                <a:cs typeface="+mn-lt"/>
              </a:rPr>
              <a:t>Since major problems of the people are more of administrative nature, the citizen should be given the opportunity to participate in the governance system. </a:t>
            </a:r>
          </a:p>
          <a:p>
            <a:r>
              <a:rPr lang="en-US" dirty="0">
                <a:ea typeface="+mn-lt"/>
                <a:cs typeface="+mn-lt"/>
              </a:rPr>
              <a:t>The true nature of democracy is to ensure that voices of the people are heard. </a:t>
            </a:r>
          </a:p>
          <a:p>
            <a:r>
              <a:rPr lang="en-US" dirty="0">
                <a:ea typeface="+mn-lt"/>
                <a:cs typeface="+mn-lt"/>
              </a:rPr>
              <a:t>Therefore E-governance systems must ensure that the systems created by them are responsive to the requirement of the different sections of population. </a:t>
            </a:r>
            <a:endParaRPr lang="en-US" dirty="0"/>
          </a:p>
          <a:p>
            <a:endParaRPr lang="en-US"/>
          </a:p>
        </p:txBody>
      </p:sp>
    </p:spTree>
    <p:extLst>
      <p:ext uri="{BB962C8B-B14F-4D97-AF65-F5344CB8AC3E}">
        <p14:creationId xmlns:p14="http://schemas.microsoft.com/office/powerpoint/2010/main" val="250906663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4BDBD-37FE-4F98-AF83-1B6C9491F6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3CDEFE-B2DF-4DCA-BFD4-6105EF39283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1835032"/>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99</Slides>
  <Notes>0</Notes>
  <HiddenSlides>0</HiddenSlides>
  <ScaleCrop>false</ScaleCrop>
  <HeadingPairs>
    <vt:vector size="4" baseType="variant">
      <vt:variant>
        <vt:lpstr>Theme</vt:lpstr>
      </vt:variant>
      <vt:variant>
        <vt:i4>1</vt:i4>
      </vt:variant>
      <vt:variant>
        <vt:lpstr>Slide Titles</vt:lpstr>
      </vt:variant>
      <vt:variant>
        <vt:i4>99</vt:i4>
      </vt:variant>
    </vt:vector>
  </HeadingPairs>
  <TitlesOfParts>
    <vt:vector size="100" baseType="lpstr">
      <vt:lpstr>AccentBoxVTI</vt:lpstr>
      <vt:lpstr>UNIT-2 Models of  E-Governance </vt:lpstr>
      <vt:lpstr>OVERVIEW</vt:lpstr>
      <vt:lpstr>MODELS</vt:lpstr>
      <vt:lpstr>INTRODUCTION TO MODELS OF DIGITAL GOVERNANCE  </vt:lpstr>
      <vt:lpstr>PowerPoint Presentation</vt:lpstr>
      <vt:lpstr>PowerPoint Presentation</vt:lpstr>
      <vt:lpstr>Broadcasting/Wider Dissemination Model  </vt:lpstr>
      <vt:lpstr>Principle </vt:lpstr>
      <vt:lpstr>PowerPoint Presentation</vt:lpstr>
      <vt:lpstr>PowerPoint Presentation</vt:lpstr>
      <vt:lpstr>PowerPoint Presentation</vt:lpstr>
      <vt:lpstr>Applications </vt:lpstr>
      <vt:lpstr>Some Organizations / Projects based on such models </vt:lpstr>
      <vt:lpstr>PowerPoint Presentation</vt:lpstr>
      <vt:lpstr>Evaluation </vt:lpstr>
      <vt:lpstr>PowerPoint Presentation</vt:lpstr>
      <vt:lpstr>PowerPoint Presentation</vt:lpstr>
      <vt:lpstr>PowerPoint Presentation</vt:lpstr>
      <vt:lpstr>Critical Flow Model  </vt:lpstr>
      <vt:lpstr>Principle </vt:lpstr>
      <vt:lpstr>PowerPoint Presentation</vt:lpstr>
      <vt:lpstr>PowerPoint Presentation</vt:lpstr>
      <vt:lpstr>Applications: </vt:lpstr>
      <vt:lpstr>Examples </vt:lpstr>
      <vt:lpstr>PowerPoint Presentation</vt:lpstr>
      <vt:lpstr>Evaluation </vt:lpstr>
      <vt:lpstr>PowerPoint Presentation</vt:lpstr>
      <vt:lpstr>PowerPoint Presentation</vt:lpstr>
      <vt:lpstr>Failure of Model</vt:lpstr>
      <vt:lpstr>Comparative Analysis Model  </vt:lpstr>
      <vt:lpstr>Principle </vt:lpstr>
      <vt:lpstr>PowerPoint Presentation</vt:lpstr>
      <vt:lpstr>PowerPoint Presentation</vt:lpstr>
      <vt:lpstr>PowerPoint Presentation</vt:lpstr>
      <vt:lpstr>PowerPoint Presentation</vt:lpstr>
      <vt:lpstr>Applications </vt:lpstr>
      <vt:lpstr>Examples </vt:lpstr>
      <vt:lpstr>Evaluation </vt:lpstr>
      <vt:lpstr>PowerPoint Presentation</vt:lpstr>
      <vt:lpstr> Mobilisation and Lobbying Model  </vt:lpstr>
      <vt:lpstr>PowerPoint Presentation</vt:lpstr>
      <vt:lpstr>Principle  </vt:lpstr>
      <vt:lpstr>PowerPoint Presentation</vt:lpstr>
      <vt:lpstr>PowerPoint Presentation</vt:lpstr>
      <vt:lpstr>PowerPoint Presentation</vt:lpstr>
      <vt:lpstr>Applications </vt:lpstr>
      <vt:lpstr>Examples </vt:lpstr>
      <vt:lpstr>PowerPoint Presentation</vt:lpstr>
      <vt:lpstr>Evaluation</vt:lpstr>
      <vt:lpstr>PowerPoint Presentation</vt:lpstr>
      <vt:lpstr> Interactive-Service Model/ Government-to-Citizen-to Government Model(G2C2G)  </vt:lpstr>
      <vt:lpstr>Principle </vt:lpstr>
      <vt:lpstr>PowerPoint Presentation</vt:lpstr>
      <vt:lpstr>PowerPoint Presentation</vt:lpstr>
      <vt:lpstr>Applications </vt:lpstr>
      <vt:lpstr>Example of organisations </vt:lpstr>
      <vt:lpstr>PowerPoint Presentation</vt:lpstr>
      <vt:lpstr>Evaluation </vt:lpstr>
      <vt:lpstr>PowerPoint Presentation</vt:lpstr>
      <vt:lpstr>Evolution in E-governance and Maturity Models  </vt:lpstr>
      <vt:lpstr>PowerPoint Presentation</vt:lpstr>
      <vt:lpstr>A maturity level assessment may provide the following benefits: </vt:lpstr>
      <vt:lpstr>PowerPoint Presentation</vt:lpstr>
      <vt:lpstr>Five Maturity Levels  </vt:lpstr>
      <vt:lpstr>PowerPoint Presentation</vt:lpstr>
      <vt:lpstr>Level 1- Closed  </vt:lpstr>
      <vt:lpstr>Level 2- Initial  </vt:lpstr>
      <vt:lpstr>Level 3- Planned  </vt:lpstr>
      <vt:lpstr>Level 4- Realized  </vt:lpstr>
      <vt:lpstr>PowerPoint Presentation</vt:lpstr>
      <vt:lpstr>PowerPoint Presentation</vt:lpstr>
      <vt:lpstr>Level 5: Institutionalized</vt:lpstr>
      <vt:lpstr>PowerPoint Presentation</vt:lpstr>
      <vt:lpstr>PowerPoint Presentation</vt:lpstr>
      <vt:lpstr>PowerPoint Presentation</vt:lpstr>
      <vt:lpstr>PowerPoint Presentation</vt:lpstr>
      <vt:lpstr>Characteristics of Maturity Levels  </vt:lpstr>
      <vt:lpstr>Level 2: Initial  </vt:lpstr>
      <vt:lpstr>Level 3: Planned  </vt:lpstr>
      <vt:lpstr>Level 4: Realized  </vt:lpstr>
      <vt:lpstr>PowerPoint Presentation</vt:lpstr>
      <vt:lpstr>PowerPoint Presentation</vt:lpstr>
      <vt:lpstr>Level 5: Institutionalized  </vt:lpstr>
      <vt:lpstr>Key Focus Areas</vt:lpstr>
      <vt:lpstr>Planned: </vt:lpstr>
      <vt:lpstr>PowerPoint Presentation</vt:lpstr>
      <vt:lpstr>Realized</vt:lpstr>
      <vt:lpstr>PowerPoint Presentation</vt:lpstr>
      <vt:lpstr>Institutionalized: </vt:lpstr>
      <vt:lpstr>Towards Good Governance through E-Governance  </vt:lpstr>
      <vt:lpstr>PowerPoint Presentation</vt:lpstr>
      <vt:lpstr>PowerPoint Presentation</vt:lpstr>
      <vt:lpstr>Daily Administration Problems  </vt:lpstr>
      <vt:lpstr>Interdepartmental Problems  </vt:lpstr>
      <vt:lpstr>Policy level issues  </vt:lpstr>
      <vt:lpstr>Transparency  </vt:lpstr>
      <vt:lpstr>PowerPoint Presentation</vt:lpstr>
      <vt:lpstr>Responsive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273</cp:revision>
  <dcterms:created xsi:type="dcterms:W3CDTF">2020-08-26T01:55:12Z</dcterms:created>
  <dcterms:modified xsi:type="dcterms:W3CDTF">2020-09-08T12:22:28Z</dcterms:modified>
</cp:coreProperties>
</file>