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55"/>
  </p:notesMasterIdLst>
  <p:sldIdLst>
    <p:sldId id="256" r:id="rId2"/>
    <p:sldId id="257" r:id="rId3"/>
    <p:sldId id="260" r:id="rId4"/>
    <p:sldId id="262" r:id="rId5"/>
    <p:sldId id="261" r:id="rId6"/>
    <p:sldId id="258" r:id="rId7"/>
    <p:sldId id="263" r:id="rId8"/>
    <p:sldId id="264" r:id="rId9"/>
    <p:sldId id="259" r:id="rId10"/>
    <p:sldId id="270" r:id="rId11"/>
    <p:sldId id="271" r:id="rId12"/>
    <p:sldId id="265" r:id="rId13"/>
    <p:sldId id="266" r:id="rId14"/>
    <p:sldId id="267" r:id="rId15"/>
    <p:sldId id="268" r:id="rId16"/>
    <p:sldId id="269" r:id="rId17"/>
    <p:sldId id="298" r:id="rId18"/>
    <p:sldId id="299" r:id="rId19"/>
    <p:sldId id="297" r:id="rId20"/>
    <p:sldId id="272" r:id="rId21"/>
    <p:sldId id="295" r:id="rId22"/>
    <p:sldId id="273" r:id="rId23"/>
    <p:sldId id="285" r:id="rId24"/>
    <p:sldId id="286" r:id="rId25"/>
    <p:sldId id="296" r:id="rId26"/>
    <p:sldId id="287" r:id="rId27"/>
    <p:sldId id="288" r:id="rId28"/>
    <p:sldId id="289" r:id="rId29"/>
    <p:sldId id="302" r:id="rId30"/>
    <p:sldId id="290" r:id="rId31"/>
    <p:sldId id="291" r:id="rId32"/>
    <p:sldId id="292" r:id="rId33"/>
    <p:sldId id="293" r:id="rId34"/>
    <p:sldId id="294" r:id="rId35"/>
    <p:sldId id="303" r:id="rId36"/>
    <p:sldId id="321" r:id="rId37"/>
    <p:sldId id="311" r:id="rId38"/>
    <p:sldId id="322" r:id="rId39"/>
    <p:sldId id="309" r:id="rId40"/>
    <p:sldId id="310" r:id="rId41"/>
    <p:sldId id="312" r:id="rId42"/>
    <p:sldId id="323" r:id="rId43"/>
    <p:sldId id="315" r:id="rId44"/>
    <p:sldId id="316" r:id="rId45"/>
    <p:sldId id="317" r:id="rId46"/>
    <p:sldId id="325" r:id="rId47"/>
    <p:sldId id="324" r:id="rId48"/>
    <p:sldId id="314" r:id="rId49"/>
    <p:sldId id="326" r:id="rId50"/>
    <p:sldId id="313" r:id="rId51"/>
    <p:sldId id="318" r:id="rId52"/>
    <p:sldId id="319" r:id="rId53"/>
    <p:sldId id="32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87410-14A5-4DF2-95C8-9C241FE7625E}" v="157" dt="2020-08-25T14:33:34.429"/>
    <p1510:client id="{2EB65BD7-527B-45CB-B639-C08267FE65B8}" v="32" dt="2020-08-22T03:36:38.376"/>
    <p1510:client id="{31BE8976-8F53-416F-843F-B0D211E552E7}" v="18" dt="2020-09-17T02:45:11.323"/>
    <p1510:client id="{38461D41-F80F-4B86-AC86-C70E588EE06F}" v="1" dt="2021-09-30T15:31:16.759"/>
    <p1510:client id="{433517F5-ACB8-4632-A18F-D942549ED205}" v="1" dt="2020-08-21T12:52:08.180"/>
    <p1510:client id="{463F6937-2110-46C3-B87E-E2F1A304BD5B}" v="64" dt="2020-08-26T01:52:44.344"/>
    <p1510:client id="{4AA28327-D951-418F-B0C5-F712BFFBDCE2}" v="939" dt="2020-08-22T08:11:10.365"/>
    <p1510:client id="{71C7DECA-2A5E-4387-A723-4C18E476CD65}" v="118" dt="2020-09-15T03:12:10.790"/>
    <p1510:client id="{796D48D4-5670-4F03-B382-1B1FBAA36402}" v="102" dt="2020-08-22T03:25:12.985"/>
    <p1510:client id="{796FA34B-C5B6-4515-9B7E-0C032D8FB5C9}" v="84" dt="2020-08-22T04:56:41.972"/>
    <p1510:client id="{A57BB3EF-C0DD-424E-B943-66BAC406F263}" v="161" dt="2020-08-27T02:11:41.679"/>
    <p1510:client id="{AB7472E9-1881-4B82-AFC0-B4AC4B2923B5}" v="60" dt="2020-09-14T02:56:19.073"/>
    <p1510:client id="{B1CEEF83-1BB6-45D3-C8B4-D36CF1381833}" v="25" dt="2020-09-13T03:14:08.186"/>
    <p1510:client id="{C3BC2772-5AE2-4DCF-B3DD-0B34D891F1D7}" v="30" dt="2020-09-15T11:14:46.620"/>
    <p1510:client id="{F3214A31-8289-41CA-B2B3-C67766C26D7B}" v="231" dt="2020-08-22T09:19:28.250"/>
    <p1510:client id="{FB6D8DFE-8AB0-4FEC-9732-36183390F493}" v="16" dt="2020-08-25T13:35:28.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p:scale>
          <a:sx n="1" d="2"/>
          <a:sy n="1" d="2"/>
        </p:scale>
        <p:origin x="-1256" y="-392"/>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 Jaiswal" userId="15fa42f86696cacf" providerId="Windows Live" clId="Web-{31BE8976-8F53-416F-843F-B0D211E552E7}"/>
    <pc:docChg chg="delSld modSld">
      <pc:chgData name="Anku Jaiswal" userId="15fa42f86696cacf" providerId="Windows Live" clId="Web-{31BE8976-8F53-416F-843F-B0D211E552E7}" dt="2020-09-17T02:45:11.323" v="17" actId="20577"/>
      <pc:docMkLst>
        <pc:docMk/>
      </pc:docMkLst>
      <pc:sldChg chg="del">
        <pc:chgData name="Anku Jaiswal" userId="15fa42f86696cacf" providerId="Windows Live" clId="Web-{31BE8976-8F53-416F-843F-B0D211E552E7}" dt="2020-09-17T02:23:11.932" v="4"/>
        <pc:sldMkLst>
          <pc:docMk/>
          <pc:sldMk cId="3280718688" sldId="304"/>
        </pc:sldMkLst>
      </pc:sldChg>
      <pc:sldChg chg="del">
        <pc:chgData name="Anku Jaiswal" userId="15fa42f86696cacf" providerId="Windows Live" clId="Web-{31BE8976-8F53-416F-843F-B0D211E552E7}" dt="2020-09-17T02:23:08.479" v="3"/>
        <pc:sldMkLst>
          <pc:docMk/>
          <pc:sldMk cId="296131649" sldId="305"/>
        </pc:sldMkLst>
      </pc:sldChg>
      <pc:sldChg chg="del">
        <pc:chgData name="Anku Jaiswal" userId="15fa42f86696cacf" providerId="Windows Live" clId="Web-{31BE8976-8F53-416F-843F-B0D211E552E7}" dt="2020-09-17T02:23:04.807" v="2"/>
        <pc:sldMkLst>
          <pc:docMk/>
          <pc:sldMk cId="2371859585" sldId="306"/>
        </pc:sldMkLst>
      </pc:sldChg>
      <pc:sldChg chg="del">
        <pc:chgData name="Anku Jaiswal" userId="15fa42f86696cacf" providerId="Windows Live" clId="Web-{31BE8976-8F53-416F-843F-B0D211E552E7}" dt="2020-09-17T02:23:01.807" v="1"/>
        <pc:sldMkLst>
          <pc:docMk/>
          <pc:sldMk cId="2985707938" sldId="307"/>
        </pc:sldMkLst>
      </pc:sldChg>
      <pc:sldChg chg="del">
        <pc:chgData name="Anku Jaiswal" userId="15fa42f86696cacf" providerId="Windows Live" clId="Web-{31BE8976-8F53-416F-843F-B0D211E552E7}" dt="2020-09-17T02:22:58.400" v="0"/>
        <pc:sldMkLst>
          <pc:docMk/>
          <pc:sldMk cId="3267719021" sldId="308"/>
        </pc:sldMkLst>
      </pc:sldChg>
      <pc:sldChg chg="modSp">
        <pc:chgData name="Anku Jaiswal" userId="15fa42f86696cacf" providerId="Windows Live" clId="Web-{31BE8976-8F53-416F-843F-B0D211E552E7}" dt="2020-09-17T02:25:53.075" v="13" actId="20577"/>
        <pc:sldMkLst>
          <pc:docMk/>
          <pc:sldMk cId="725073927" sldId="310"/>
        </pc:sldMkLst>
        <pc:spChg chg="mod">
          <ac:chgData name="Anku Jaiswal" userId="15fa42f86696cacf" providerId="Windows Live" clId="Web-{31BE8976-8F53-416F-843F-B0D211E552E7}" dt="2020-09-17T02:25:53.075" v="13" actId="20577"/>
          <ac:spMkLst>
            <pc:docMk/>
            <pc:sldMk cId="725073927" sldId="310"/>
            <ac:spMk id="3" creationId="{99AF1685-20E5-48DD-B518-9FEFCEDF39AD}"/>
          </ac:spMkLst>
        </pc:spChg>
      </pc:sldChg>
      <pc:sldChg chg="modSp">
        <pc:chgData name="Anku Jaiswal" userId="15fa42f86696cacf" providerId="Windows Live" clId="Web-{31BE8976-8F53-416F-843F-B0D211E552E7}" dt="2020-09-17T02:45:04.651" v="15" actId="20577"/>
        <pc:sldMkLst>
          <pc:docMk/>
          <pc:sldMk cId="3668171491" sldId="312"/>
        </pc:sldMkLst>
        <pc:spChg chg="mod">
          <ac:chgData name="Anku Jaiswal" userId="15fa42f86696cacf" providerId="Windows Live" clId="Web-{31BE8976-8F53-416F-843F-B0D211E552E7}" dt="2020-09-17T02:45:04.651" v="15" actId="20577"/>
          <ac:spMkLst>
            <pc:docMk/>
            <pc:sldMk cId="3668171491" sldId="312"/>
            <ac:spMk id="3" creationId="{7DF32273-FDBF-485E-B6AA-7E54E1D96A7D}"/>
          </ac:spMkLst>
        </pc:spChg>
      </pc:sldChg>
      <pc:sldChg chg="modSp">
        <pc:chgData name="Anku Jaiswal" userId="15fa42f86696cacf" providerId="Windows Live" clId="Web-{31BE8976-8F53-416F-843F-B0D211E552E7}" dt="2020-09-17T02:24:33.980" v="7" actId="20577"/>
        <pc:sldMkLst>
          <pc:docMk/>
          <pc:sldMk cId="2767808091" sldId="322"/>
        </pc:sldMkLst>
        <pc:spChg chg="mod">
          <ac:chgData name="Anku Jaiswal" userId="15fa42f86696cacf" providerId="Windows Live" clId="Web-{31BE8976-8F53-416F-843F-B0D211E552E7}" dt="2020-09-17T02:24:33.980" v="7" actId="20577"/>
          <ac:spMkLst>
            <pc:docMk/>
            <pc:sldMk cId="2767808091" sldId="322"/>
            <ac:spMk id="3" creationId="{86CA1C81-BCD2-4593-BDF3-0C4B0553E5F3}"/>
          </ac:spMkLst>
        </pc:spChg>
      </pc:sldChg>
    </pc:docChg>
  </pc:docChgLst>
  <pc:docChgLst>
    <pc:chgData name="Anku Jaiswal" userId="15fa42f86696cacf" providerId="Windows Live" clId="Web-{2EB65BD7-527B-45CB-B639-C08267FE65B8}"/>
    <pc:docChg chg="addSld modSld">
      <pc:chgData name="Anku Jaiswal" userId="15fa42f86696cacf" providerId="Windows Live" clId="Web-{2EB65BD7-527B-45CB-B639-C08267FE65B8}" dt="2020-08-22T03:36:38.376" v="25" actId="20577"/>
      <pc:docMkLst>
        <pc:docMk/>
      </pc:docMkLst>
      <pc:sldChg chg="modSp">
        <pc:chgData name="Anku Jaiswal" userId="15fa42f86696cacf" providerId="Windows Live" clId="Web-{2EB65BD7-527B-45CB-B639-C08267FE65B8}" dt="2020-08-22T03:36:03.563" v="16" actId="20577"/>
        <pc:sldMkLst>
          <pc:docMk/>
          <pc:sldMk cId="3532273806" sldId="258"/>
        </pc:sldMkLst>
        <pc:spChg chg="mod">
          <ac:chgData name="Anku Jaiswal" userId="15fa42f86696cacf" providerId="Windows Live" clId="Web-{2EB65BD7-527B-45CB-B639-C08267FE65B8}" dt="2020-08-22T03:36:03.563" v="16" actId="20577"/>
          <ac:spMkLst>
            <pc:docMk/>
            <pc:sldMk cId="3532273806" sldId="258"/>
            <ac:spMk id="3" creationId="{7FB624EB-1454-478B-BBA9-BCCA772EC2BB}"/>
          </ac:spMkLst>
        </pc:spChg>
      </pc:sldChg>
      <pc:sldChg chg="modSp">
        <pc:chgData name="Anku Jaiswal" userId="15fa42f86696cacf" providerId="Windows Live" clId="Web-{2EB65BD7-527B-45CB-B639-C08267FE65B8}" dt="2020-08-22T03:35:02.827" v="4" actId="20577"/>
        <pc:sldMkLst>
          <pc:docMk/>
          <pc:sldMk cId="389937050" sldId="260"/>
        </pc:sldMkLst>
        <pc:spChg chg="mod">
          <ac:chgData name="Anku Jaiswal" userId="15fa42f86696cacf" providerId="Windows Live" clId="Web-{2EB65BD7-527B-45CB-B639-C08267FE65B8}" dt="2020-08-22T03:35:02.827" v="4" actId="20577"/>
          <ac:spMkLst>
            <pc:docMk/>
            <pc:sldMk cId="389937050" sldId="260"/>
            <ac:spMk id="3" creationId="{0CF430B9-3003-48DF-96B9-76C12B8172FD}"/>
          </ac:spMkLst>
        </pc:spChg>
      </pc:sldChg>
      <pc:sldChg chg="modSp new">
        <pc:chgData name="Anku Jaiswal" userId="15fa42f86696cacf" providerId="Windows Live" clId="Web-{2EB65BD7-527B-45CB-B639-C08267FE65B8}" dt="2020-08-22T03:35:42.906" v="12" actId="20577"/>
        <pc:sldMkLst>
          <pc:docMk/>
          <pc:sldMk cId="3471341280" sldId="261"/>
        </pc:sldMkLst>
        <pc:spChg chg="mod">
          <ac:chgData name="Anku Jaiswal" userId="15fa42f86696cacf" providerId="Windows Live" clId="Web-{2EB65BD7-527B-45CB-B639-C08267FE65B8}" dt="2020-08-22T03:35:42.906" v="12" actId="20577"/>
          <ac:spMkLst>
            <pc:docMk/>
            <pc:sldMk cId="3471341280" sldId="261"/>
            <ac:spMk id="3" creationId="{6465EF58-A80E-4B4B-8171-22249378F434}"/>
          </ac:spMkLst>
        </pc:spChg>
      </pc:sldChg>
      <pc:sldChg chg="modSp new">
        <pc:chgData name="Anku Jaiswal" userId="15fa42f86696cacf" providerId="Windows Live" clId="Web-{2EB65BD7-527B-45CB-B639-C08267FE65B8}" dt="2020-08-22T03:35:24.484" v="8" actId="20577"/>
        <pc:sldMkLst>
          <pc:docMk/>
          <pc:sldMk cId="3134620505" sldId="262"/>
        </pc:sldMkLst>
        <pc:spChg chg="mod">
          <ac:chgData name="Anku Jaiswal" userId="15fa42f86696cacf" providerId="Windows Live" clId="Web-{2EB65BD7-527B-45CB-B639-C08267FE65B8}" dt="2020-08-22T03:35:24.484" v="8" actId="20577"/>
          <ac:spMkLst>
            <pc:docMk/>
            <pc:sldMk cId="3134620505" sldId="262"/>
            <ac:spMk id="3" creationId="{827D6683-6331-4B10-82B6-EFC2A925DDF7}"/>
          </ac:spMkLst>
        </pc:spChg>
      </pc:sldChg>
      <pc:sldChg chg="modSp new">
        <pc:chgData name="Anku Jaiswal" userId="15fa42f86696cacf" providerId="Windows Live" clId="Web-{2EB65BD7-527B-45CB-B639-C08267FE65B8}" dt="2020-08-22T03:36:22.141" v="21" actId="20577"/>
        <pc:sldMkLst>
          <pc:docMk/>
          <pc:sldMk cId="973869257" sldId="263"/>
        </pc:sldMkLst>
        <pc:spChg chg="mod">
          <ac:chgData name="Anku Jaiswal" userId="15fa42f86696cacf" providerId="Windows Live" clId="Web-{2EB65BD7-527B-45CB-B639-C08267FE65B8}" dt="2020-08-22T03:36:22.141" v="21" actId="20577"/>
          <ac:spMkLst>
            <pc:docMk/>
            <pc:sldMk cId="973869257" sldId="263"/>
            <ac:spMk id="3" creationId="{2B2E88D0-BBD4-440B-BA86-D10A2911A325}"/>
          </ac:spMkLst>
        </pc:spChg>
      </pc:sldChg>
      <pc:sldChg chg="modSp new">
        <pc:chgData name="Anku Jaiswal" userId="15fa42f86696cacf" providerId="Windows Live" clId="Web-{2EB65BD7-527B-45CB-B639-C08267FE65B8}" dt="2020-08-22T03:36:38.376" v="24" actId="20577"/>
        <pc:sldMkLst>
          <pc:docMk/>
          <pc:sldMk cId="119618998" sldId="264"/>
        </pc:sldMkLst>
        <pc:spChg chg="mod">
          <ac:chgData name="Anku Jaiswal" userId="15fa42f86696cacf" providerId="Windows Live" clId="Web-{2EB65BD7-527B-45CB-B639-C08267FE65B8}" dt="2020-08-22T03:36:38.376" v="24" actId="20577"/>
          <ac:spMkLst>
            <pc:docMk/>
            <pc:sldMk cId="119618998" sldId="264"/>
            <ac:spMk id="3" creationId="{1FCA3EAA-76EE-46A0-938F-73E73BFCE798}"/>
          </ac:spMkLst>
        </pc:spChg>
      </pc:sldChg>
    </pc:docChg>
  </pc:docChgLst>
  <pc:docChgLst>
    <pc:chgData name="Anku Jaiswal" userId="15fa42f86696cacf" providerId="Windows Live" clId="Web-{463F6937-2110-46C3-B87E-E2F1A304BD5B}"/>
    <pc:docChg chg="modSld">
      <pc:chgData name="Anku Jaiswal" userId="15fa42f86696cacf" providerId="Windows Live" clId="Web-{463F6937-2110-46C3-B87E-E2F1A304BD5B}" dt="2020-08-26T01:52:43.282" v="58" actId="20577"/>
      <pc:docMkLst>
        <pc:docMk/>
      </pc:docMkLst>
      <pc:sldChg chg="modSp">
        <pc:chgData name="Anku Jaiswal" userId="15fa42f86696cacf" providerId="Windows Live" clId="Web-{463F6937-2110-46C3-B87E-E2F1A304BD5B}" dt="2020-08-26T01:38:39.568" v="1" actId="1076"/>
        <pc:sldMkLst>
          <pc:docMk/>
          <pc:sldMk cId="2866807402" sldId="266"/>
        </pc:sldMkLst>
        <pc:picChg chg="mod">
          <ac:chgData name="Anku Jaiswal" userId="15fa42f86696cacf" providerId="Windows Live" clId="Web-{463F6937-2110-46C3-B87E-E2F1A304BD5B}" dt="2020-08-26T01:38:39.568" v="1" actId="1076"/>
          <ac:picMkLst>
            <pc:docMk/>
            <pc:sldMk cId="2866807402" sldId="266"/>
            <ac:picMk id="4" creationId="{B252F23F-C7AE-4D52-BD01-E63267E68CA2}"/>
          </ac:picMkLst>
        </pc:picChg>
      </pc:sldChg>
      <pc:sldChg chg="modSp">
        <pc:chgData name="Anku Jaiswal" userId="15fa42f86696cacf" providerId="Windows Live" clId="Web-{463F6937-2110-46C3-B87E-E2F1A304BD5B}" dt="2020-08-26T01:39:00.960" v="4" actId="20577"/>
        <pc:sldMkLst>
          <pc:docMk/>
          <pc:sldMk cId="2997248852" sldId="275"/>
        </pc:sldMkLst>
        <pc:spChg chg="mod">
          <ac:chgData name="Anku Jaiswal" userId="15fa42f86696cacf" providerId="Windows Live" clId="Web-{463F6937-2110-46C3-B87E-E2F1A304BD5B}" dt="2020-08-26T01:39:00.960" v="4" actId="20577"/>
          <ac:spMkLst>
            <pc:docMk/>
            <pc:sldMk cId="2997248852" sldId="275"/>
            <ac:spMk id="3" creationId="{14928A68-202E-4327-89FE-709E75706429}"/>
          </ac:spMkLst>
        </pc:spChg>
      </pc:sldChg>
      <pc:sldChg chg="modSp">
        <pc:chgData name="Anku Jaiswal" userId="15fa42f86696cacf" providerId="Windows Live" clId="Web-{463F6937-2110-46C3-B87E-E2F1A304BD5B}" dt="2020-08-26T01:40:39.230" v="16" actId="20577"/>
        <pc:sldMkLst>
          <pc:docMk/>
          <pc:sldMk cId="2478526418" sldId="279"/>
        </pc:sldMkLst>
        <pc:spChg chg="mod">
          <ac:chgData name="Anku Jaiswal" userId="15fa42f86696cacf" providerId="Windows Live" clId="Web-{463F6937-2110-46C3-B87E-E2F1A304BD5B}" dt="2020-08-26T01:40:39.230" v="16" actId="20577"/>
          <ac:spMkLst>
            <pc:docMk/>
            <pc:sldMk cId="2478526418" sldId="279"/>
            <ac:spMk id="3" creationId="{CDB611F7-4982-4A12-9B3A-0B267CCD4BD8}"/>
          </ac:spMkLst>
        </pc:spChg>
      </pc:sldChg>
      <pc:sldChg chg="modSp">
        <pc:chgData name="Anku Jaiswal" userId="15fa42f86696cacf" providerId="Windows Live" clId="Web-{463F6937-2110-46C3-B87E-E2F1A304BD5B}" dt="2020-08-26T01:50:09.165" v="26" actId="20577"/>
        <pc:sldMkLst>
          <pc:docMk/>
          <pc:sldMk cId="196915874" sldId="284"/>
        </pc:sldMkLst>
        <pc:spChg chg="mod">
          <ac:chgData name="Anku Jaiswal" userId="15fa42f86696cacf" providerId="Windows Live" clId="Web-{463F6937-2110-46C3-B87E-E2F1A304BD5B}" dt="2020-08-26T01:50:09.165" v="26" actId="20577"/>
          <ac:spMkLst>
            <pc:docMk/>
            <pc:sldMk cId="196915874" sldId="284"/>
            <ac:spMk id="3" creationId="{64994768-DEE0-49B6-BA70-8DA069607346}"/>
          </ac:spMkLst>
        </pc:spChg>
      </pc:sldChg>
      <pc:sldChg chg="modSp">
        <pc:chgData name="Anku Jaiswal" userId="15fa42f86696cacf" providerId="Windows Live" clId="Web-{463F6937-2110-46C3-B87E-E2F1A304BD5B}" dt="2020-08-26T01:52:10.218" v="32" actId="20577"/>
        <pc:sldMkLst>
          <pc:docMk/>
          <pc:sldMk cId="1210869337" sldId="291"/>
        </pc:sldMkLst>
        <pc:spChg chg="mod">
          <ac:chgData name="Anku Jaiswal" userId="15fa42f86696cacf" providerId="Windows Live" clId="Web-{463F6937-2110-46C3-B87E-E2F1A304BD5B}" dt="2020-08-26T01:52:10.218" v="32" actId="20577"/>
          <ac:spMkLst>
            <pc:docMk/>
            <pc:sldMk cId="1210869337" sldId="291"/>
            <ac:spMk id="3" creationId="{BC56F122-9A6C-4B62-A687-BB268108C441}"/>
          </ac:spMkLst>
        </pc:spChg>
      </pc:sldChg>
      <pc:sldChg chg="modSp">
        <pc:chgData name="Anku Jaiswal" userId="15fa42f86696cacf" providerId="Windows Live" clId="Web-{463F6937-2110-46C3-B87E-E2F1A304BD5B}" dt="2020-08-26T01:52:26.297" v="44" actId="20577"/>
        <pc:sldMkLst>
          <pc:docMk/>
          <pc:sldMk cId="1090224993" sldId="293"/>
        </pc:sldMkLst>
        <pc:spChg chg="mod">
          <ac:chgData name="Anku Jaiswal" userId="15fa42f86696cacf" providerId="Windows Live" clId="Web-{463F6937-2110-46C3-B87E-E2F1A304BD5B}" dt="2020-08-26T01:52:26.297" v="44" actId="20577"/>
          <ac:spMkLst>
            <pc:docMk/>
            <pc:sldMk cId="1090224993" sldId="293"/>
            <ac:spMk id="3" creationId="{6B3A682B-6C36-4AED-A830-6D9374CDAB6C}"/>
          </ac:spMkLst>
        </pc:spChg>
      </pc:sldChg>
      <pc:sldChg chg="modSp">
        <pc:chgData name="Anku Jaiswal" userId="15fa42f86696cacf" providerId="Windows Live" clId="Web-{463F6937-2110-46C3-B87E-E2F1A304BD5B}" dt="2020-08-26T01:52:43.282" v="57" actId="20577"/>
        <pc:sldMkLst>
          <pc:docMk/>
          <pc:sldMk cId="2363018054" sldId="294"/>
        </pc:sldMkLst>
        <pc:spChg chg="mod">
          <ac:chgData name="Anku Jaiswal" userId="15fa42f86696cacf" providerId="Windows Live" clId="Web-{463F6937-2110-46C3-B87E-E2F1A304BD5B}" dt="2020-08-26T01:52:43.282" v="57" actId="20577"/>
          <ac:spMkLst>
            <pc:docMk/>
            <pc:sldMk cId="2363018054" sldId="294"/>
            <ac:spMk id="3" creationId="{6A87F179-B474-44BC-B8F3-B711899685AE}"/>
          </ac:spMkLst>
        </pc:spChg>
      </pc:sldChg>
    </pc:docChg>
  </pc:docChgLst>
  <pc:docChgLst>
    <pc:chgData name="Anku Jaiswal" userId="15fa42f86696cacf" providerId="Windows Live" clId="Web-{FB6D8DFE-8AB0-4FEC-9732-36183390F493}"/>
    <pc:docChg chg="addSld modSld">
      <pc:chgData name="Anku Jaiswal" userId="15fa42f86696cacf" providerId="Windows Live" clId="Web-{FB6D8DFE-8AB0-4FEC-9732-36183390F493}" dt="2020-08-25T13:35:28.460" v="15" actId="1076"/>
      <pc:docMkLst>
        <pc:docMk/>
      </pc:docMkLst>
      <pc:sldChg chg="modSp">
        <pc:chgData name="Anku Jaiswal" userId="15fa42f86696cacf" providerId="Windows Live" clId="Web-{FB6D8DFE-8AB0-4FEC-9732-36183390F493}" dt="2020-08-25T13:27:54.843" v="0" actId="20577"/>
        <pc:sldMkLst>
          <pc:docMk/>
          <pc:sldMk cId="3134620505" sldId="262"/>
        </pc:sldMkLst>
        <pc:spChg chg="mod">
          <ac:chgData name="Anku Jaiswal" userId="15fa42f86696cacf" providerId="Windows Live" clId="Web-{FB6D8DFE-8AB0-4FEC-9732-36183390F493}" dt="2020-08-25T13:27:54.843" v="0" actId="20577"/>
          <ac:spMkLst>
            <pc:docMk/>
            <pc:sldMk cId="3134620505" sldId="262"/>
            <ac:spMk id="3" creationId="{827D6683-6331-4B10-82B6-EFC2A925DDF7}"/>
          </ac:spMkLst>
        </pc:spChg>
      </pc:sldChg>
      <pc:sldChg chg="modSp">
        <pc:chgData name="Anku Jaiswal" userId="15fa42f86696cacf" providerId="Windows Live" clId="Web-{FB6D8DFE-8AB0-4FEC-9732-36183390F493}" dt="2020-08-25T13:35:28.460" v="15" actId="1076"/>
        <pc:sldMkLst>
          <pc:docMk/>
          <pc:sldMk cId="124339490" sldId="270"/>
        </pc:sldMkLst>
        <pc:picChg chg="mod">
          <ac:chgData name="Anku Jaiswal" userId="15fa42f86696cacf" providerId="Windows Live" clId="Web-{FB6D8DFE-8AB0-4FEC-9732-36183390F493}" dt="2020-08-25T13:35:28.460" v="15" actId="1076"/>
          <ac:picMkLst>
            <pc:docMk/>
            <pc:sldMk cId="124339490" sldId="270"/>
            <ac:picMk id="4" creationId="{532B02DE-47E4-4989-A7AE-3DCD1621CD55}"/>
          </ac:picMkLst>
        </pc:picChg>
      </pc:sldChg>
      <pc:sldChg chg="addSp delSp modSp new mod setBg">
        <pc:chgData name="Anku Jaiswal" userId="15fa42f86696cacf" providerId="Windows Live" clId="Web-{FB6D8DFE-8AB0-4FEC-9732-36183390F493}" dt="2020-08-25T13:29:53.177" v="5"/>
        <pc:sldMkLst>
          <pc:docMk/>
          <pc:sldMk cId="3465518512" sldId="297"/>
        </pc:sldMkLst>
        <pc:spChg chg="mod ord">
          <ac:chgData name="Anku Jaiswal" userId="15fa42f86696cacf" providerId="Windows Live" clId="Web-{FB6D8DFE-8AB0-4FEC-9732-36183390F493}" dt="2020-08-25T13:29:53.177" v="5"/>
          <ac:spMkLst>
            <pc:docMk/>
            <pc:sldMk cId="3465518512" sldId="297"/>
            <ac:spMk id="2" creationId="{368C4698-C6CB-47BD-A543-959D255AF513}"/>
          </ac:spMkLst>
        </pc:spChg>
        <pc:spChg chg="del">
          <ac:chgData name="Anku Jaiswal" userId="15fa42f86696cacf" providerId="Windows Live" clId="Web-{FB6D8DFE-8AB0-4FEC-9732-36183390F493}" dt="2020-08-25T13:29:47.255" v="4"/>
          <ac:spMkLst>
            <pc:docMk/>
            <pc:sldMk cId="3465518512" sldId="297"/>
            <ac:spMk id="3" creationId="{1F2F557C-7D81-48A1-837E-05721EB2514F}"/>
          </ac:spMkLst>
        </pc:spChg>
        <pc:spChg chg="add">
          <ac:chgData name="Anku Jaiswal" userId="15fa42f86696cacf" providerId="Windows Live" clId="Web-{FB6D8DFE-8AB0-4FEC-9732-36183390F493}" dt="2020-08-25T13:29:53.177" v="5"/>
          <ac:spMkLst>
            <pc:docMk/>
            <pc:sldMk cId="3465518512" sldId="297"/>
            <ac:spMk id="9" creationId="{39E3965E-AC41-4711-9D10-E25ABB132D86}"/>
          </ac:spMkLst>
        </pc:spChg>
        <pc:spChg chg="add">
          <ac:chgData name="Anku Jaiswal" userId="15fa42f86696cacf" providerId="Windows Live" clId="Web-{FB6D8DFE-8AB0-4FEC-9732-36183390F493}" dt="2020-08-25T13:29:53.177" v="5"/>
          <ac:spMkLst>
            <pc:docMk/>
            <pc:sldMk cId="3465518512" sldId="297"/>
            <ac:spMk id="13" creationId="{990BAFCD-EA0A-47F4-8B00-AAB1E67A90CC}"/>
          </ac:spMkLst>
        </pc:spChg>
        <pc:spChg chg="add">
          <ac:chgData name="Anku Jaiswal" userId="15fa42f86696cacf" providerId="Windows Live" clId="Web-{FB6D8DFE-8AB0-4FEC-9732-36183390F493}" dt="2020-08-25T13:29:53.177" v="5"/>
          <ac:spMkLst>
            <pc:docMk/>
            <pc:sldMk cId="3465518512" sldId="297"/>
            <ac:spMk id="15" creationId="{2F9C61D6-37CC-4AD4-83C3-022D08874179}"/>
          </ac:spMkLst>
        </pc:spChg>
        <pc:picChg chg="add mod ord">
          <ac:chgData name="Anku Jaiswal" userId="15fa42f86696cacf" providerId="Windows Live" clId="Web-{FB6D8DFE-8AB0-4FEC-9732-36183390F493}" dt="2020-08-25T13:29:53.177" v="5"/>
          <ac:picMkLst>
            <pc:docMk/>
            <pc:sldMk cId="3465518512" sldId="297"/>
            <ac:picMk id="4" creationId="{3BEE0C70-A7A3-44B7-80CC-B43720FB4F5E}"/>
          </ac:picMkLst>
        </pc:picChg>
        <pc:cxnChg chg="add">
          <ac:chgData name="Anku Jaiswal" userId="15fa42f86696cacf" providerId="Windows Live" clId="Web-{FB6D8DFE-8AB0-4FEC-9732-36183390F493}" dt="2020-08-25T13:29:53.177" v="5"/>
          <ac:cxnSpMkLst>
            <pc:docMk/>
            <pc:sldMk cId="3465518512" sldId="297"/>
            <ac:cxnSpMk id="11" creationId="{1F5DC8C3-BA5F-4EED-BB9A-A14272BD82A1}"/>
          </ac:cxnSpMkLst>
        </pc:cxnChg>
        <pc:cxnChg chg="add">
          <ac:chgData name="Anku Jaiswal" userId="15fa42f86696cacf" providerId="Windows Live" clId="Web-{FB6D8DFE-8AB0-4FEC-9732-36183390F493}" dt="2020-08-25T13:29:53.177" v="5"/>
          <ac:cxnSpMkLst>
            <pc:docMk/>
            <pc:sldMk cId="3465518512" sldId="297"/>
            <ac:cxnSpMk id="17" creationId="{2669285E-35F6-4010-B084-229A808458CD}"/>
          </ac:cxnSpMkLst>
        </pc:cxnChg>
      </pc:sldChg>
      <pc:sldChg chg="addSp delSp modSp new mod setBg">
        <pc:chgData name="Anku Jaiswal" userId="15fa42f86696cacf" providerId="Windows Live" clId="Web-{FB6D8DFE-8AB0-4FEC-9732-36183390F493}" dt="2020-08-25T13:30:53.118" v="8"/>
        <pc:sldMkLst>
          <pc:docMk/>
          <pc:sldMk cId="1799947971" sldId="298"/>
        </pc:sldMkLst>
        <pc:spChg chg="del">
          <ac:chgData name="Anku Jaiswal" userId="15fa42f86696cacf" providerId="Windows Live" clId="Web-{FB6D8DFE-8AB0-4FEC-9732-36183390F493}" dt="2020-08-25T13:30:53.118" v="8"/>
          <ac:spMkLst>
            <pc:docMk/>
            <pc:sldMk cId="1799947971" sldId="298"/>
            <ac:spMk id="2" creationId="{6D64C34D-D21F-4360-AC3A-8E081DC4FF62}"/>
          </ac:spMkLst>
        </pc:spChg>
        <pc:spChg chg="del">
          <ac:chgData name="Anku Jaiswal" userId="15fa42f86696cacf" providerId="Windows Live" clId="Web-{FB6D8DFE-8AB0-4FEC-9732-36183390F493}" dt="2020-08-25T13:30:49.586" v="7"/>
          <ac:spMkLst>
            <pc:docMk/>
            <pc:sldMk cId="1799947971" sldId="298"/>
            <ac:spMk id="3" creationId="{C8C83D37-C166-454E-A615-DAFDCF872782}"/>
          </ac:spMkLst>
        </pc:spChg>
        <pc:spChg chg="add">
          <ac:chgData name="Anku Jaiswal" userId="15fa42f86696cacf" providerId="Windows Live" clId="Web-{FB6D8DFE-8AB0-4FEC-9732-36183390F493}" dt="2020-08-25T13:30:53.118" v="8"/>
          <ac:spMkLst>
            <pc:docMk/>
            <pc:sldMk cId="1799947971" sldId="298"/>
            <ac:spMk id="9" creationId="{A8E9C91B-7EAD-4562-AB0E-DFB9663AECE3}"/>
          </ac:spMkLst>
        </pc:spChg>
        <pc:picChg chg="add mod ord">
          <ac:chgData name="Anku Jaiswal" userId="15fa42f86696cacf" providerId="Windows Live" clId="Web-{FB6D8DFE-8AB0-4FEC-9732-36183390F493}" dt="2020-08-25T13:30:53.118" v="8"/>
          <ac:picMkLst>
            <pc:docMk/>
            <pc:sldMk cId="1799947971" sldId="298"/>
            <ac:picMk id="4" creationId="{ACA84E95-7FED-489A-85B9-1AA19FB3D174}"/>
          </ac:picMkLst>
        </pc:picChg>
      </pc:sldChg>
      <pc:sldChg chg="addSp delSp modSp new mod setBg">
        <pc:chgData name="Anku Jaiswal" userId="15fa42f86696cacf" providerId="Windows Live" clId="Web-{FB6D8DFE-8AB0-4FEC-9732-36183390F493}" dt="2020-08-25T13:33:38.110" v="11"/>
        <pc:sldMkLst>
          <pc:docMk/>
          <pc:sldMk cId="3874889397" sldId="299"/>
        </pc:sldMkLst>
        <pc:spChg chg="del">
          <ac:chgData name="Anku Jaiswal" userId="15fa42f86696cacf" providerId="Windows Live" clId="Web-{FB6D8DFE-8AB0-4FEC-9732-36183390F493}" dt="2020-08-25T13:33:38.110" v="11"/>
          <ac:spMkLst>
            <pc:docMk/>
            <pc:sldMk cId="3874889397" sldId="299"/>
            <ac:spMk id="2" creationId="{297ADB17-8CFC-4881-BF33-D1DE89053B7B}"/>
          </ac:spMkLst>
        </pc:spChg>
        <pc:spChg chg="del">
          <ac:chgData name="Anku Jaiswal" userId="15fa42f86696cacf" providerId="Windows Live" clId="Web-{FB6D8DFE-8AB0-4FEC-9732-36183390F493}" dt="2020-08-25T13:33:16.156" v="10"/>
          <ac:spMkLst>
            <pc:docMk/>
            <pc:sldMk cId="3874889397" sldId="299"/>
            <ac:spMk id="3" creationId="{CD511E0F-1363-481F-AEC8-D6026843719E}"/>
          </ac:spMkLst>
        </pc:spChg>
        <pc:spChg chg="add">
          <ac:chgData name="Anku Jaiswal" userId="15fa42f86696cacf" providerId="Windows Live" clId="Web-{FB6D8DFE-8AB0-4FEC-9732-36183390F493}" dt="2020-08-25T13:33:38.110" v="11"/>
          <ac:spMkLst>
            <pc:docMk/>
            <pc:sldMk cId="3874889397" sldId="299"/>
            <ac:spMk id="9" creationId="{A8E9C91B-7EAD-4562-AB0E-DFB9663AECE3}"/>
          </ac:spMkLst>
        </pc:spChg>
        <pc:spChg chg="add">
          <ac:chgData name="Anku Jaiswal" userId="15fa42f86696cacf" providerId="Windows Live" clId="Web-{FB6D8DFE-8AB0-4FEC-9732-36183390F493}" dt="2020-08-25T13:33:38.110" v="11"/>
          <ac:spMkLst>
            <pc:docMk/>
            <pc:sldMk cId="3874889397" sldId="299"/>
            <ac:spMk id="11" creationId="{BCD2D517-BC35-4439-AC31-06DF764F25FC}"/>
          </ac:spMkLst>
        </pc:spChg>
        <pc:spChg chg="add">
          <ac:chgData name="Anku Jaiswal" userId="15fa42f86696cacf" providerId="Windows Live" clId="Web-{FB6D8DFE-8AB0-4FEC-9732-36183390F493}" dt="2020-08-25T13:33:38.110" v="11"/>
          <ac:spMkLst>
            <pc:docMk/>
            <pc:sldMk cId="3874889397" sldId="299"/>
            <ac:spMk id="13" creationId="{2DD3F846-0483-40F5-A881-0C1AD2A0CAD7}"/>
          </ac:spMkLst>
        </pc:spChg>
        <pc:picChg chg="add mod ord">
          <ac:chgData name="Anku Jaiswal" userId="15fa42f86696cacf" providerId="Windows Live" clId="Web-{FB6D8DFE-8AB0-4FEC-9732-36183390F493}" dt="2020-08-25T13:33:38.110" v="11"/>
          <ac:picMkLst>
            <pc:docMk/>
            <pc:sldMk cId="3874889397" sldId="299"/>
            <ac:picMk id="4" creationId="{942A44CB-3648-485A-B5AE-47E8FE387393}"/>
          </ac:picMkLst>
        </pc:picChg>
      </pc:sldChg>
    </pc:docChg>
  </pc:docChgLst>
  <pc:docChgLst>
    <pc:chgData name="Anku Jaiswal" userId="15fa42f86696cacf" providerId="Windows Live" clId="Web-{4AA28327-D951-418F-B0C5-F712BFFBDCE2}"/>
    <pc:docChg chg="addSld modSld">
      <pc:chgData name="Anku Jaiswal" userId="15fa42f86696cacf" providerId="Windows Live" clId="Web-{4AA28327-D951-418F-B0C5-F712BFFBDCE2}" dt="2020-08-22T08:11:09.709" v="913" actId="20577"/>
      <pc:docMkLst>
        <pc:docMk/>
      </pc:docMkLst>
      <pc:sldChg chg="delSp">
        <pc:chgData name="Anku Jaiswal" userId="15fa42f86696cacf" providerId="Windows Live" clId="Web-{4AA28327-D951-418F-B0C5-F712BFFBDCE2}" dt="2020-08-22T07:52:55.715" v="390"/>
        <pc:sldMkLst>
          <pc:docMk/>
          <pc:sldMk cId="109857222" sldId="256"/>
        </pc:sldMkLst>
        <pc:spChg chg="del">
          <ac:chgData name="Anku Jaiswal" userId="15fa42f86696cacf" providerId="Windows Live" clId="Web-{4AA28327-D951-418F-B0C5-F712BFFBDCE2}" dt="2020-08-22T07:52:55.715" v="390"/>
          <ac:spMkLst>
            <pc:docMk/>
            <pc:sldMk cId="109857222" sldId="256"/>
            <ac:spMk id="3" creationId="{00000000-0000-0000-0000-000000000000}"/>
          </ac:spMkLst>
        </pc:spChg>
      </pc:sldChg>
      <pc:sldChg chg="modSp">
        <pc:chgData name="Anku Jaiswal" userId="15fa42f86696cacf" providerId="Windows Live" clId="Web-{4AA28327-D951-418F-B0C5-F712BFFBDCE2}" dt="2020-08-22T07:53:22.434" v="403" actId="20577"/>
        <pc:sldMkLst>
          <pc:docMk/>
          <pc:sldMk cId="4104344344" sldId="257"/>
        </pc:sldMkLst>
        <pc:spChg chg="mod">
          <ac:chgData name="Anku Jaiswal" userId="15fa42f86696cacf" providerId="Windows Live" clId="Web-{4AA28327-D951-418F-B0C5-F712BFFBDCE2}" dt="2020-08-22T07:53:22.434" v="403" actId="20577"/>
          <ac:spMkLst>
            <pc:docMk/>
            <pc:sldMk cId="4104344344" sldId="257"/>
            <ac:spMk id="3" creationId="{EB9F2917-BC21-4E32-921F-CB3B4F24E2E0}"/>
          </ac:spMkLst>
        </pc:spChg>
      </pc:sldChg>
      <pc:sldChg chg="modSp">
        <pc:chgData name="Anku Jaiswal" userId="15fa42f86696cacf" providerId="Windows Live" clId="Web-{4AA28327-D951-418F-B0C5-F712BFFBDCE2}" dt="2020-08-22T08:02:04.527" v="586" actId="20577"/>
        <pc:sldMkLst>
          <pc:docMk/>
          <pc:sldMk cId="3532273806" sldId="258"/>
        </pc:sldMkLst>
        <pc:spChg chg="mod">
          <ac:chgData name="Anku Jaiswal" userId="15fa42f86696cacf" providerId="Windows Live" clId="Web-{4AA28327-D951-418F-B0C5-F712BFFBDCE2}" dt="2020-08-22T08:02:04.527" v="586" actId="20577"/>
          <ac:spMkLst>
            <pc:docMk/>
            <pc:sldMk cId="3532273806" sldId="258"/>
            <ac:spMk id="3" creationId="{7FB624EB-1454-478B-BBA9-BCCA772EC2BB}"/>
          </ac:spMkLst>
        </pc:spChg>
      </pc:sldChg>
      <pc:sldChg chg="addSp modSp mod setBg">
        <pc:chgData name="Anku Jaiswal" userId="15fa42f86696cacf" providerId="Windows Live" clId="Web-{4AA28327-D951-418F-B0C5-F712BFFBDCE2}" dt="2020-08-22T08:05:38.078" v="707"/>
        <pc:sldMkLst>
          <pc:docMk/>
          <pc:sldMk cId="4058610458" sldId="259"/>
        </pc:sldMkLst>
        <pc:spChg chg="mod">
          <ac:chgData name="Anku Jaiswal" userId="15fa42f86696cacf" providerId="Windows Live" clId="Web-{4AA28327-D951-418F-B0C5-F712BFFBDCE2}" dt="2020-08-22T08:05:38.078" v="707"/>
          <ac:spMkLst>
            <pc:docMk/>
            <pc:sldMk cId="4058610458" sldId="259"/>
            <ac:spMk id="2" creationId="{D3219A4E-99F6-438E-A248-B9EB0C7E895C}"/>
          </ac:spMkLst>
        </pc:spChg>
        <pc:spChg chg="mod">
          <ac:chgData name="Anku Jaiswal" userId="15fa42f86696cacf" providerId="Windows Live" clId="Web-{4AA28327-D951-418F-B0C5-F712BFFBDCE2}" dt="2020-08-22T08:05:38.078" v="707"/>
          <ac:spMkLst>
            <pc:docMk/>
            <pc:sldMk cId="4058610458" sldId="259"/>
            <ac:spMk id="3" creationId="{1220388C-918D-4E25-97F9-F3E4D44C0645}"/>
          </ac:spMkLst>
        </pc:spChg>
        <pc:spChg chg="add">
          <ac:chgData name="Anku Jaiswal" userId="15fa42f86696cacf" providerId="Windows Live" clId="Web-{4AA28327-D951-418F-B0C5-F712BFFBDCE2}" dt="2020-08-22T08:05:38.078" v="707"/>
          <ac:spMkLst>
            <pc:docMk/>
            <pc:sldMk cId="4058610458" sldId="259"/>
            <ac:spMk id="8" creationId="{3558DB37-9FEE-48A2-8578-ED0401573943}"/>
          </ac:spMkLst>
        </pc:spChg>
        <pc:spChg chg="add">
          <ac:chgData name="Anku Jaiswal" userId="15fa42f86696cacf" providerId="Windows Live" clId="Web-{4AA28327-D951-418F-B0C5-F712BFFBDCE2}" dt="2020-08-22T08:05:38.078" v="707"/>
          <ac:spMkLst>
            <pc:docMk/>
            <pc:sldMk cId="4058610458" sldId="259"/>
            <ac:spMk id="10" creationId="{5F7FCCA6-00E2-4F74-A105-0D769872F243}"/>
          </ac:spMkLst>
        </pc:spChg>
        <pc:spChg chg="add">
          <ac:chgData name="Anku Jaiswal" userId="15fa42f86696cacf" providerId="Windows Live" clId="Web-{4AA28327-D951-418F-B0C5-F712BFFBDCE2}" dt="2020-08-22T08:05:38.078" v="707"/>
          <ac:spMkLst>
            <pc:docMk/>
            <pc:sldMk cId="4058610458" sldId="259"/>
            <ac:spMk id="12" creationId="{359CEC61-F44B-43B3-B40F-AE38C5AF1D5F}"/>
          </ac:spMkLst>
        </pc:spChg>
      </pc:sldChg>
      <pc:sldChg chg="modSp">
        <pc:chgData name="Anku Jaiswal" userId="15fa42f86696cacf" providerId="Windows Live" clId="Web-{4AA28327-D951-418F-B0C5-F712BFFBDCE2}" dt="2020-08-22T07:56:29.192" v="443" actId="20577"/>
        <pc:sldMkLst>
          <pc:docMk/>
          <pc:sldMk cId="389937050" sldId="260"/>
        </pc:sldMkLst>
        <pc:spChg chg="mod">
          <ac:chgData name="Anku Jaiswal" userId="15fa42f86696cacf" providerId="Windows Live" clId="Web-{4AA28327-D951-418F-B0C5-F712BFFBDCE2}" dt="2020-08-22T07:56:29.192" v="443" actId="20577"/>
          <ac:spMkLst>
            <pc:docMk/>
            <pc:sldMk cId="389937050" sldId="260"/>
            <ac:spMk id="3" creationId="{0CF430B9-3003-48DF-96B9-76C12B8172FD}"/>
          </ac:spMkLst>
        </pc:spChg>
      </pc:sldChg>
      <pc:sldChg chg="modSp">
        <pc:chgData name="Anku Jaiswal" userId="15fa42f86696cacf" providerId="Windows Live" clId="Web-{4AA28327-D951-418F-B0C5-F712BFFBDCE2}" dt="2020-08-22T08:00:55.963" v="550" actId="20577"/>
        <pc:sldMkLst>
          <pc:docMk/>
          <pc:sldMk cId="3471341280" sldId="261"/>
        </pc:sldMkLst>
        <pc:spChg chg="mod">
          <ac:chgData name="Anku Jaiswal" userId="15fa42f86696cacf" providerId="Windows Live" clId="Web-{4AA28327-D951-418F-B0C5-F712BFFBDCE2}" dt="2020-08-22T08:00:46.119" v="545" actId="20577"/>
          <ac:spMkLst>
            <pc:docMk/>
            <pc:sldMk cId="3471341280" sldId="261"/>
            <ac:spMk id="2" creationId="{63C1D347-9E29-4FD5-A323-4E0F1650F889}"/>
          </ac:spMkLst>
        </pc:spChg>
        <pc:spChg chg="mod">
          <ac:chgData name="Anku Jaiswal" userId="15fa42f86696cacf" providerId="Windows Live" clId="Web-{4AA28327-D951-418F-B0C5-F712BFFBDCE2}" dt="2020-08-22T08:00:55.963" v="550" actId="20577"/>
          <ac:spMkLst>
            <pc:docMk/>
            <pc:sldMk cId="3471341280" sldId="261"/>
            <ac:spMk id="3" creationId="{6465EF58-A80E-4B4B-8171-22249378F434}"/>
          </ac:spMkLst>
        </pc:spChg>
      </pc:sldChg>
      <pc:sldChg chg="modSp">
        <pc:chgData name="Anku Jaiswal" userId="15fa42f86696cacf" providerId="Windows Live" clId="Web-{4AA28327-D951-418F-B0C5-F712BFFBDCE2}" dt="2020-08-22T08:00:25.181" v="540" actId="20577"/>
        <pc:sldMkLst>
          <pc:docMk/>
          <pc:sldMk cId="3134620505" sldId="262"/>
        </pc:sldMkLst>
        <pc:spChg chg="mod">
          <ac:chgData name="Anku Jaiswal" userId="15fa42f86696cacf" providerId="Windows Live" clId="Web-{4AA28327-D951-418F-B0C5-F712BFFBDCE2}" dt="2020-08-22T08:00:09.774" v="535" actId="1076"/>
          <ac:spMkLst>
            <pc:docMk/>
            <pc:sldMk cId="3134620505" sldId="262"/>
            <ac:spMk id="2" creationId="{858CFEA0-76AF-4E1D-8438-D813112BFC7D}"/>
          </ac:spMkLst>
        </pc:spChg>
        <pc:spChg chg="mod">
          <ac:chgData name="Anku Jaiswal" userId="15fa42f86696cacf" providerId="Windows Live" clId="Web-{4AA28327-D951-418F-B0C5-F712BFFBDCE2}" dt="2020-08-22T08:00:25.181" v="540" actId="20577"/>
          <ac:spMkLst>
            <pc:docMk/>
            <pc:sldMk cId="3134620505" sldId="262"/>
            <ac:spMk id="3" creationId="{827D6683-6331-4B10-82B6-EFC2A925DDF7}"/>
          </ac:spMkLst>
        </pc:spChg>
      </pc:sldChg>
      <pc:sldChg chg="addSp modSp mod setBg">
        <pc:chgData name="Anku Jaiswal" userId="15fa42f86696cacf" providerId="Windows Live" clId="Web-{4AA28327-D951-418F-B0C5-F712BFFBDCE2}" dt="2020-08-22T08:05:46.265" v="708"/>
        <pc:sldMkLst>
          <pc:docMk/>
          <pc:sldMk cId="973869257" sldId="263"/>
        </pc:sldMkLst>
        <pc:spChg chg="mod">
          <ac:chgData name="Anku Jaiswal" userId="15fa42f86696cacf" providerId="Windows Live" clId="Web-{4AA28327-D951-418F-B0C5-F712BFFBDCE2}" dt="2020-08-22T08:05:46.265" v="708"/>
          <ac:spMkLst>
            <pc:docMk/>
            <pc:sldMk cId="973869257" sldId="263"/>
            <ac:spMk id="2" creationId="{EC33455A-5069-445F-B9C0-DCD2B77E638D}"/>
          </ac:spMkLst>
        </pc:spChg>
        <pc:spChg chg="mod">
          <ac:chgData name="Anku Jaiswal" userId="15fa42f86696cacf" providerId="Windows Live" clId="Web-{4AA28327-D951-418F-B0C5-F712BFFBDCE2}" dt="2020-08-22T08:05:46.265" v="708"/>
          <ac:spMkLst>
            <pc:docMk/>
            <pc:sldMk cId="973869257" sldId="263"/>
            <ac:spMk id="3" creationId="{2B2E88D0-BBD4-440B-BA86-D10A2911A325}"/>
          </ac:spMkLst>
        </pc:spChg>
        <pc:spChg chg="add">
          <ac:chgData name="Anku Jaiswal" userId="15fa42f86696cacf" providerId="Windows Live" clId="Web-{4AA28327-D951-418F-B0C5-F712BFFBDCE2}" dt="2020-08-22T08:05:46.265" v="708"/>
          <ac:spMkLst>
            <pc:docMk/>
            <pc:sldMk cId="973869257" sldId="263"/>
            <ac:spMk id="8" creationId="{C8DD82D3-D002-45B0-B16A-82B3DA4EFDDB}"/>
          </ac:spMkLst>
        </pc:spChg>
        <pc:spChg chg="add">
          <ac:chgData name="Anku Jaiswal" userId="15fa42f86696cacf" providerId="Windows Live" clId="Web-{4AA28327-D951-418F-B0C5-F712BFFBDCE2}" dt="2020-08-22T08:05:46.265" v="708"/>
          <ac:spMkLst>
            <pc:docMk/>
            <pc:sldMk cId="973869257" sldId="263"/>
            <ac:spMk id="12" creationId="{14552793-7DFF-4EC7-AC69-D34A75D01880}"/>
          </ac:spMkLst>
        </pc:spChg>
        <pc:cxnChg chg="add">
          <ac:chgData name="Anku Jaiswal" userId="15fa42f86696cacf" providerId="Windows Live" clId="Web-{4AA28327-D951-418F-B0C5-F712BFFBDCE2}" dt="2020-08-22T08:05:46.265" v="708"/>
          <ac:cxnSpMkLst>
            <pc:docMk/>
            <pc:sldMk cId="973869257" sldId="263"/>
            <ac:cxnSpMk id="10" creationId="{9F09C252-16FE-4557-AD6D-BB5CA773496C}"/>
          </ac:cxnSpMkLst>
        </pc:cxnChg>
      </pc:sldChg>
      <pc:sldChg chg="modSp">
        <pc:chgData name="Anku Jaiswal" userId="15fa42f86696cacf" providerId="Windows Live" clId="Web-{4AA28327-D951-418F-B0C5-F712BFFBDCE2}" dt="2020-08-22T08:03:34.841" v="663" actId="20577"/>
        <pc:sldMkLst>
          <pc:docMk/>
          <pc:sldMk cId="119618998" sldId="264"/>
        </pc:sldMkLst>
        <pc:spChg chg="mod">
          <ac:chgData name="Anku Jaiswal" userId="15fa42f86696cacf" providerId="Windows Live" clId="Web-{4AA28327-D951-418F-B0C5-F712BFFBDCE2}" dt="2020-08-22T08:02:43.621" v="606" actId="20577"/>
          <ac:spMkLst>
            <pc:docMk/>
            <pc:sldMk cId="119618998" sldId="264"/>
            <ac:spMk id="2" creationId="{1822AECA-E885-4798-ACFC-18801462AE2A}"/>
          </ac:spMkLst>
        </pc:spChg>
        <pc:spChg chg="mod">
          <ac:chgData name="Anku Jaiswal" userId="15fa42f86696cacf" providerId="Windows Live" clId="Web-{4AA28327-D951-418F-B0C5-F712BFFBDCE2}" dt="2020-08-22T08:03:34.841" v="663" actId="20577"/>
          <ac:spMkLst>
            <pc:docMk/>
            <pc:sldMk cId="119618998" sldId="264"/>
            <ac:spMk id="3" creationId="{1FCA3EAA-76EE-46A0-938F-73E73BFCE798}"/>
          </ac:spMkLst>
        </pc:spChg>
      </pc:sldChg>
      <pc:sldChg chg="addSp modSp mod setBg">
        <pc:chgData name="Anku Jaiswal" userId="15fa42f86696cacf" providerId="Windows Live" clId="Web-{4AA28327-D951-418F-B0C5-F712BFFBDCE2}" dt="2020-08-22T08:06:53.298" v="754"/>
        <pc:sldMkLst>
          <pc:docMk/>
          <pc:sldMk cId="1385101456" sldId="265"/>
        </pc:sldMkLst>
        <pc:spChg chg="mod">
          <ac:chgData name="Anku Jaiswal" userId="15fa42f86696cacf" providerId="Windows Live" clId="Web-{4AA28327-D951-418F-B0C5-F712BFFBDCE2}" dt="2020-08-22T08:06:53.298" v="754"/>
          <ac:spMkLst>
            <pc:docMk/>
            <pc:sldMk cId="1385101456" sldId="265"/>
            <ac:spMk id="2" creationId="{7DF54128-2222-484C-87C7-3283A1F19217}"/>
          </ac:spMkLst>
        </pc:spChg>
        <pc:spChg chg="mod">
          <ac:chgData name="Anku Jaiswal" userId="15fa42f86696cacf" providerId="Windows Live" clId="Web-{4AA28327-D951-418F-B0C5-F712BFFBDCE2}" dt="2020-08-22T08:06:53.298" v="754"/>
          <ac:spMkLst>
            <pc:docMk/>
            <pc:sldMk cId="1385101456" sldId="265"/>
            <ac:spMk id="3" creationId="{30FC9A3B-72CB-4843-B8DA-C2E9D6582263}"/>
          </ac:spMkLst>
        </pc:spChg>
        <pc:spChg chg="add">
          <ac:chgData name="Anku Jaiswal" userId="15fa42f86696cacf" providerId="Windows Live" clId="Web-{4AA28327-D951-418F-B0C5-F712BFFBDCE2}" dt="2020-08-22T08:06:53.298" v="754"/>
          <ac:spMkLst>
            <pc:docMk/>
            <pc:sldMk cId="1385101456" sldId="265"/>
            <ac:spMk id="8" creationId="{3741B58E-3B65-4A01-A276-975AB2CF8A08}"/>
          </ac:spMkLst>
        </pc:spChg>
        <pc:spChg chg="add">
          <ac:chgData name="Anku Jaiswal" userId="15fa42f86696cacf" providerId="Windows Live" clId="Web-{4AA28327-D951-418F-B0C5-F712BFFBDCE2}" dt="2020-08-22T08:06:53.298" v="754"/>
          <ac:spMkLst>
            <pc:docMk/>
            <pc:sldMk cId="1385101456" sldId="265"/>
            <ac:spMk id="10" creationId="{7AAC67C3-831B-4AB1-A259-DFB839CAFAFC}"/>
          </ac:spMkLst>
        </pc:spChg>
      </pc:sldChg>
      <pc:sldChg chg="addSp delSp modSp mod setBg">
        <pc:chgData name="Anku Jaiswal" userId="15fa42f86696cacf" providerId="Windows Live" clId="Web-{4AA28327-D951-418F-B0C5-F712BFFBDCE2}" dt="2020-08-22T08:07:14.126" v="757"/>
        <pc:sldMkLst>
          <pc:docMk/>
          <pc:sldMk cId="2866807402" sldId="266"/>
        </pc:sldMkLst>
        <pc:spChg chg="del mod">
          <ac:chgData name="Anku Jaiswal" userId="15fa42f86696cacf" providerId="Windows Live" clId="Web-{4AA28327-D951-418F-B0C5-F712BFFBDCE2}" dt="2020-08-22T08:07:11.157" v="756"/>
          <ac:spMkLst>
            <pc:docMk/>
            <pc:sldMk cId="2866807402" sldId="266"/>
            <ac:spMk id="2" creationId="{237C2ACA-E8BE-43B0-A4AD-4DE7903FBB91}"/>
          </ac:spMkLst>
        </pc:spChg>
        <pc:spChg chg="add del">
          <ac:chgData name="Anku Jaiswal" userId="15fa42f86696cacf" providerId="Windows Live" clId="Web-{4AA28327-D951-418F-B0C5-F712BFFBDCE2}" dt="2020-08-22T08:07:14.126" v="757"/>
          <ac:spMkLst>
            <pc:docMk/>
            <pc:sldMk cId="2866807402" sldId="266"/>
            <ac:spMk id="8" creationId="{4E0A253B-0A9B-4ED6-977B-14228581B972}"/>
          </ac:spMkLst>
        </pc:spChg>
        <pc:spChg chg="add">
          <ac:chgData name="Anku Jaiswal" userId="15fa42f86696cacf" providerId="Windows Live" clId="Web-{4AA28327-D951-418F-B0C5-F712BFFBDCE2}" dt="2020-08-22T08:07:04.720" v="755"/>
          <ac:spMkLst>
            <pc:docMk/>
            <pc:sldMk cId="2866807402" sldId="266"/>
            <ac:spMk id="11" creationId="{F64BBAA4-C62B-4146-B49F-FE4CC4655EE0}"/>
          </ac:spMkLst>
        </pc:spChg>
        <pc:spChg chg="add">
          <ac:chgData name="Anku Jaiswal" userId="15fa42f86696cacf" providerId="Windows Live" clId="Web-{4AA28327-D951-418F-B0C5-F712BFFBDCE2}" dt="2020-08-22T08:07:04.720" v="755"/>
          <ac:spMkLst>
            <pc:docMk/>
            <pc:sldMk cId="2866807402" sldId="266"/>
            <ac:spMk id="15" creationId="{6BF36B24-6632-4516-9692-731462896C1F}"/>
          </ac:spMkLst>
        </pc:spChg>
        <pc:picChg chg="mod">
          <ac:chgData name="Anku Jaiswal" userId="15fa42f86696cacf" providerId="Windows Live" clId="Web-{4AA28327-D951-418F-B0C5-F712BFFBDCE2}" dt="2020-08-22T08:07:04.720" v="755"/>
          <ac:picMkLst>
            <pc:docMk/>
            <pc:sldMk cId="2866807402" sldId="266"/>
            <ac:picMk id="4" creationId="{B252F23F-C7AE-4D52-BD01-E63267E68CA2}"/>
          </ac:picMkLst>
        </pc:picChg>
        <pc:cxnChg chg="add">
          <ac:chgData name="Anku Jaiswal" userId="15fa42f86696cacf" providerId="Windows Live" clId="Web-{4AA28327-D951-418F-B0C5-F712BFFBDCE2}" dt="2020-08-22T08:07:04.720" v="755"/>
          <ac:cxnSpMkLst>
            <pc:docMk/>
            <pc:sldMk cId="2866807402" sldId="266"/>
            <ac:cxnSpMk id="13" creationId="{EEB57AA8-F021-480C-A9E2-F89913313611}"/>
          </ac:cxnSpMkLst>
        </pc:cxnChg>
      </pc:sldChg>
      <pc:sldChg chg="modSp">
        <pc:chgData name="Anku Jaiswal" userId="15fa42f86696cacf" providerId="Windows Live" clId="Web-{4AA28327-D951-418F-B0C5-F712BFFBDCE2}" dt="2020-08-22T08:09:08.316" v="849" actId="20577"/>
        <pc:sldMkLst>
          <pc:docMk/>
          <pc:sldMk cId="257281536" sldId="267"/>
        </pc:sldMkLst>
        <pc:spChg chg="mod">
          <ac:chgData name="Anku Jaiswal" userId="15fa42f86696cacf" providerId="Windows Live" clId="Web-{4AA28327-D951-418F-B0C5-F712BFFBDCE2}" dt="2020-08-22T08:07:45.721" v="763" actId="20577"/>
          <ac:spMkLst>
            <pc:docMk/>
            <pc:sldMk cId="257281536" sldId="267"/>
            <ac:spMk id="2" creationId="{E08DA4E9-A7A0-451B-82A1-40952574803B}"/>
          </ac:spMkLst>
        </pc:spChg>
        <pc:spChg chg="mod">
          <ac:chgData name="Anku Jaiswal" userId="15fa42f86696cacf" providerId="Windows Live" clId="Web-{4AA28327-D951-418F-B0C5-F712BFFBDCE2}" dt="2020-08-22T08:09:08.316" v="849" actId="20577"/>
          <ac:spMkLst>
            <pc:docMk/>
            <pc:sldMk cId="257281536" sldId="267"/>
            <ac:spMk id="3" creationId="{1E781F19-0DED-49AC-8EF8-80074EAACE3D}"/>
          </ac:spMkLst>
        </pc:spChg>
      </pc:sldChg>
      <pc:sldChg chg="modSp">
        <pc:chgData name="Anku Jaiswal" userId="15fa42f86696cacf" providerId="Windows Live" clId="Web-{4AA28327-D951-418F-B0C5-F712BFFBDCE2}" dt="2020-08-22T08:09:59.207" v="874" actId="20577"/>
        <pc:sldMkLst>
          <pc:docMk/>
          <pc:sldMk cId="199578351" sldId="268"/>
        </pc:sldMkLst>
        <pc:spChg chg="mod">
          <ac:chgData name="Anku Jaiswal" userId="15fa42f86696cacf" providerId="Windows Live" clId="Web-{4AA28327-D951-418F-B0C5-F712BFFBDCE2}" dt="2020-08-22T08:09:19.988" v="856" actId="20577"/>
          <ac:spMkLst>
            <pc:docMk/>
            <pc:sldMk cId="199578351" sldId="268"/>
            <ac:spMk id="2" creationId="{A3CB9D96-0EBA-4279-835B-4CCF0C054479}"/>
          </ac:spMkLst>
        </pc:spChg>
        <pc:spChg chg="mod">
          <ac:chgData name="Anku Jaiswal" userId="15fa42f86696cacf" providerId="Windows Live" clId="Web-{4AA28327-D951-418F-B0C5-F712BFFBDCE2}" dt="2020-08-22T08:09:59.207" v="874" actId="20577"/>
          <ac:spMkLst>
            <pc:docMk/>
            <pc:sldMk cId="199578351" sldId="268"/>
            <ac:spMk id="3" creationId="{9D1E4EBD-53EE-498C-817A-A1F0F7229643}"/>
          </ac:spMkLst>
        </pc:spChg>
      </pc:sldChg>
      <pc:sldChg chg="modSp">
        <pc:chgData name="Anku Jaiswal" userId="15fa42f86696cacf" providerId="Windows Live" clId="Web-{4AA28327-D951-418F-B0C5-F712BFFBDCE2}" dt="2020-08-22T08:10:30.083" v="899" actId="20577"/>
        <pc:sldMkLst>
          <pc:docMk/>
          <pc:sldMk cId="2434635617" sldId="269"/>
        </pc:sldMkLst>
        <pc:spChg chg="mod">
          <ac:chgData name="Anku Jaiswal" userId="15fa42f86696cacf" providerId="Windows Live" clId="Web-{4AA28327-D951-418F-B0C5-F712BFFBDCE2}" dt="2020-08-22T08:10:07.255" v="881" actId="20577"/>
          <ac:spMkLst>
            <pc:docMk/>
            <pc:sldMk cId="2434635617" sldId="269"/>
            <ac:spMk id="2" creationId="{B8780F6C-E50F-4DA7-8E73-3CEDFB94231D}"/>
          </ac:spMkLst>
        </pc:spChg>
        <pc:spChg chg="mod">
          <ac:chgData name="Anku Jaiswal" userId="15fa42f86696cacf" providerId="Windows Live" clId="Web-{4AA28327-D951-418F-B0C5-F712BFFBDCE2}" dt="2020-08-22T08:10:30.083" v="899" actId="20577"/>
          <ac:spMkLst>
            <pc:docMk/>
            <pc:sldMk cId="2434635617" sldId="269"/>
            <ac:spMk id="3" creationId="{96C9653E-1A7F-4D3E-AB6B-139F3DFCB8DA}"/>
          </ac:spMkLst>
        </pc:spChg>
      </pc:sldChg>
      <pc:sldChg chg="addSp delSp modSp mod setBg">
        <pc:chgData name="Anku Jaiswal" userId="15fa42f86696cacf" providerId="Windows Live" clId="Web-{4AA28327-D951-418F-B0C5-F712BFFBDCE2}" dt="2020-08-22T08:05:28.484" v="706"/>
        <pc:sldMkLst>
          <pc:docMk/>
          <pc:sldMk cId="124339490" sldId="270"/>
        </pc:sldMkLst>
        <pc:spChg chg="del mod">
          <ac:chgData name="Anku Jaiswal" userId="15fa42f86696cacf" providerId="Windows Live" clId="Web-{4AA28327-D951-418F-B0C5-F712BFFBDCE2}" dt="2020-08-22T08:05:23.234" v="705"/>
          <ac:spMkLst>
            <pc:docMk/>
            <pc:sldMk cId="124339490" sldId="270"/>
            <ac:spMk id="2" creationId="{F01BD1B5-8E1C-4366-AD92-1464300E0609}"/>
          </ac:spMkLst>
        </pc:spChg>
        <pc:spChg chg="add del">
          <ac:chgData name="Anku Jaiswal" userId="15fa42f86696cacf" providerId="Windows Live" clId="Web-{4AA28327-D951-418F-B0C5-F712BFFBDCE2}" dt="2020-08-22T08:05:28.484" v="706"/>
          <ac:spMkLst>
            <pc:docMk/>
            <pc:sldMk cId="124339490" sldId="270"/>
            <ac:spMk id="9" creationId="{39E3965E-AC41-4711-9D10-E25ABB132D86}"/>
          </ac:spMkLst>
        </pc:spChg>
        <pc:spChg chg="add del">
          <ac:chgData name="Anku Jaiswal" userId="15fa42f86696cacf" providerId="Windows Live" clId="Web-{4AA28327-D951-418F-B0C5-F712BFFBDCE2}" dt="2020-08-22T08:05:28.484" v="706"/>
          <ac:spMkLst>
            <pc:docMk/>
            <pc:sldMk cId="124339490" sldId="270"/>
            <ac:spMk id="13" creationId="{33428ACC-71EC-4171-9527-10983BA6B41D}"/>
          </ac:spMkLst>
        </pc:spChg>
        <pc:spChg chg="add del">
          <ac:chgData name="Anku Jaiswal" userId="15fa42f86696cacf" providerId="Windows Live" clId="Web-{4AA28327-D951-418F-B0C5-F712BFFBDCE2}" dt="2020-08-22T08:05:28.484" v="706"/>
          <ac:spMkLst>
            <pc:docMk/>
            <pc:sldMk cId="124339490" sldId="270"/>
            <ac:spMk id="17" creationId="{8D4480B4-953D-41FA-9052-09AB3A026947}"/>
          </ac:spMkLst>
        </pc:spChg>
        <pc:spChg chg="add">
          <ac:chgData name="Anku Jaiswal" userId="15fa42f86696cacf" providerId="Windows Live" clId="Web-{4AA28327-D951-418F-B0C5-F712BFFBDCE2}" dt="2020-08-22T08:05:28.484" v="706"/>
          <ac:spMkLst>
            <pc:docMk/>
            <pc:sldMk cId="124339490" sldId="270"/>
            <ac:spMk id="22" creationId="{39E3965E-AC41-4711-9D10-E25ABB132D86}"/>
          </ac:spMkLst>
        </pc:spChg>
        <pc:spChg chg="add">
          <ac:chgData name="Anku Jaiswal" userId="15fa42f86696cacf" providerId="Windows Live" clId="Web-{4AA28327-D951-418F-B0C5-F712BFFBDCE2}" dt="2020-08-22T08:05:28.484" v="706"/>
          <ac:spMkLst>
            <pc:docMk/>
            <pc:sldMk cId="124339490" sldId="270"/>
            <ac:spMk id="26" creationId="{4C869C3B-5565-4AAC-86A8-9EB0AB1C653E}"/>
          </ac:spMkLst>
        </pc:spChg>
        <pc:spChg chg="add">
          <ac:chgData name="Anku Jaiswal" userId="15fa42f86696cacf" providerId="Windows Live" clId="Web-{4AA28327-D951-418F-B0C5-F712BFFBDCE2}" dt="2020-08-22T08:05:28.484" v="706"/>
          <ac:spMkLst>
            <pc:docMk/>
            <pc:sldMk cId="124339490" sldId="270"/>
            <ac:spMk id="30" creationId="{064CBAAB-7956-4763-9F69-A3FDBF1ACBAA}"/>
          </ac:spMkLst>
        </pc:spChg>
        <pc:picChg chg="mod">
          <ac:chgData name="Anku Jaiswal" userId="15fa42f86696cacf" providerId="Windows Live" clId="Web-{4AA28327-D951-418F-B0C5-F712BFFBDCE2}" dt="2020-08-22T08:05:28.484" v="706"/>
          <ac:picMkLst>
            <pc:docMk/>
            <pc:sldMk cId="124339490" sldId="270"/>
            <ac:picMk id="4" creationId="{532B02DE-47E4-4989-A7AE-3DCD1621CD55}"/>
          </ac:picMkLst>
        </pc:picChg>
        <pc:cxnChg chg="add del">
          <ac:chgData name="Anku Jaiswal" userId="15fa42f86696cacf" providerId="Windows Live" clId="Web-{4AA28327-D951-418F-B0C5-F712BFFBDCE2}" dt="2020-08-22T08:05:28.484" v="706"/>
          <ac:cxnSpMkLst>
            <pc:docMk/>
            <pc:sldMk cId="124339490" sldId="270"/>
            <ac:cxnSpMk id="11" creationId="{1F5DC8C3-BA5F-4EED-BB9A-A14272BD82A1}"/>
          </ac:cxnSpMkLst>
        </pc:cxnChg>
        <pc:cxnChg chg="add del">
          <ac:chgData name="Anku Jaiswal" userId="15fa42f86696cacf" providerId="Windows Live" clId="Web-{4AA28327-D951-418F-B0C5-F712BFFBDCE2}" dt="2020-08-22T08:05:28.484" v="706"/>
          <ac:cxnSpMkLst>
            <pc:docMk/>
            <pc:sldMk cId="124339490" sldId="270"/>
            <ac:cxnSpMk id="15" creationId="{BA22713B-ABB6-4391-97F9-0449A2B9B664}"/>
          </ac:cxnSpMkLst>
        </pc:cxnChg>
        <pc:cxnChg chg="add">
          <ac:chgData name="Anku Jaiswal" userId="15fa42f86696cacf" providerId="Windows Live" clId="Web-{4AA28327-D951-418F-B0C5-F712BFFBDCE2}" dt="2020-08-22T08:05:28.484" v="706"/>
          <ac:cxnSpMkLst>
            <pc:docMk/>
            <pc:sldMk cId="124339490" sldId="270"/>
            <ac:cxnSpMk id="24" creationId="{1F5DC8C3-BA5F-4EED-BB9A-A14272BD82A1}"/>
          </ac:cxnSpMkLst>
        </pc:cxnChg>
        <pc:cxnChg chg="add">
          <ac:chgData name="Anku Jaiswal" userId="15fa42f86696cacf" providerId="Windows Live" clId="Web-{4AA28327-D951-418F-B0C5-F712BFFBDCE2}" dt="2020-08-22T08:05:28.484" v="706"/>
          <ac:cxnSpMkLst>
            <pc:docMk/>
            <pc:sldMk cId="124339490" sldId="270"/>
            <ac:cxnSpMk id="28" creationId="{F41136EC-EC34-4D08-B5AB-8CE5870B1C74}"/>
          </ac:cxnSpMkLst>
        </pc:cxnChg>
      </pc:sldChg>
      <pc:sldChg chg="addSp delSp modSp mod setBg">
        <pc:chgData name="Anku Jaiswal" userId="15fa42f86696cacf" providerId="Windows Live" clId="Web-{4AA28327-D951-418F-B0C5-F712BFFBDCE2}" dt="2020-08-22T08:06:19.141" v="720"/>
        <pc:sldMkLst>
          <pc:docMk/>
          <pc:sldMk cId="2173558824" sldId="271"/>
        </pc:sldMkLst>
        <pc:spChg chg="mod">
          <ac:chgData name="Anku Jaiswal" userId="15fa42f86696cacf" providerId="Windows Live" clId="Web-{4AA28327-D951-418F-B0C5-F712BFFBDCE2}" dt="2020-08-22T08:06:19.141" v="720"/>
          <ac:spMkLst>
            <pc:docMk/>
            <pc:sldMk cId="2173558824" sldId="271"/>
            <ac:spMk id="2" creationId="{FBB709B9-2CE1-4E92-AB8B-0D20FD9196CB}"/>
          </ac:spMkLst>
        </pc:spChg>
        <pc:spChg chg="add del">
          <ac:chgData name="Anku Jaiswal" userId="15fa42f86696cacf" providerId="Windows Live" clId="Web-{4AA28327-D951-418F-B0C5-F712BFFBDCE2}" dt="2020-08-22T08:06:19.141" v="720"/>
          <ac:spMkLst>
            <pc:docMk/>
            <pc:sldMk cId="2173558824" sldId="271"/>
            <ac:spMk id="9" creationId="{39E3965E-AC41-4711-9D10-E25ABB132D86}"/>
          </ac:spMkLst>
        </pc:spChg>
        <pc:spChg chg="add del">
          <ac:chgData name="Anku Jaiswal" userId="15fa42f86696cacf" providerId="Windows Live" clId="Web-{4AA28327-D951-418F-B0C5-F712BFFBDCE2}" dt="2020-08-22T08:06:19.141" v="720"/>
          <ac:spMkLst>
            <pc:docMk/>
            <pc:sldMk cId="2173558824" sldId="271"/>
            <ac:spMk id="13" creationId="{33428ACC-71EC-4171-9527-10983BA6B41D}"/>
          </ac:spMkLst>
        </pc:spChg>
        <pc:spChg chg="add del">
          <ac:chgData name="Anku Jaiswal" userId="15fa42f86696cacf" providerId="Windows Live" clId="Web-{4AA28327-D951-418F-B0C5-F712BFFBDCE2}" dt="2020-08-22T08:06:19.141" v="720"/>
          <ac:spMkLst>
            <pc:docMk/>
            <pc:sldMk cId="2173558824" sldId="271"/>
            <ac:spMk id="17" creationId="{8D4480B4-953D-41FA-9052-09AB3A026947}"/>
          </ac:spMkLst>
        </pc:spChg>
        <pc:spChg chg="add">
          <ac:chgData name="Anku Jaiswal" userId="15fa42f86696cacf" providerId="Windows Live" clId="Web-{4AA28327-D951-418F-B0C5-F712BFFBDCE2}" dt="2020-08-22T08:06:19.141" v="720"/>
          <ac:spMkLst>
            <pc:docMk/>
            <pc:sldMk cId="2173558824" sldId="271"/>
            <ac:spMk id="22" creationId="{39E3965E-AC41-4711-9D10-E25ABB132D86}"/>
          </ac:spMkLst>
        </pc:spChg>
        <pc:spChg chg="add">
          <ac:chgData name="Anku Jaiswal" userId="15fa42f86696cacf" providerId="Windows Live" clId="Web-{4AA28327-D951-418F-B0C5-F712BFFBDCE2}" dt="2020-08-22T08:06:19.141" v="720"/>
          <ac:spMkLst>
            <pc:docMk/>
            <pc:sldMk cId="2173558824" sldId="271"/>
            <ac:spMk id="26" creationId="{33428ACC-71EC-4171-9527-10983BA6B41D}"/>
          </ac:spMkLst>
        </pc:spChg>
        <pc:spChg chg="add">
          <ac:chgData name="Anku Jaiswal" userId="15fa42f86696cacf" providerId="Windows Live" clId="Web-{4AA28327-D951-418F-B0C5-F712BFFBDCE2}" dt="2020-08-22T08:06:19.141" v="720"/>
          <ac:spMkLst>
            <pc:docMk/>
            <pc:sldMk cId="2173558824" sldId="271"/>
            <ac:spMk id="30" creationId="{8D4480B4-953D-41FA-9052-09AB3A026947}"/>
          </ac:spMkLst>
        </pc:spChg>
        <pc:picChg chg="mod">
          <ac:chgData name="Anku Jaiswal" userId="15fa42f86696cacf" providerId="Windows Live" clId="Web-{4AA28327-D951-418F-B0C5-F712BFFBDCE2}" dt="2020-08-22T08:05:58.828" v="709"/>
          <ac:picMkLst>
            <pc:docMk/>
            <pc:sldMk cId="2173558824" sldId="271"/>
            <ac:picMk id="4" creationId="{A2B4E9C7-A8A9-42E9-BC80-B6298127091C}"/>
          </ac:picMkLst>
        </pc:picChg>
        <pc:cxnChg chg="add del">
          <ac:chgData name="Anku Jaiswal" userId="15fa42f86696cacf" providerId="Windows Live" clId="Web-{4AA28327-D951-418F-B0C5-F712BFFBDCE2}" dt="2020-08-22T08:06:19.141" v="720"/>
          <ac:cxnSpMkLst>
            <pc:docMk/>
            <pc:sldMk cId="2173558824" sldId="271"/>
            <ac:cxnSpMk id="11" creationId="{1F5DC8C3-BA5F-4EED-BB9A-A14272BD82A1}"/>
          </ac:cxnSpMkLst>
        </pc:cxnChg>
        <pc:cxnChg chg="add del">
          <ac:chgData name="Anku Jaiswal" userId="15fa42f86696cacf" providerId="Windows Live" clId="Web-{4AA28327-D951-418F-B0C5-F712BFFBDCE2}" dt="2020-08-22T08:06:19.141" v="720"/>
          <ac:cxnSpMkLst>
            <pc:docMk/>
            <pc:sldMk cId="2173558824" sldId="271"/>
            <ac:cxnSpMk id="15" creationId="{BA22713B-ABB6-4391-97F9-0449A2B9B664}"/>
          </ac:cxnSpMkLst>
        </pc:cxnChg>
        <pc:cxnChg chg="add">
          <ac:chgData name="Anku Jaiswal" userId="15fa42f86696cacf" providerId="Windows Live" clId="Web-{4AA28327-D951-418F-B0C5-F712BFFBDCE2}" dt="2020-08-22T08:06:19.141" v="720"/>
          <ac:cxnSpMkLst>
            <pc:docMk/>
            <pc:sldMk cId="2173558824" sldId="271"/>
            <ac:cxnSpMk id="24" creationId="{1F5DC8C3-BA5F-4EED-BB9A-A14272BD82A1}"/>
          </ac:cxnSpMkLst>
        </pc:cxnChg>
        <pc:cxnChg chg="add">
          <ac:chgData name="Anku Jaiswal" userId="15fa42f86696cacf" providerId="Windows Live" clId="Web-{4AA28327-D951-418F-B0C5-F712BFFBDCE2}" dt="2020-08-22T08:06:19.141" v="720"/>
          <ac:cxnSpMkLst>
            <pc:docMk/>
            <pc:sldMk cId="2173558824" sldId="271"/>
            <ac:cxnSpMk id="28" creationId="{BA22713B-ABB6-4391-97F9-0449A2B9B664}"/>
          </ac:cxnSpMkLst>
        </pc:cxnChg>
      </pc:sldChg>
      <pc:sldChg chg="modSp">
        <pc:chgData name="Anku Jaiswal" userId="15fa42f86696cacf" providerId="Windows Live" clId="Web-{4AA28327-D951-418F-B0C5-F712BFFBDCE2}" dt="2020-08-22T08:10:47.787" v="903" actId="20577"/>
        <pc:sldMkLst>
          <pc:docMk/>
          <pc:sldMk cId="3525501948" sldId="272"/>
        </pc:sldMkLst>
        <pc:spChg chg="mod">
          <ac:chgData name="Anku Jaiswal" userId="15fa42f86696cacf" providerId="Windows Live" clId="Web-{4AA28327-D951-418F-B0C5-F712BFFBDCE2}" dt="2020-08-22T07:16:20.291" v="40" actId="20577"/>
          <ac:spMkLst>
            <pc:docMk/>
            <pc:sldMk cId="3525501948" sldId="272"/>
            <ac:spMk id="2" creationId="{AAFA7C61-CCC5-44D2-9D51-A85B3BA412B8}"/>
          </ac:spMkLst>
        </pc:spChg>
        <pc:spChg chg="mod">
          <ac:chgData name="Anku Jaiswal" userId="15fa42f86696cacf" providerId="Windows Live" clId="Web-{4AA28327-D951-418F-B0C5-F712BFFBDCE2}" dt="2020-08-22T08:10:47.787" v="903" actId="20577"/>
          <ac:spMkLst>
            <pc:docMk/>
            <pc:sldMk cId="3525501948" sldId="272"/>
            <ac:spMk id="3" creationId="{C7C046B9-42F8-418B-890C-F8FF54B1454D}"/>
          </ac:spMkLst>
        </pc:spChg>
      </pc:sldChg>
      <pc:sldChg chg="modSp new">
        <pc:chgData name="Anku Jaiswal" userId="15fa42f86696cacf" providerId="Windows Live" clId="Web-{4AA28327-D951-418F-B0C5-F712BFFBDCE2}" dt="2020-08-22T08:11:07.349" v="911" actId="20577"/>
        <pc:sldMkLst>
          <pc:docMk/>
          <pc:sldMk cId="2608224711" sldId="273"/>
        </pc:sldMkLst>
        <pc:spChg chg="mod">
          <ac:chgData name="Anku Jaiswal" userId="15fa42f86696cacf" providerId="Windows Live" clId="Web-{4AA28327-D951-418F-B0C5-F712BFFBDCE2}" dt="2020-08-22T08:11:07.349" v="911" actId="20577"/>
          <ac:spMkLst>
            <pc:docMk/>
            <pc:sldMk cId="2608224711" sldId="273"/>
            <ac:spMk id="3" creationId="{A239F3D4-35BE-4EA9-A027-C7BB13BC0513}"/>
          </ac:spMkLst>
        </pc:spChg>
      </pc:sldChg>
      <pc:sldChg chg="modSp new">
        <pc:chgData name="Anku Jaiswal" userId="15fa42f86696cacf" providerId="Windows Live" clId="Web-{4AA28327-D951-418F-B0C5-F712BFFBDCE2}" dt="2020-08-22T07:22:45.707" v="174" actId="20577"/>
        <pc:sldMkLst>
          <pc:docMk/>
          <pc:sldMk cId="4104066750" sldId="274"/>
        </pc:sldMkLst>
        <pc:spChg chg="mod">
          <ac:chgData name="Anku Jaiswal" userId="15fa42f86696cacf" providerId="Windows Live" clId="Web-{4AA28327-D951-418F-B0C5-F712BFFBDCE2}" dt="2020-08-22T07:22:05.096" v="169" actId="20577"/>
          <ac:spMkLst>
            <pc:docMk/>
            <pc:sldMk cId="4104066750" sldId="274"/>
            <ac:spMk id="2" creationId="{4EFC0CB8-1E66-44CC-8949-EADA696865AB}"/>
          </ac:spMkLst>
        </pc:spChg>
        <pc:spChg chg="mod">
          <ac:chgData name="Anku Jaiswal" userId="15fa42f86696cacf" providerId="Windows Live" clId="Web-{4AA28327-D951-418F-B0C5-F712BFFBDCE2}" dt="2020-08-22T07:22:45.707" v="174" actId="20577"/>
          <ac:spMkLst>
            <pc:docMk/>
            <pc:sldMk cId="4104066750" sldId="274"/>
            <ac:spMk id="3" creationId="{A0F459C0-8CA5-4300-AEC4-F695E2375D73}"/>
          </ac:spMkLst>
        </pc:spChg>
      </pc:sldChg>
      <pc:sldChg chg="modSp new">
        <pc:chgData name="Anku Jaiswal" userId="15fa42f86696cacf" providerId="Windows Live" clId="Web-{4AA28327-D951-418F-B0C5-F712BFFBDCE2}" dt="2020-08-22T07:23:16.051" v="179" actId="20577"/>
        <pc:sldMkLst>
          <pc:docMk/>
          <pc:sldMk cId="2997248852" sldId="275"/>
        </pc:sldMkLst>
        <pc:spChg chg="mod">
          <ac:chgData name="Anku Jaiswal" userId="15fa42f86696cacf" providerId="Windows Live" clId="Web-{4AA28327-D951-418F-B0C5-F712BFFBDCE2}" dt="2020-08-22T07:23:16.051" v="179" actId="20577"/>
          <ac:spMkLst>
            <pc:docMk/>
            <pc:sldMk cId="2997248852" sldId="275"/>
            <ac:spMk id="3" creationId="{14928A68-202E-4327-89FE-709E75706429}"/>
          </ac:spMkLst>
        </pc:spChg>
      </pc:sldChg>
      <pc:sldChg chg="modSp new">
        <pc:chgData name="Anku Jaiswal" userId="15fa42f86696cacf" providerId="Windows Live" clId="Web-{4AA28327-D951-418F-B0C5-F712BFFBDCE2}" dt="2020-08-22T07:24:23.647" v="184" actId="20577"/>
        <pc:sldMkLst>
          <pc:docMk/>
          <pc:sldMk cId="761093988" sldId="276"/>
        </pc:sldMkLst>
        <pc:spChg chg="mod">
          <ac:chgData name="Anku Jaiswal" userId="15fa42f86696cacf" providerId="Windows Live" clId="Web-{4AA28327-D951-418F-B0C5-F712BFFBDCE2}" dt="2020-08-22T07:24:23.647" v="184" actId="20577"/>
          <ac:spMkLst>
            <pc:docMk/>
            <pc:sldMk cId="761093988" sldId="276"/>
            <ac:spMk id="3" creationId="{B69D7FCB-8748-4F80-98FB-D4D5C067B74B}"/>
          </ac:spMkLst>
        </pc:spChg>
      </pc:sldChg>
      <pc:sldChg chg="modSp new">
        <pc:chgData name="Anku Jaiswal" userId="15fa42f86696cacf" providerId="Windows Live" clId="Web-{4AA28327-D951-418F-B0C5-F712BFFBDCE2}" dt="2020-08-22T07:26:14.790" v="218" actId="20577"/>
        <pc:sldMkLst>
          <pc:docMk/>
          <pc:sldMk cId="1034476642" sldId="277"/>
        </pc:sldMkLst>
        <pc:spChg chg="mod">
          <ac:chgData name="Anku Jaiswal" userId="15fa42f86696cacf" providerId="Windows Live" clId="Web-{4AA28327-D951-418F-B0C5-F712BFFBDCE2}" dt="2020-08-22T07:25:54.259" v="213" actId="20577"/>
          <ac:spMkLst>
            <pc:docMk/>
            <pc:sldMk cId="1034476642" sldId="277"/>
            <ac:spMk id="2" creationId="{4E770668-66A1-4965-98B5-90E0D14DABC5}"/>
          </ac:spMkLst>
        </pc:spChg>
        <pc:spChg chg="mod">
          <ac:chgData name="Anku Jaiswal" userId="15fa42f86696cacf" providerId="Windows Live" clId="Web-{4AA28327-D951-418F-B0C5-F712BFFBDCE2}" dt="2020-08-22T07:26:14.790" v="218" actId="20577"/>
          <ac:spMkLst>
            <pc:docMk/>
            <pc:sldMk cId="1034476642" sldId="277"/>
            <ac:spMk id="3" creationId="{F954F358-31A6-441B-9E72-34197565EE5F}"/>
          </ac:spMkLst>
        </pc:spChg>
      </pc:sldChg>
      <pc:sldChg chg="modSp new">
        <pc:chgData name="Anku Jaiswal" userId="15fa42f86696cacf" providerId="Windows Live" clId="Web-{4AA28327-D951-418F-B0C5-F712BFFBDCE2}" dt="2020-08-22T07:27:16.745" v="273" actId="20577"/>
        <pc:sldMkLst>
          <pc:docMk/>
          <pc:sldMk cId="3850119759" sldId="278"/>
        </pc:sldMkLst>
        <pc:spChg chg="mod">
          <ac:chgData name="Anku Jaiswal" userId="15fa42f86696cacf" providerId="Windows Live" clId="Web-{4AA28327-D951-418F-B0C5-F712BFFBDCE2}" dt="2020-08-22T07:27:13.214" v="269" actId="20577"/>
          <ac:spMkLst>
            <pc:docMk/>
            <pc:sldMk cId="3850119759" sldId="278"/>
            <ac:spMk id="2" creationId="{1152452D-3478-4D8F-AC11-1FBF1C382251}"/>
          </ac:spMkLst>
        </pc:spChg>
        <pc:spChg chg="mod">
          <ac:chgData name="Anku Jaiswal" userId="15fa42f86696cacf" providerId="Windows Live" clId="Web-{4AA28327-D951-418F-B0C5-F712BFFBDCE2}" dt="2020-08-22T07:27:16.745" v="273" actId="20577"/>
          <ac:spMkLst>
            <pc:docMk/>
            <pc:sldMk cId="3850119759" sldId="278"/>
            <ac:spMk id="3" creationId="{FF6942D6-BB8B-492E-8001-ACCC5DA38095}"/>
          </ac:spMkLst>
        </pc:spChg>
      </pc:sldChg>
      <pc:sldChg chg="modSp new">
        <pc:chgData name="Anku Jaiswal" userId="15fa42f86696cacf" providerId="Windows Live" clId="Web-{4AA28327-D951-418F-B0C5-F712BFFBDCE2}" dt="2020-08-22T07:29:21.623" v="305" actId="20577"/>
        <pc:sldMkLst>
          <pc:docMk/>
          <pc:sldMk cId="2478526418" sldId="279"/>
        </pc:sldMkLst>
        <pc:spChg chg="mod">
          <ac:chgData name="Anku Jaiswal" userId="15fa42f86696cacf" providerId="Windows Live" clId="Web-{4AA28327-D951-418F-B0C5-F712BFFBDCE2}" dt="2020-08-22T07:28:50.388" v="296" actId="20577"/>
          <ac:spMkLst>
            <pc:docMk/>
            <pc:sldMk cId="2478526418" sldId="279"/>
            <ac:spMk id="2" creationId="{79A6D339-D78C-4111-A7E7-23360083CE10}"/>
          </ac:spMkLst>
        </pc:spChg>
        <pc:spChg chg="mod">
          <ac:chgData name="Anku Jaiswal" userId="15fa42f86696cacf" providerId="Windows Live" clId="Web-{4AA28327-D951-418F-B0C5-F712BFFBDCE2}" dt="2020-08-22T07:29:21.623" v="305" actId="20577"/>
          <ac:spMkLst>
            <pc:docMk/>
            <pc:sldMk cId="2478526418" sldId="279"/>
            <ac:spMk id="3" creationId="{CDB611F7-4982-4A12-9B3A-0B267CCD4BD8}"/>
          </ac:spMkLst>
        </pc:spChg>
      </pc:sldChg>
      <pc:sldChg chg="modSp new">
        <pc:chgData name="Anku Jaiswal" userId="15fa42f86696cacf" providerId="Windows Live" clId="Web-{4AA28327-D951-418F-B0C5-F712BFFBDCE2}" dt="2020-08-22T07:28:37.372" v="294" actId="20577"/>
        <pc:sldMkLst>
          <pc:docMk/>
          <pc:sldMk cId="2709168011" sldId="280"/>
        </pc:sldMkLst>
        <pc:spChg chg="mod">
          <ac:chgData name="Anku Jaiswal" userId="15fa42f86696cacf" providerId="Windows Live" clId="Web-{4AA28327-D951-418F-B0C5-F712BFFBDCE2}" dt="2020-08-22T07:28:37.372" v="294" actId="20577"/>
          <ac:spMkLst>
            <pc:docMk/>
            <pc:sldMk cId="2709168011" sldId="280"/>
            <ac:spMk id="3" creationId="{F5541D96-ADA5-4FA7-A258-57B01D91A505}"/>
          </ac:spMkLst>
        </pc:spChg>
      </pc:sldChg>
      <pc:sldChg chg="modSp new">
        <pc:chgData name="Anku Jaiswal" userId="15fa42f86696cacf" providerId="Windows Live" clId="Web-{4AA28327-D951-418F-B0C5-F712BFFBDCE2}" dt="2020-08-22T07:28:02.356" v="282" actId="20577"/>
        <pc:sldMkLst>
          <pc:docMk/>
          <pc:sldMk cId="4182468154" sldId="281"/>
        </pc:sldMkLst>
        <pc:spChg chg="mod">
          <ac:chgData name="Anku Jaiswal" userId="15fa42f86696cacf" providerId="Windows Live" clId="Web-{4AA28327-D951-418F-B0C5-F712BFFBDCE2}" dt="2020-08-22T07:28:02.356" v="282" actId="20577"/>
          <ac:spMkLst>
            <pc:docMk/>
            <pc:sldMk cId="4182468154" sldId="281"/>
            <ac:spMk id="3" creationId="{A503CC28-97E5-4684-A3E1-2C81705E3351}"/>
          </ac:spMkLst>
        </pc:spChg>
      </pc:sldChg>
      <pc:sldChg chg="modSp new">
        <pc:chgData name="Anku Jaiswal" userId="15fa42f86696cacf" providerId="Windows Live" clId="Web-{4AA28327-D951-418F-B0C5-F712BFFBDCE2}" dt="2020-08-22T07:28:15.481" v="286" actId="20577"/>
        <pc:sldMkLst>
          <pc:docMk/>
          <pc:sldMk cId="1614281508" sldId="282"/>
        </pc:sldMkLst>
        <pc:spChg chg="mod">
          <ac:chgData name="Anku Jaiswal" userId="15fa42f86696cacf" providerId="Windows Live" clId="Web-{4AA28327-D951-418F-B0C5-F712BFFBDCE2}" dt="2020-08-22T07:28:15.481" v="286" actId="20577"/>
          <ac:spMkLst>
            <pc:docMk/>
            <pc:sldMk cId="1614281508" sldId="282"/>
            <ac:spMk id="3" creationId="{902D3455-D8FC-4B13-B3E7-41B1F229FF20}"/>
          </ac:spMkLst>
        </pc:spChg>
      </pc:sldChg>
      <pc:sldChg chg="modSp new">
        <pc:chgData name="Anku Jaiswal" userId="15fa42f86696cacf" providerId="Windows Live" clId="Web-{4AA28327-D951-418F-B0C5-F712BFFBDCE2}" dt="2020-08-22T07:28:33.294" v="290" actId="20577"/>
        <pc:sldMkLst>
          <pc:docMk/>
          <pc:sldMk cId="4103431210" sldId="283"/>
        </pc:sldMkLst>
        <pc:spChg chg="mod">
          <ac:chgData name="Anku Jaiswal" userId="15fa42f86696cacf" providerId="Windows Live" clId="Web-{4AA28327-D951-418F-B0C5-F712BFFBDCE2}" dt="2020-08-22T07:28:33.294" v="290" actId="20577"/>
          <ac:spMkLst>
            <pc:docMk/>
            <pc:sldMk cId="4103431210" sldId="283"/>
            <ac:spMk id="3" creationId="{117E10D6-0C09-489C-9E0B-BAF75758C874}"/>
          </ac:spMkLst>
        </pc:spChg>
      </pc:sldChg>
      <pc:sldChg chg="modSp new">
        <pc:chgData name="Anku Jaiswal" userId="15fa42f86696cacf" providerId="Windows Live" clId="Web-{4AA28327-D951-418F-B0C5-F712BFFBDCE2}" dt="2020-08-22T07:29:28.139" v="309" actId="20577"/>
        <pc:sldMkLst>
          <pc:docMk/>
          <pc:sldMk cId="196915874" sldId="284"/>
        </pc:sldMkLst>
        <pc:spChg chg="mod">
          <ac:chgData name="Anku Jaiswal" userId="15fa42f86696cacf" providerId="Windows Live" clId="Web-{4AA28327-D951-418F-B0C5-F712BFFBDCE2}" dt="2020-08-22T07:29:28.139" v="309" actId="20577"/>
          <ac:spMkLst>
            <pc:docMk/>
            <pc:sldMk cId="196915874" sldId="284"/>
            <ac:spMk id="3" creationId="{64994768-DEE0-49B6-BA70-8DA069607346}"/>
          </ac:spMkLst>
        </pc:spChg>
      </pc:sldChg>
      <pc:sldChg chg="modSp new">
        <pc:chgData name="Anku Jaiswal" userId="15fa42f86696cacf" providerId="Windows Live" clId="Web-{4AA28327-D951-418F-B0C5-F712BFFBDCE2}" dt="2020-08-22T07:33:22.692" v="333" actId="20577"/>
        <pc:sldMkLst>
          <pc:docMk/>
          <pc:sldMk cId="3551175147" sldId="285"/>
        </pc:sldMkLst>
        <pc:spChg chg="mod">
          <ac:chgData name="Anku Jaiswal" userId="15fa42f86696cacf" providerId="Windows Live" clId="Web-{4AA28327-D951-418F-B0C5-F712BFFBDCE2}" dt="2020-08-22T07:30:51.766" v="330" actId="1076"/>
          <ac:spMkLst>
            <pc:docMk/>
            <pc:sldMk cId="3551175147" sldId="285"/>
            <ac:spMk id="2" creationId="{E7819CFB-2A62-4128-8602-A9F96B0E73C4}"/>
          </ac:spMkLst>
        </pc:spChg>
        <pc:spChg chg="mod">
          <ac:chgData name="Anku Jaiswal" userId="15fa42f86696cacf" providerId="Windows Live" clId="Web-{4AA28327-D951-418F-B0C5-F712BFFBDCE2}" dt="2020-08-22T07:33:22.692" v="333" actId="20577"/>
          <ac:spMkLst>
            <pc:docMk/>
            <pc:sldMk cId="3551175147" sldId="285"/>
            <ac:spMk id="3" creationId="{02046A18-10A2-47F9-A5D2-B0DC2CCD9F05}"/>
          </ac:spMkLst>
        </pc:spChg>
      </pc:sldChg>
      <pc:sldChg chg="modSp new">
        <pc:chgData name="Anku Jaiswal" userId="15fa42f86696cacf" providerId="Windows Live" clId="Web-{4AA28327-D951-418F-B0C5-F712BFFBDCE2}" dt="2020-08-22T07:33:45.568" v="338" actId="20577"/>
        <pc:sldMkLst>
          <pc:docMk/>
          <pc:sldMk cId="4002652557" sldId="286"/>
        </pc:sldMkLst>
        <pc:spChg chg="mod">
          <ac:chgData name="Anku Jaiswal" userId="15fa42f86696cacf" providerId="Windows Live" clId="Web-{4AA28327-D951-418F-B0C5-F712BFFBDCE2}" dt="2020-08-22T07:33:45.568" v="338" actId="20577"/>
          <ac:spMkLst>
            <pc:docMk/>
            <pc:sldMk cId="4002652557" sldId="286"/>
            <ac:spMk id="3" creationId="{6073971D-E086-4592-A329-911BA7688AF1}"/>
          </ac:spMkLst>
        </pc:spChg>
      </pc:sldChg>
      <pc:sldChg chg="modSp new">
        <pc:chgData name="Anku Jaiswal" userId="15fa42f86696cacf" providerId="Windows Live" clId="Web-{4AA28327-D951-418F-B0C5-F712BFFBDCE2}" dt="2020-08-22T07:34:04.381" v="343" actId="20577"/>
        <pc:sldMkLst>
          <pc:docMk/>
          <pc:sldMk cId="4249840857" sldId="287"/>
        </pc:sldMkLst>
        <pc:spChg chg="mod">
          <ac:chgData name="Anku Jaiswal" userId="15fa42f86696cacf" providerId="Windows Live" clId="Web-{4AA28327-D951-418F-B0C5-F712BFFBDCE2}" dt="2020-08-22T07:34:04.381" v="343" actId="20577"/>
          <ac:spMkLst>
            <pc:docMk/>
            <pc:sldMk cId="4249840857" sldId="287"/>
            <ac:spMk id="3" creationId="{0C85F46A-FFDB-4C28-883A-F780ACE8C936}"/>
          </ac:spMkLst>
        </pc:spChg>
      </pc:sldChg>
      <pc:sldChg chg="modSp new">
        <pc:chgData name="Anku Jaiswal" userId="15fa42f86696cacf" providerId="Windows Live" clId="Web-{4AA28327-D951-418F-B0C5-F712BFFBDCE2}" dt="2020-08-22T07:34:46.991" v="348" actId="20577"/>
        <pc:sldMkLst>
          <pc:docMk/>
          <pc:sldMk cId="3736154264" sldId="288"/>
        </pc:sldMkLst>
        <pc:spChg chg="mod">
          <ac:chgData name="Anku Jaiswal" userId="15fa42f86696cacf" providerId="Windows Live" clId="Web-{4AA28327-D951-418F-B0C5-F712BFFBDCE2}" dt="2020-08-22T07:34:46.991" v="348" actId="20577"/>
          <ac:spMkLst>
            <pc:docMk/>
            <pc:sldMk cId="3736154264" sldId="288"/>
            <ac:spMk id="3" creationId="{78D0CEE1-1EDF-45DC-80C3-60DD6B7AA9E6}"/>
          </ac:spMkLst>
        </pc:spChg>
      </pc:sldChg>
      <pc:sldChg chg="modSp new">
        <pc:chgData name="Anku Jaiswal" userId="15fa42f86696cacf" providerId="Windows Live" clId="Web-{4AA28327-D951-418F-B0C5-F712BFFBDCE2}" dt="2020-08-22T07:43:42.848" v="359" actId="20577"/>
        <pc:sldMkLst>
          <pc:docMk/>
          <pc:sldMk cId="3347059045" sldId="289"/>
        </pc:sldMkLst>
        <pc:spChg chg="mod">
          <ac:chgData name="Anku Jaiswal" userId="15fa42f86696cacf" providerId="Windows Live" clId="Web-{4AA28327-D951-418F-B0C5-F712BFFBDCE2}" dt="2020-08-22T07:35:19.492" v="356" actId="14100"/>
          <ac:spMkLst>
            <pc:docMk/>
            <pc:sldMk cId="3347059045" sldId="289"/>
            <ac:spMk id="2" creationId="{A6E71384-CFB5-4F89-97A7-2D57B50E6F9C}"/>
          </ac:spMkLst>
        </pc:spChg>
        <pc:spChg chg="mod">
          <ac:chgData name="Anku Jaiswal" userId="15fa42f86696cacf" providerId="Windows Live" clId="Web-{4AA28327-D951-418F-B0C5-F712BFFBDCE2}" dt="2020-08-22T07:43:42.848" v="359" actId="20577"/>
          <ac:spMkLst>
            <pc:docMk/>
            <pc:sldMk cId="3347059045" sldId="289"/>
            <ac:spMk id="3" creationId="{61B886B9-E6F5-4A8C-83F6-C003C5D2F12D}"/>
          </ac:spMkLst>
        </pc:spChg>
      </pc:sldChg>
      <pc:sldChg chg="modSp new">
        <pc:chgData name="Anku Jaiswal" userId="15fa42f86696cacf" providerId="Windows Live" clId="Web-{4AA28327-D951-418F-B0C5-F712BFFBDCE2}" dt="2020-08-22T07:43:58.474" v="364" actId="20577"/>
        <pc:sldMkLst>
          <pc:docMk/>
          <pc:sldMk cId="1349763155" sldId="290"/>
        </pc:sldMkLst>
        <pc:spChg chg="mod">
          <ac:chgData name="Anku Jaiswal" userId="15fa42f86696cacf" providerId="Windows Live" clId="Web-{4AA28327-D951-418F-B0C5-F712BFFBDCE2}" dt="2020-08-22T07:43:58.474" v="364" actId="20577"/>
          <ac:spMkLst>
            <pc:docMk/>
            <pc:sldMk cId="1349763155" sldId="290"/>
            <ac:spMk id="3" creationId="{6C31E9EE-E3F3-4A67-A091-5DFA7241932C}"/>
          </ac:spMkLst>
        </pc:spChg>
      </pc:sldChg>
      <pc:sldChg chg="modSp new">
        <pc:chgData name="Anku Jaiswal" userId="15fa42f86696cacf" providerId="Windows Live" clId="Web-{4AA28327-D951-418F-B0C5-F712BFFBDCE2}" dt="2020-08-22T07:44:14.575" v="369" actId="20577"/>
        <pc:sldMkLst>
          <pc:docMk/>
          <pc:sldMk cId="1210869337" sldId="291"/>
        </pc:sldMkLst>
        <pc:spChg chg="mod">
          <ac:chgData name="Anku Jaiswal" userId="15fa42f86696cacf" providerId="Windows Live" clId="Web-{4AA28327-D951-418F-B0C5-F712BFFBDCE2}" dt="2020-08-22T07:44:14.575" v="369" actId="20577"/>
          <ac:spMkLst>
            <pc:docMk/>
            <pc:sldMk cId="1210869337" sldId="291"/>
            <ac:spMk id="3" creationId="{BC56F122-9A6C-4B62-A687-BB268108C441}"/>
          </ac:spMkLst>
        </pc:spChg>
      </pc:sldChg>
      <pc:sldChg chg="modSp new">
        <pc:chgData name="Anku Jaiswal" userId="15fa42f86696cacf" providerId="Windows Live" clId="Web-{4AA28327-D951-418F-B0C5-F712BFFBDCE2}" dt="2020-08-22T07:44:38.339" v="378" actId="20577"/>
        <pc:sldMkLst>
          <pc:docMk/>
          <pc:sldMk cId="2270432904" sldId="292"/>
        </pc:sldMkLst>
        <pc:spChg chg="mod">
          <ac:chgData name="Anku Jaiswal" userId="15fa42f86696cacf" providerId="Windows Live" clId="Web-{4AA28327-D951-418F-B0C5-F712BFFBDCE2}" dt="2020-08-22T07:44:35.445" v="374" actId="20577"/>
          <ac:spMkLst>
            <pc:docMk/>
            <pc:sldMk cId="2270432904" sldId="292"/>
            <ac:spMk id="2" creationId="{53A66469-CF96-4DB6-BFF2-167075894027}"/>
          </ac:spMkLst>
        </pc:spChg>
        <pc:spChg chg="mod">
          <ac:chgData name="Anku Jaiswal" userId="15fa42f86696cacf" providerId="Windows Live" clId="Web-{4AA28327-D951-418F-B0C5-F712BFFBDCE2}" dt="2020-08-22T07:44:38.339" v="378" actId="20577"/>
          <ac:spMkLst>
            <pc:docMk/>
            <pc:sldMk cId="2270432904" sldId="292"/>
            <ac:spMk id="3" creationId="{33AA1A57-AD4B-413A-ADC9-1A65D4E31CED}"/>
          </ac:spMkLst>
        </pc:spChg>
      </pc:sldChg>
      <pc:sldChg chg="modSp new">
        <pc:chgData name="Anku Jaiswal" userId="15fa42f86696cacf" providerId="Windows Live" clId="Web-{4AA28327-D951-418F-B0C5-F712BFFBDCE2}" dt="2020-08-22T07:44:55.619" v="383" actId="20577"/>
        <pc:sldMkLst>
          <pc:docMk/>
          <pc:sldMk cId="1090224993" sldId="293"/>
        </pc:sldMkLst>
        <pc:spChg chg="mod">
          <ac:chgData name="Anku Jaiswal" userId="15fa42f86696cacf" providerId="Windows Live" clId="Web-{4AA28327-D951-418F-B0C5-F712BFFBDCE2}" dt="2020-08-22T07:44:55.619" v="383" actId="20577"/>
          <ac:spMkLst>
            <pc:docMk/>
            <pc:sldMk cId="1090224993" sldId="293"/>
            <ac:spMk id="3" creationId="{6B3A682B-6C36-4AED-A830-6D9374CDAB6C}"/>
          </ac:spMkLst>
        </pc:spChg>
      </pc:sldChg>
      <pc:sldChg chg="modSp new">
        <pc:chgData name="Anku Jaiswal" userId="15fa42f86696cacf" providerId="Windows Live" clId="Web-{4AA28327-D951-418F-B0C5-F712BFFBDCE2}" dt="2020-08-22T07:51:24.728" v="388" actId="20577"/>
        <pc:sldMkLst>
          <pc:docMk/>
          <pc:sldMk cId="2363018054" sldId="294"/>
        </pc:sldMkLst>
        <pc:spChg chg="mod">
          <ac:chgData name="Anku Jaiswal" userId="15fa42f86696cacf" providerId="Windows Live" clId="Web-{4AA28327-D951-418F-B0C5-F712BFFBDCE2}" dt="2020-08-22T07:51:24.728" v="388" actId="20577"/>
          <ac:spMkLst>
            <pc:docMk/>
            <pc:sldMk cId="2363018054" sldId="294"/>
            <ac:spMk id="3" creationId="{6A87F179-B474-44BC-B8F3-B711899685AE}"/>
          </ac:spMkLst>
        </pc:spChg>
      </pc:sldChg>
      <pc:sldChg chg="modSp new">
        <pc:chgData name="Anku Jaiswal" userId="15fa42f86696cacf" providerId="Windows Live" clId="Web-{4AA28327-D951-418F-B0C5-F712BFFBDCE2}" dt="2020-08-22T08:10:52.896" v="907" actId="20577"/>
        <pc:sldMkLst>
          <pc:docMk/>
          <pc:sldMk cId="3638185382" sldId="295"/>
        </pc:sldMkLst>
        <pc:spChg chg="mod">
          <ac:chgData name="Anku Jaiswal" userId="15fa42f86696cacf" providerId="Windows Live" clId="Web-{4AA28327-D951-418F-B0C5-F712BFFBDCE2}" dt="2020-08-22T08:10:52.896" v="907" actId="20577"/>
          <ac:spMkLst>
            <pc:docMk/>
            <pc:sldMk cId="3638185382" sldId="295"/>
            <ac:spMk id="3" creationId="{B614DBA4-E225-4C66-ACCD-E6055D9F044A}"/>
          </ac:spMkLst>
        </pc:spChg>
      </pc:sldChg>
    </pc:docChg>
  </pc:docChgLst>
  <pc:docChgLst>
    <pc:chgData name="Anku Jaiswal" userId="15fa42f86696cacf" providerId="Windows Live" clId="Web-{796D48D4-5670-4F03-B382-1B1FBAA36402}"/>
    <pc:docChg chg="addSld modSld">
      <pc:chgData name="Anku Jaiswal" userId="15fa42f86696cacf" providerId="Windows Live" clId="Web-{796D48D4-5670-4F03-B382-1B1FBAA36402}" dt="2020-08-22T03:25:12.985" v="102" actId="20577"/>
      <pc:docMkLst>
        <pc:docMk/>
      </pc:docMkLst>
      <pc:sldChg chg="modSp">
        <pc:chgData name="Anku Jaiswal" userId="15fa42f86696cacf" providerId="Windows Live" clId="Web-{796D48D4-5670-4F03-B382-1B1FBAA36402}" dt="2020-08-22T02:31:25.094" v="36" actId="20577"/>
        <pc:sldMkLst>
          <pc:docMk/>
          <pc:sldMk cId="109857222" sldId="256"/>
        </pc:sldMkLst>
        <pc:spChg chg="mod">
          <ac:chgData name="Anku Jaiswal" userId="15fa42f86696cacf" providerId="Windows Live" clId="Web-{796D48D4-5670-4F03-B382-1B1FBAA36402}" dt="2020-08-22T02:31:25.094" v="36" actId="20577"/>
          <ac:spMkLst>
            <pc:docMk/>
            <pc:sldMk cId="109857222" sldId="256"/>
            <ac:spMk id="2" creationId="{00000000-0000-0000-0000-000000000000}"/>
          </ac:spMkLst>
        </pc:spChg>
      </pc:sldChg>
      <pc:sldChg chg="modSp">
        <pc:chgData name="Anku Jaiswal" userId="15fa42f86696cacf" providerId="Windows Live" clId="Web-{796D48D4-5670-4F03-B382-1B1FBAA36402}" dt="2020-08-22T02:32:27.846" v="58" actId="20577"/>
        <pc:sldMkLst>
          <pc:docMk/>
          <pc:sldMk cId="4104344344" sldId="257"/>
        </pc:sldMkLst>
        <pc:spChg chg="mod">
          <ac:chgData name="Anku Jaiswal" userId="15fa42f86696cacf" providerId="Windows Live" clId="Web-{796D48D4-5670-4F03-B382-1B1FBAA36402}" dt="2020-08-22T02:32:27.846" v="58" actId="20577"/>
          <ac:spMkLst>
            <pc:docMk/>
            <pc:sldMk cId="4104344344" sldId="257"/>
            <ac:spMk id="2" creationId="{1BF65A38-EC2A-4F3C-8363-D22FAB0B8BF3}"/>
          </ac:spMkLst>
        </pc:spChg>
        <pc:spChg chg="mod">
          <ac:chgData name="Anku Jaiswal" userId="15fa42f86696cacf" providerId="Windows Live" clId="Web-{796D48D4-5670-4F03-B382-1B1FBAA36402}" dt="2020-08-22T02:32:19.643" v="41" actId="20577"/>
          <ac:spMkLst>
            <pc:docMk/>
            <pc:sldMk cId="4104344344" sldId="257"/>
            <ac:spMk id="3" creationId="{EB9F2917-BC21-4E32-921F-CB3B4F24E2E0}"/>
          </ac:spMkLst>
        </pc:spChg>
      </pc:sldChg>
      <pc:sldChg chg="modSp new">
        <pc:chgData name="Anku Jaiswal" userId="15fa42f86696cacf" providerId="Windows Live" clId="Web-{796D48D4-5670-4F03-B382-1B1FBAA36402}" dt="2020-08-22T03:21:25.511" v="89" actId="20577"/>
        <pc:sldMkLst>
          <pc:docMk/>
          <pc:sldMk cId="3532273806" sldId="258"/>
        </pc:sldMkLst>
        <pc:spChg chg="mod">
          <ac:chgData name="Anku Jaiswal" userId="15fa42f86696cacf" providerId="Windows Live" clId="Web-{796D48D4-5670-4F03-B382-1B1FBAA36402}" dt="2020-08-22T03:20:24.213" v="86" actId="20577"/>
          <ac:spMkLst>
            <pc:docMk/>
            <pc:sldMk cId="3532273806" sldId="258"/>
            <ac:spMk id="2" creationId="{149794E9-4A97-43B2-8F51-C2517BA2F791}"/>
          </ac:spMkLst>
        </pc:spChg>
        <pc:spChg chg="mod">
          <ac:chgData name="Anku Jaiswal" userId="15fa42f86696cacf" providerId="Windows Live" clId="Web-{796D48D4-5670-4F03-B382-1B1FBAA36402}" dt="2020-08-22T03:21:25.511" v="89" actId="20577"/>
          <ac:spMkLst>
            <pc:docMk/>
            <pc:sldMk cId="3532273806" sldId="258"/>
            <ac:spMk id="3" creationId="{7FB624EB-1454-478B-BBA9-BCCA772EC2BB}"/>
          </ac:spMkLst>
        </pc:spChg>
      </pc:sldChg>
      <pc:sldChg chg="modSp new">
        <pc:chgData name="Anku Jaiswal" userId="15fa42f86696cacf" providerId="Windows Live" clId="Web-{796D48D4-5670-4F03-B382-1B1FBAA36402}" dt="2020-08-22T03:22:27.872" v="94" actId="20577"/>
        <pc:sldMkLst>
          <pc:docMk/>
          <pc:sldMk cId="4058610458" sldId="259"/>
        </pc:sldMkLst>
        <pc:spChg chg="mod">
          <ac:chgData name="Anku Jaiswal" userId="15fa42f86696cacf" providerId="Windows Live" clId="Web-{796D48D4-5670-4F03-B382-1B1FBAA36402}" dt="2020-08-22T03:22:27.872" v="94" actId="20577"/>
          <ac:spMkLst>
            <pc:docMk/>
            <pc:sldMk cId="4058610458" sldId="259"/>
            <ac:spMk id="3" creationId="{1220388C-918D-4E25-97F9-F3E4D44C0645}"/>
          </ac:spMkLst>
        </pc:spChg>
      </pc:sldChg>
      <pc:sldChg chg="modSp new">
        <pc:chgData name="Anku Jaiswal" userId="15fa42f86696cacf" providerId="Windows Live" clId="Web-{796D48D4-5670-4F03-B382-1B1FBAA36402}" dt="2020-08-22T03:25:12.985" v="101" actId="20577"/>
        <pc:sldMkLst>
          <pc:docMk/>
          <pc:sldMk cId="389937050" sldId="260"/>
        </pc:sldMkLst>
        <pc:spChg chg="mod">
          <ac:chgData name="Anku Jaiswal" userId="15fa42f86696cacf" providerId="Windows Live" clId="Web-{796D48D4-5670-4F03-B382-1B1FBAA36402}" dt="2020-08-22T03:25:12.985" v="101" actId="20577"/>
          <ac:spMkLst>
            <pc:docMk/>
            <pc:sldMk cId="389937050" sldId="260"/>
            <ac:spMk id="2" creationId="{2F1E1F31-D0F1-49C2-9303-89216A4C110B}"/>
          </ac:spMkLst>
        </pc:spChg>
        <pc:spChg chg="mod">
          <ac:chgData name="Anku Jaiswal" userId="15fa42f86696cacf" providerId="Windows Live" clId="Web-{796D48D4-5670-4F03-B382-1B1FBAA36402}" dt="2020-08-22T03:25:12.235" v="99" actId="20577"/>
          <ac:spMkLst>
            <pc:docMk/>
            <pc:sldMk cId="389937050" sldId="260"/>
            <ac:spMk id="3" creationId="{0CF430B9-3003-48DF-96B9-76C12B8172FD}"/>
          </ac:spMkLst>
        </pc:spChg>
      </pc:sldChg>
    </pc:docChg>
  </pc:docChgLst>
  <pc:docChgLst>
    <pc:chgData name="Anku Jaiswal" userId="15fa42f86696cacf" providerId="Windows Live" clId="Web-{F3214A31-8289-41CA-B2B3-C67766C26D7B}"/>
    <pc:docChg chg="addSld modSld">
      <pc:chgData name="Anku Jaiswal" userId="15fa42f86696cacf" providerId="Windows Live" clId="Web-{F3214A31-8289-41CA-B2B3-C67766C26D7B}" dt="2020-08-22T09:19:28.250" v="217" actId="20577"/>
      <pc:docMkLst>
        <pc:docMk/>
      </pc:docMkLst>
      <pc:sldChg chg="modSp">
        <pc:chgData name="Anku Jaiswal" userId="15fa42f86696cacf" providerId="Windows Live" clId="Web-{F3214A31-8289-41CA-B2B3-C67766C26D7B}" dt="2020-08-22T09:14:05.712" v="4" actId="20577"/>
        <pc:sldMkLst>
          <pc:docMk/>
          <pc:sldMk cId="4104066750" sldId="274"/>
        </pc:sldMkLst>
        <pc:spChg chg="mod">
          <ac:chgData name="Anku Jaiswal" userId="15fa42f86696cacf" providerId="Windows Live" clId="Web-{F3214A31-8289-41CA-B2B3-C67766C26D7B}" dt="2020-08-22T09:14:05.712" v="4" actId="20577"/>
          <ac:spMkLst>
            <pc:docMk/>
            <pc:sldMk cId="4104066750" sldId="274"/>
            <ac:spMk id="3" creationId="{A0F459C0-8CA5-4300-AEC4-F695E2375D73}"/>
          </ac:spMkLst>
        </pc:spChg>
      </pc:sldChg>
      <pc:sldChg chg="delSp modSp">
        <pc:chgData name="Anku Jaiswal" userId="15fa42f86696cacf" providerId="Windows Live" clId="Web-{F3214A31-8289-41CA-B2B3-C67766C26D7B}" dt="2020-08-22T09:14:40.228" v="15" actId="20577"/>
        <pc:sldMkLst>
          <pc:docMk/>
          <pc:sldMk cId="2997248852" sldId="275"/>
        </pc:sldMkLst>
        <pc:spChg chg="del">
          <ac:chgData name="Anku Jaiswal" userId="15fa42f86696cacf" providerId="Windows Live" clId="Web-{F3214A31-8289-41CA-B2B3-C67766C26D7B}" dt="2020-08-22T09:14:11.259" v="7"/>
          <ac:spMkLst>
            <pc:docMk/>
            <pc:sldMk cId="2997248852" sldId="275"/>
            <ac:spMk id="2" creationId="{CFC62402-0FCB-4B96-80D6-67663709D3BB}"/>
          </ac:spMkLst>
        </pc:spChg>
        <pc:spChg chg="mod">
          <ac:chgData name="Anku Jaiswal" userId="15fa42f86696cacf" providerId="Windows Live" clId="Web-{F3214A31-8289-41CA-B2B3-C67766C26D7B}" dt="2020-08-22T09:14:40.228" v="15" actId="20577"/>
          <ac:spMkLst>
            <pc:docMk/>
            <pc:sldMk cId="2997248852" sldId="275"/>
            <ac:spMk id="3" creationId="{14928A68-202E-4327-89FE-709E75706429}"/>
          </ac:spMkLst>
        </pc:spChg>
      </pc:sldChg>
      <pc:sldChg chg="modSp">
        <pc:chgData name="Anku Jaiswal" userId="15fa42f86696cacf" providerId="Windows Live" clId="Web-{F3214A31-8289-41CA-B2B3-C67766C26D7B}" dt="2020-08-22T09:14:53.838" v="49" actId="20577"/>
        <pc:sldMkLst>
          <pc:docMk/>
          <pc:sldMk cId="761093988" sldId="276"/>
        </pc:sldMkLst>
        <pc:spChg chg="mod">
          <ac:chgData name="Anku Jaiswal" userId="15fa42f86696cacf" providerId="Windows Live" clId="Web-{F3214A31-8289-41CA-B2B3-C67766C26D7B}" dt="2020-08-22T09:14:53.838" v="49" actId="20577"/>
          <ac:spMkLst>
            <pc:docMk/>
            <pc:sldMk cId="761093988" sldId="276"/>
            <ac:spMk id="2" creationId="{FCC56CE6-16B9-437B-AE8E-9CD4141AEDAD}"/>
          </ac:spMkLst>
        </pc:spChg>
      </pc:sldChg>
      <pc:sldChg chg="modSp">
        <pc:chgData name="Anku Jaiswal" userId="15fa42f86696cacf" providerId="Windows Live" clId="Web-{F3214A31-8289-41CA-B2B3-C67766C26D7B}" dt="2020-08-22T09:15:19.838" v="62" actId="20577"/>
        <pc:sldMkLst>
          <pc:docMk/>
          <pc:sldMk cId="1034476642" sldId="277"/>
        </pc:sldMkLst>
        <pc:spChg chg="mod">
          <ac:chgData name="Anku Jaiswal" userId="15fa42f86696cacf" providerId="Windows Live" clId="Web-{F3214A31-8289-41CA-B2B3-C67766C26D7B}" dt="2020-08-22T09:15:19.838" v="62" actId="20577"/>
          <ac:spMkLst>
            <pc:docMk/>
            <pc:sldMk cId="1034476642" sldId="277"/>
            <ac:spMk id="3" creationId="{F954F358-31A6-441B-9E72-34197565EE5F}"/>
          </ac:spMkLst>
        </pc:spChg>
      </pc:sldChg>
      <pc:sldChg chg="modSp">
        <pc:chgData name="Anku Jaiswal" userId="15fa42f86696cacf" providerId="Windows Live" clId="Web-{F3214A31-8289-41CA-B2B3-C67766C26D7B}" dt="2020-08-22T09:16:16.168" v="135" actId="20577"/>
        <pc:sldMkLst>
          <pc:docMk/>
          <pc:sldMk cId="2709168011" sldId="280"/>
        </pc:sldMkLst>
        <pc:spChg chg="mod">
          <ac:chgData name="Anku Jaiswal" userId="15fa42f86696cacf" providerId="Windows Live" clId="Web-{F3214A31-8289-41CA-B2B3-C67766C26D7B}" dt="2020-08-22T09:16:16.168" v="135" actId="20577"/>
          <ac:spMkLst>
            <pc:docMk/>
            <pc:sldMk cId="2709168011" sldId="280"/>
            <ac:spMk id="3" creationId="{F5541D96-ADA5-4FA7-A258-57B01D91A505}"/>
          </ac:spMkLst>
        </pc:spChg>
      </pc:sldChg>
      <pc:sldChg chg="modSp">
        <pc:chgData name="Anku Jaiswal" userId="15fa42f86696cacf" providerId="Windows Live" clId="Web-{F3214A31-8289-41CA-B2B3-C67766C26D7B}" dt="2020-08-22T09:15:45.558" v="85" actId="20577"/>
        <pc:sldMkLst>
          <pc:docMk/>
          <pc:sldMk cId="4182468154" sldId="281"/>
        </pc:sldMkLst>
        <pc:spChg chg="mod">
          <ac:chgData name="Anku Jaiswal" userId="15fa42f86696cacf" providerId="Windows Live" clId="Web-{F3214A31-8289-41CA-B2B3-C67766C26D7B}" dt="2020-08-22T09:15:45.558" v="85" actId="20577"/>
          <ac:spMkLst>
            <pc:docMk/>
            <pc:sldMk cId="4182468154" sldId="281"/>
            <ac:spMk id="3" creationId="{A503CC28-97E5-4684-A3E1-2C81705E3351}"/>
          </ac:spMkLst>
        </pc:spChg>
      </pc:sldChg>
      <pc:sldChg chg="modSp">
        <pc:chgData name="Anku Jaiswal" userId="15fa42f86696cacf" providerId="Windows Live" clId="Web-{F3214A31-8289-41CA-B2B3-C67766C26D7B}" dt="2020-08-22T09:15:59.370" v="110" actId="20577"/>
        <pc:sldMkLst>
          <pc:docMk/>
          <pc:sldMk cId="1614281508" sldId="282"/>
        </pc:sldMkLst>
        <pc:spChg chg="mod">
          <ac:chgData name="Anku Jaiswal" userId="15fa42f86696cacf" providerId="Windows Live" clId="Web-{F3214A31-8289-41CA-B2B3-C67766C26D7B}" dt="2020-08-22T09:15:59.370" v="110" actId="20577"/>
          <ac:spMkLst>
            <pc:docMk/>
            <pc:sldMk cId="1614281508" sldId="282"/>
            <ac:spMk id="3" creationId="{902D3455-D8FC-4B13-B3E7-41B1F229FF20}"/>
          </ac:spMkLst>
        </pc:spChg>
      </pc:sldChg>
      <pc:sldChg chg="modSp">
        <pc:chgData name="Anku Jaiswal" userId="15fa42f86696cacf" providerId="Windows Live" clId="Web-{F3214A31-8289-41CA-B2B3-C67766C26D7B}" dt="2020-08-22T09:16:09.949" v="131" actId="20577"/>
        <pc:sldMkLst>
          <pc:docMk/>
          <pc:sldMk cId="4103431210" sldId="283"/>
        </pc:sldMkLst>
        <pc:spChg chg="mod">
          <ac:chgData name="Anku Jaiswal" userId="15fa42f86696cacf" providerId="Windows Live" clId="Web-{F3214A31-8289-41CA-B2B3-C67766C26D7B}" dt="2020-08-22T09:16:09.949" v="131" actId="20577"/>
          <ac:spMkLst>
            <pc:docMk/>
            <pc:sldMk cId="4103431210" sldId="283"/>
            <ac:spMk id="3" creationId="{117E10D6-0C09-489C-9E0B-BAF75758C874}"/>
          </ac:spMkLst>
        </pc:spChg>
      </pc:sldChg>
      <pc:sldChg chg="modSp">
        <pc:chgData name="Anku Jaiswal" userId="15fa42f86696cacf" providerId="Windows Live" clId="Web-{F3214A31-8289-41CA-B2B3-C67766C26D7B}" dt="2020-08-22T09:16:40.199" v="144" actId="20577"/>
        <pc:sldMkLst>
          <pc:docMk/>
          <pc:sldMk cId="3551175147" sldId="285"/>
        </pc:sldMkLst>
        <pc:spChg chg="mod">
          <ac:chgData name="Anku Jaiswal" userId="15fa42f86696cacf" providerId="Windows Live" clId="Web-{F3214A31-8289-41CA-B2B3-C67766C26D7B}" dt="2020-08-22T09:16:40.199" v="144" actId="20577"/>
          <ac:spMkLst>
            <pc:docMk/>
            <pc:sldMk cId="3551175147" sldId="285"/>
            <ac:spMk id="3" creationId="{02046A18-10A2-47F9-A5D2-B0DC2CCD9F05}"/>
          </ac:spMkLst>
        </pc:spChg>
      </pc:sldChg>
      <pc:sldChg chg="modSp">
        <pc:chgData name="Anku Jaiswal" userId="15fa42f86696cacf" providerId="Windows Live" clId="Web-{F3214A31-8289-41CA-B2B3-C67766C26D7B}" dt="2020-08-22T09:17:32.794" v="171" actId="20577"/>
        <pc:sldMkLst>
          <pc:docMk/>
          <pc:sldMk cId="4002652557" sldId="286"/>
        </pc:sldMkLst>
        <pc:spChg chg="mod">
          <ac:chgData name="Anku Jaiswal" userId="15fa42f86696cacf" providerId="Windows Live" clId="Web-{F3214A31-8289-41CA-B2B3-C67766C26D7B}" dt="2020-08-22T09:17:32.794" v="171" actId="20577"/>
          <ac:spMkLst>
            <pc:docMk/>
            <pc:sldMk cId="4002652557" sldId="286"/>
            <ac:spMk id="3" creationId="{6073971D-E086-4592-A329-911BA7688AF1}"/>
          </ac:spMkLst>
        </pc:spChg>
      </pc:sldChg>
      <pc:sldChg chg="modSp">
        <pc:chgData name="Anku Jaiswal" userId="15fa42f86696cacf" providerId="Windows Live" clId="Web-{F3214A31-8289-41CA-B2B3-C67766C26D7B}" dt="2020-08-22T09:18:20.873" v="188" actId="20577"/>
        <pc:sldMkLst>
          <pc:docMk/>
          <pc:sldMk cId="4249840857" sldId="287"/>
        </pc:sldMkLst>
        <pc:spChg chg="mod">
          <ac:chgData name="Anku Jaiswal" userId="15fa42f86696cacf" providerId="Windows Live" clId="Web-{F3214A31-8289-41CA-B2B3-C67766C26D7B}" dt="2020-08-22T09:18:20.873" v="188" actId="20577"/>
          <ac:spMkLst>
            <pc:docMk/>
            <pc:sldMk cId="4249840857" sldId="287"/>
            <ac:spMk id="3" creationId="{0C85F46A-FFDB-4C28-883A-F780ACE8C936}"/>
          </ac:spMkLst>
        </pc:spChg>
      </pc:sldChg>
      <pc:sldChg chg="modSp">
        <pc:chgData name="Anku Jaiswal" userId="15fa42f86696cacf" providerId="Windows Live" clId="Web-{F3214A31-8289-41CA-B2B3-C67766C26D7B}" dt="2020-08-22T09:18:39.921" v="197" actId="20577"/>
        <pc:sldMkLst>
          <pc:docMk/>
          <pc:sldMk cId="3736154264" sldId="288"/>
        </pc:sldMkLst>
        <pc:spChg chg="mod">
          <ac:chgData name="Anku Jaiswal" userId="15fa42f86696cacf" providerId="Windows Live" clId="Web-{F3214A31-8289-41CA-B2B3-C67766C26D7B}" dt="2020-08-22T09:18:39.921" v="197" actId="20577"/>
          <ac:spMkLst>
            <pc:docMk/>
            <pc:sldMk cId="3736154264" sldId="288"/>
            <ac:spMk id="3" creationId="{78D0CEE1-1EDF-45DC-80C3-60DD6B7AA9E6}"/>
          </ac:spMkLst>
        </pc:spChg>
      </pc:sldChg>
      <pc:sldChg chg="modSp">
        <pc:chgData name="Anku Jaiswal" userId="15fa42f86696cacf" providerId="Windows Live" clId="Web-{F3214A31-8289-41CA-B2B3-C67766C26D7B}" dt="2020-08-22T09:18:50.108" v="199" actId="20577"/>
        <pc:sldMkLst>
          <pc:docMk/>
          <pc:sldMk cId="3347059045" sldId="289"/>
        </pc:sldMkLst>
        <pc:spChg chg="mod">
          <ac:chgData name="Anku Jaiswal" userId="15fa42f86696cacf" providerId="Windows Live" clId="Web-{F3214A31-8289-41CA-B2B3-C67766C26D7B}" dt="2020-08-22T09:18:50.108" v="199" actId="20577"/>
          <ac:spMkLst>
            <pc:docMk/>
            <pc:sldMk cId="3347059045" sldId="289"/>
            <ac:spMk id="3" creationId="{61B886B9-E6F5-4A8C-83F6-C003C5D2F12D}"/>
          </ac:spMkLst>
        </pc:spChg>
      </pc:sldChg>
      <pc:sldChg chg="modSp">
        <pc:chgData name="Anku Jaiswal" userId="15fa42f86696cacf" providerId="Windows Live" clId="Web-{F3214A31-8289-41CA-B2B3-C67766C26D7B}" dt="2020-08-22T09:18:57.218" v="202" actId="20577"/>
        <pc:sldMkLst>
          <pc:docMk/>
          <pc:sldMk cId="1349763155" sldId="290"/>
        </pc:sldMkLst>
        <pc:spChg chg="mod">
          <ac:chgData name="Anku Jaiswal" userId="15fa42f86696cacf" providerId="Windows Live" clId="Web-{F3214A31-8289-41CA-B2B3-C67766C26D7B}" dt="2020-08-22T09:18:57.218" v="202" actId="20577"/>
          <ac:spMkLst>
            <pc:docMk/>
            <pc:sldMk cId="1349763155" sldId="290"/>
            <ac:spMk id="3" creationId="{6C31E9EE-E3F3-4A67-A091-5DFA7241932C}"/>
          </ac:spMkLst>
        </pc:spChg>
      </pc:sldChg>
      <pc:sldChg chg="modSp">
        <pc:chgData name="Anku Jaiswal" userId="15fa42f86696cacf" providerId="Windows Live" clId="Web-{F3214A31-8289-41CA-B2B3-C67766C26D7B}" dt="2020-08-22T09:19:04.296" v="205" actId="20577"/>
        <pc:sldMkLst>
          <pc:docMk/>
          <pc:sldMk cId="1210869337" sldId="291"/>
        </pc:sldMkLst>
        <pc:spChg chg="mod">
          <ac:chgData name="Anku Jaiswal" userId="15fa42f86696cacf" providerId="Windows Live" clId="Web-{F3214A31-8289-41CA-B2B3-C67766C26D7B}" dt="2020-08-22T09:19:04.296" v="205" actId="20577"/>
          <ac:spMkLst>
            <pc:docMk/>
            <pc:sldMk cId="1210869337" sldId="291"/>
            <ac:spMk id="3" creationId="{BC56F122-9A6C-4B62-A687-BB268108C441}"/>
          </ac:spMkLst>
        </pc:spChg>
      </pc:sldChg>
      <pc:sldChg chg="modSp">
        <pc:chgData name="Anku Jaiswal" userId="15fa42f86696cacf" providerId="Windows Live" clId="Web-{F3214A31-8289-41CA-B2B3-C67766C26D7B}" dt="2020-08-22T09:19:12.687" v="210" actId="20577"/>
        <pc:sldMkLst>
          <pc:docMk/>
          <pc:sldMk cId="2270432904" sldId="292"/>
        </pc:sldMkLst>
        <pc:spChg chg="mod">
          <ac:chgData name="Anku Jaiswal" userId="15fa42f86696cacf" providerId="Windows Live" clId="Web-{F3214A31-8289-41CA-B2B3-C67766C26D7B}" dt="2020-08-22T09:19:12.687" v="210" actId="20577"/>
          <ac:spMkLst>
            <pc:docMk/>
            <pc:sldMk cId="2270432904" sldId="292"/>
            <ac:spMk id="3" creationId="{33AA1A57-AD4B-413A-ADC9-1A65D4E31CED}"/>
          </ac:spMkLst>
        </pc:spChg>
      </pc:sldChg>
      <pc:sldChg chg="modSp">
        <pc:chgData name="Anku Jaiswal" userId="15fa42f86696cacf" providerId="Windows Live" clId="Web-{F3214A31-8289-41CA-B2B3-C67766C26D7B}" dt="2020-08-22T09:19:20.890" v="212" actId="20577"/>
        <pc:sldMkLst>
          <pc:docMk/>
          <pc:sldMk cId="1090224993" sldId="293"/>
        </pc:sldMkLst>
        <pc:spChg chg="mod">
          <ac:chgData name="Anku Jaiswal" userId="15fa42f86696cacf" providerId="Windows Live" clId="Web-{F3214A31-8289-41CA-B2B3-C67766C26D7B}" dt="2020-08-22T09:19:20.890" v="212" actId="20577"/>
          <ac:spMkLst>
            <pc:docMk/>
            <pc:sldMk cId="1090224993" sldId="293"/>
            <ac:spMk id="3" creationId="{6B3A682B-6C36-4AED-A830-6D9374CDAB6C}"/>
          </ac:spMkLst>
        </pc:spChg>
      </pc:sldChg>
      <pc:sldChg chg="modSp">
        <pc:chgData name="Anku Jaiswal" userId="15fa42f86696cacf" providerId="Windows Live" clId="Web-{F3214A31-8289-41CA-B2B3-C67766C26D7B}" dt="2020-08-22T09:19:28.078" v="215" actId="20577"/>
        <pc:sldMkLst>
          <pc:docMk/>
          <pc:sldMk cId="2363018054" sldId="294"/>
        </pc:sldMkLst>
        <pc:spChg chg="mod">
          <ac:chgData name="Anku Jaiswal" userId="15fa42f86696cacf" providerId="Windows Live" clId="Web-{F3214A31-8289-41CA-B2B3-C67766C26D7B}" dt="2020-08-22T09:19:28.078" v="215" actId="20577"/>
          <ac:spMkLst>
            <pc:docMk/>
            <pc:sldMk cId="2363018054" sldId="294"/>
            <ac:spMk id="3" creationId="{6A87F179-B474-44BC-B8F3-B711899685AE}"/>
          </ac:spMkLst>
        </pc:spChg>
      </pc:sldChg>
      <pc:sldChg chg="modSp new">
        <pc:chgData name="Anku Jaiswal" userId="15fa42f86696cacf" providerId="Windows Live" clId="Web-{F3214A31-8289-41CA-B2B3-C67766C26D7B}" dt="2020-08-22T09:18:06.951" v="185" actId="20577"/>
        <pc:sldMkLst>
          <pc:docMk/>
          <pc:sldMk cId="3533901932" sldId="296"/>
        </pc:sldMkLst>
        <pc:spChg chg="mod">
          <ac:chgData name="Anku Jaiswal" userId="15fa42f86696cacf" providerId="Windows Live" clId="Web-{F3214A31-8289-41CA-B2B3-C67766C26D7B}" dt="2020-08-22T09:18:06.951" v="185" actId="20577"/>
          <ac:spMkLst>
            <pc:docMk/>
            <pc:sldMk cId="3533901932" sldId="296"/>
            <ac:spMk id="3" creationId="{E420C228-9C34-43D2-88A7-01F4DABF3111}"/>
          </ac:spMkLst>
        </pc:spChg>
      </pc:sldChg>
    </pc:docChg>
  </pc:docChgLst>
  <pc:docChgLst>
    <pc:chgData name="Anku Jaiswal" userId="15fa42f86696cacf" providerId="Windows Live" clId="Web-{796FA34B-C5B6-4515-9B7E-0C032D8FB5C9}"/>
    <pc:docChg chg="addSld modSld">
      <pc:chgData name="Anku Jaiswal" userId="15fa42f86696cacf" providerId="Windows Live" clId="Web-{796FA34B-C5B6-4515-9B7E-0C032D8FB5C9}" dt="2020-08-22T04:56:41.972" v="82"/>
      <pc:docMkLst>
        <pc:docMk/>
      </pc:docMkLst>
      <pc:sldChg chg="modSp">
        <pc:chgData name="Anku Jaiswal" userId="15fa42f86696cacf" providerId="Windows Live" clId="Web-{796FA34B-C5B6-4515-9B7E-0C032D8FB5C9}" dt="2020-08-22T04:48:39.103" v="4" actId="20577"/>
        <pc:sldMkLst>
          <pc:docMk/>
          <pc:sldMk cId="4058610458" sldId="259"/>
        </pc:sldMkLst>
        <pc:spChg chg="mod">
          <ac:chgData name="Anku Jaiswal" userId="15fa42f86696cacf" providerId="Windows Live" clId="Web-{796FA34B-C5B6-4515-9B7E-0C032D8FB5C9}" dt="2020-08-22T04:48:39.103" v="4" actId="20577"/>
          <ac:spMkLst>
            <pc:docMk/>
            <pc:sldMk cId="4058610458" sldId="259"/>
            <ac:spMk id="3" creationId="{1220388C-918D-4E25-97F9-F3E4D44C0645}"/>
          </ac:spMkLst>
        </pc:spChg>
      </pc:sldChg>
      <pc:sldChg chg="modSp new">
        <pc:chgData name="Anku Jaiswal" userId="15fa42f86696cacf" providerId="Windows Live" clId="Web-{796FA34B-C5B6-4515-9B7E-0C032D8FB5C9}" dt="2020-08-22T04:49:23.697" v="13" actId="20577"/>
        <pc:sldMkLst>
          <pc:docMk/>
          <pc:sldMk cId="1385101456" sldId="265"/>
        </pc:sldMkLst>
        <pc:spChg chg="mod">
          <ac:chgData name="Anku Jaiswal" userId="15fa42f86696cacf" providerId="Windows Live" clId="Web-{796FA34B-C5B6-4515-9B7E-0C032D8FB5C9}" dt="2020-08-22T04:49:18.510" v="9" actId="20577"/>
          <ac:spMkLst>
            <pc:docMk/>
            <pc:sldMk cId="1385101456" sldId="265"/>
            <ac:spMk id="2" creationId="{7DF54128-2222-484C-87C7-3283A1F19217}"/>
          </ac:spMkLst>
        </pc:spChg>
        <pc:spChg chg="mod">
          <ac:chgData name="Anku Jaiswal" userId="15fa42f86696cacf" providerId="Windows Live" clId="Web-{796FA34B-C5B6-4515-9B7E-0C032D8FB5C9}" dt="2020-08-22T04:49:23.697" v="13" actId="20577"/>
          <ac:spMkLst>
            <pc:docMk/>
            <pc:sldMk cId="1385101456" sldId="265"/>
            <ac:spMk id="3" creationId="{30FC9A3B-72CB-4843-B8DA-C2E9D6582263}"/>
          </ac:spMkLst>
        </pc:spChg>
      </pc:sldChg>
      <pc:sldChg chg="addSp delSp modSp new">
        <pc:chgData name="Anku Jaiswal" userId="15fa42f86696cacf" providerId="Windows Live" clId="Web-{796FA34B-C5B6-4515-9B7E-0C032D8FB5C9}" dt="2020-08-22T04:54:05.109" v="69"/>
        <pc:sldMkLst>
          <pc:docMk/>
          <pc:sldMk cId="2866807402" sldId="266"/>
        </pc:sldMkLst>
        <pc:spChg chg="del">
          <ac:chgData name="Anku Jaiswal" userId="15fa42f86696cacf" providerId="Windows Live" clId="Web-{796FA34B-C5B6-4515-9B7E-0C032D8FB5C9}" dt="2020-08-22T04:54:05.109" v="69"/>
          <ac:spMkLst>
            <pc:docMk/>
            <pc:sldMk cId="2866807402" sldId="266"/>
            <ac:spMk id="3" creationId="{5435A539-F650-45D0-8A48-BD35E757F58E}"/>
          </ac:spMkLst>
        </pc:spChg>
        <pc:picChg chg="add mod ord">
          <ac:chgData name="Anku Jaiswal" userId="15fa42f86696cacf" providerId="Windows Live" clId="Web-{796FA34B-C5B6-4515-9B7E-0C032D8FB5C9}" dt="2020-08-22T04:54:05.109" v="69"/>
          <ac:picMkLst>
            <pc:docMk/>
            <pc:sldMk cId="2866807402" sldId="266"/>
            <ac:picMk id="4" creationId="{B252F23F-C7AE-4D52-BD01-E63267E68CA2}"/>
          </ac:picMkLst>
        </pc:picChg>
      </pc:sldChg>
      <pc:sldChg chg="modSp new">
        <pc:chgData name="Anku Jaiswal" userId="15fa42f86696cacf" providerId="Windows Live" clId="Web-{796FA34B-C5B6-4515-9B7E-0C032D8FB5C9}" dt="2020-08-22T04:56:16.846" v="72" actId="20577"/>
        <pc:sldMkLst>
          <pc:docMk/>
          <pc:sldMk cId="257281536" sldId="267"/>
        </pc:sldMkLst>
        <pc:spChg chg="mod">
          <ac:chgData name="Anku Jaiswal" userId="15fa42f86696cacf" providerId="Windows Live" clId="Web-{796FA34B-C5B6-4515-9B7E-0C032D8FB5C9}" dt="2020-08-22T04:56:16.846" v="72" actId="20577"/>
          <ac:spMkLst>
            <pc:docMk/>
            <pc:sldMk cId="257281536" sldId="267"/>
            <ac:spMk id="3" creationId="{1E781F19-0DED-49AC-8EF8-80074EAACE3D}"/>
          </ac:spMkLst>
        </pc:spChg>
      </pc:sldChg>
      <pc:sldChg chg="modSp new">
        <pc:chgData name="Anku Jaiswal" userId="15fa42f86696cacf" providerId="Windows Live" clId="Web-{796FA34B-C5B6-4515-9B7E-0C032D8FB5C9}" dt="2020-08-22T04:56:36.253" v="76" actId="20577"/>
        <pc:sldMkLst>
          <pc:docMk/>
          <pc:sldMk cId="199578351" sldId="268"/>
        </pc:sldMkLst>
        <pc:spChg chg="mod">
          <ac:chgData name="Anku Jaiswal" userId="15fa42f86696cacf" providerId="Windows Live" clId="Web-{796FA34B-C5B6-4515-9B7E-0C032D8FB5C9}" dt="2020-08-22T04:56:36.253" v="76" actId="20577"/>
          <ac:spMkLst>
            <pc:docMk/>
            <pc:sldMk cId="199578351" sldId="268"/>
            <ac:spMk id="3" creationId="{9D1E4EBD-53EE-498C-817A-A1F0F7229643}"/>
          </ac:spMkLst>
        </pc:spChg>
      </pc:sldChg>
      <pc:sldChg chg="modSp new">
        <pc:chgData name="Anku Jaiswal" userId="15fa42f86696cacf" providerId="Windows Live" clId="Web-{796FA34B-C5B6-4515-9B7E-0C032D8FB5C9}" dt="2020-08-22T04:56:40.300" v="80" actId="20577"/>
        <pc:sldMkLst>
          <pc:docMk/>
          <pc:sldMk cId="2434635617" sldId="269"/>
        </pc:sldMkLst>
        <pc:spChg chg="mod">
          <ac:chgData name="Anku Jaiswal" userId="15fa42f86696cacf" providerId="Windows Live" clId="Web-{796FA34B-C5B6-4515-9B7E-0C032D8FB5C9}" dt="2020-08-22T04:56:40.300" v="80" actId="20577"/>
          <ac:spMkLst>
            <pc:docMk/>
            <pc:sldMk cId="2434635617" sldId="269"/>
            <ac:spMk id="3" creationId="{96C9653E-1A7F-4D3E-AB6B-139F3DFCB8DA}"/>
          </ac:spMkLst>
        </pc:spChg>
      </pc:sldChg>
      <pc:sldChg chg="addSp delSp modSp new">
        <pc:chgData name="Anku Jaiswal" userId="15fa42f86696cacf" providerId="Windows Live" clId="Web-{796FA34B-C5B6-4515-9B7E-0C032D8FB5C9}" dt="2020-08-22T04:50:50.621" v="20"/>
        <pc:sldMkLst>
          <pc:docMk/>
          <pc:sldMk cId="124339490" sldId="270"/>
        </pc:sldMkLst>
        <pc:spChg chg="del">
          <ac:chgData name="Anku Jaiswal" userId="15fa42f86696cacf" providerId="Windows Live" clId="Web-{796FA34B-C5B6-4515-9B7E-0C032D8FB5C9}" dt="2020-08-22T04:50:50.621" v="20"/>
          <ac:spMkLst>
            <pc:docMk/>
            <pc:sldMk cId="124339490" sldId="270"/>
            <ac:spMk id="3" creationId="{6F5C1750-9E4E-481F-B516-8D7698F60701}"/>
          </ac:spMkLst>
        </pc:spChg>
        <pc:picChg chg="add mod ord">
          <ac:chgData name="Anku Jaiswal" userId="15fa42f86696cacf" providerId="Windows Live" clId="Web-{796FA34B-C5B6-4515-9B7E-0C032D8FB5C9}" dt="2020-08-22T04:50:50.621" v="20"/>
          <ac:picMkLst>
            <pc:docMk/>
            <pc:sldMk cId="124339490" sldId="270"/>
            <ac:picMk id="4" creationId="{532B02DE-47E4-4989-A7AE-3DCD1621CD55}"/>
          </ac:picMkLst>
        </pc:picChg>
      </pc:sldChg>
      <pc:sldChg chg="addSp delSp modSp new">
        <pc:chgData name="Anku Jaiswal" userId="15fa42f86696cacf" providerId="Windows Live" clId="Web-{796FA34B-C5B6-4515-9B7E-0C032D8FB5C9}" dt="2020-08-22T04:54:00.015" v="67" actId="20577"/>
        <pc:sldMkLst>
          <pc:docMk/>
          <pc:sldMk cId="2173558824" sldId="271"/>
        </pc:sldMkLst>
        <pc:spChg chg="mod">
          <ac:chgData name="Anku Jaiswal" userId="15fa42f86696cacf" providerId="Windows Live" clId="Web-{796FA34B-C5B6-4515-9B7E-0C032D8FB5C9}" dt="2020-08-22T04:54:00.015" v="67" actId="20577"/>
          <ac:spMkLst>
            <pc:docMk/>
            <pc:sldMk cId="2173558824" sldId="271"/>
            <ac:spMk id="2" creationId="{FBB709B9-2CE1-4E92-AB8B-0D20FD9196CB}"/>
          </ac:spMkLst>
        </pc:spChg>
        <pc:spChg chg="del">
          <ac:chgData name="Anku Jaiswal" userId="15fa42f86696cacf" providerId="Windows Live" clId="Web-{796FA34B-C5B6-4515-9B7E-0C032D8FB5C9}" dt="2020-08-22T04:51:59.779" v="22"/>
          <ac:spMkLst>
            <pc:docMk/>
            <pc:sldMk cId="2173558824" sldId="271"/>
            <ac:spMk id="3" creationId="{E3EC6C1C-F595-4627-9614-28BB1FFBAA23}"/>
          </ac:spMkLst>
        </pc:spChg>
        <pc:picChg chg="add mod ord">
          <ac:chgData name="Anku Jaiswal" userId="15fa42f86696cacf" providerId="Windows Live" clId="Web-{796FA34B-C5B6-4515-9B7E-0C032D8FB5C9}" dt="2020-08-22T04:51:59.779" v="22"/>
          <ac:picMkLst>
            <pc:docMk/>
            <pc:sldMk cId="2173558824" sldId="271"/>
            <ac:picMk id="4" creationId="{A2B4E9C7-A8A9-42E9-BC80-B6298127091C}"/>
          </ac:picMkLst>
        </pc:picChg>
      </pc:sldChg>
      <pc:sldChg chg="new">
        <pc:chgData name="Anku Jaiswal" userId="15fa42f86696cacf" providerId="Windows Live" clId="Web-{796FA34B-C5B6-4515-9B7E-0C032D8FB5C9}" dt="2020-08-22T04:56:41.972" v="82"/>
        <pc:sldMkLst>
          <pc:docMk/>
          <pc:sldMk cId="3525501948" sldId="272"/>
        </pc:sldMkLst>
      </pc:sldChg>
    </pc:docChg>
  </pc:docChgLst>
  <pc:docChgLst>
    <pc:chgData name="Anku Jaiswal" userId="15fa42f86696cacf" providerId="Windows Live" clId="Web-{71C7DECA-2A5E-4387-A723-4C18E476CD65}"/>
    <pc:docChg chg="addSld modSld">
      <pc:chgData name="Anku Jaiswal" userId="15fa42f86696cacf" providerId="Windows Live" clId="Web-{71C7DECA-2A5E-4387-A723-4C18E476CD65}" dt="2020-09-15T03:12:10.790" v="115" actId="20577"/>
      <pc:docMkLst>
        <pc:docMk/>
      </pc:docMkLst>
      <pc:sldChg chg="modSp">
        <pc:chgData name="Anku Jaiswal" userId="15fa42f86696cacf" providerId="Windows Live" clId="Web-{71C7DECA-2A5E-4387-A723-4C18E476CD65}" dt="2020-09-15T03:05:51.698" v="11" actId="20577"/>
        <pc:sldMkLst>
          <pc:docMk/>
          <pc:sldMk cId="189928614" sldId="303"/>
        </pc:sldMkLst>
        <pc:spChg chg="mod">
          <ac:chgData name="Anku Jaiswal" userId="15fa42f86696cacf" providerId="Windows Live" clId="Web-{71C7DECA-2A5E-4387-A723-4C18E476CD65}" dt="2020-09-15T03:05:51.698" v="11" actId="20577"/>
          <ac:spMkLst>
            <pc:docMk/>
            <pc:sldMk cId="189928614" sldId="303"/>
            <ac:spMk id="3" creationId="{6C723A97-E96A-46D8-9A7E-42E0650A39D9}"/>
          </ac:spMkLst>
        </pc:spChg>
      </pc:sldChg>
      <pc:sldChg chg="addSp delSp modSp mod setBg">
        <pc:chgData name="Anku Jaiswal" userId="15fa42f86696cacf" providerId="Windows Live" clId="Web-{71C7DECA-2A5E-4387-A723-4C18E476CD65}" dt="2020-09-15T03:07:55.713" v="30"/>
        <pc:sldMkLst>
          <pc:docMk/>
          <pc:sldMk cId="1963515324" sldId="309"/>
        </pc:sldMkLst>
        <pc:spChg chg="del">
          <ac:chgData name="Anku Jaiswal" userId="15fa42f86696cacf" providerId="Windows Live" clId="Web-{71C7DECA-2A5E-4387-A723-4C18E476CD65}" dt="2020-09-15T03:06:52.495" v="24"/>
          <ac:spMkLst>
            <pc:docMk/>
            <pc:sldMk cId="1963515324" sldId="309"/>
            <ac:spMk id="2" creationId="{42CA2345-BDCA-4837-B846-6686FF912CA7}"/>
          </ac:spMkLst>
        </pc:spChg>
        <pc:spChg chg="add del mod">
          <ac:chgData name="Anku Jaiswal" userId="15fa42f86696cacf" providerId="Windows Live" clId="Web-{71C7DECA-2A5E-4387-A723-4C18E476CD65}" dt="2020-09-15T03:07:52.323" v="28"/>
          <ac:spMkLst>
            <pc:docMk/>
            <pc:sldMk cId="1963515324" sldId="309"/>
            <ac:spMk id="5" creationId="{24838770-0F71-4D58-A037-26375A85C180}"/>
          </ac:spMkLst>
        </pc:spChg>
        <pc:spChg chg="add">
          <ac:chgData name="Anku Jaiswal" userId="15fa42f86696cacf" providerId="Windows Live" clId="Web-{71C7DECA-2A5E-4387-A723-4C18E476CD65}" dt="2020-09-15T03:07:55.713" v="30"/>
          <ac:spMkLst>
            <pc:docMk/>
            <pc:sldMk cId="1963515324" sldId="309"/>
            <ac:spMk id="11" creationId="{A8E9C91B-7EAD-4562-AB0E-DFB9663AECE3}"/>
          </ac:spMkLst>
        </pc:spChg>
        <pc:spChg chg="add">
          <ac:chgData name="Anku Jaiswal" userId="15fa42f86696cacf" providerId="Windows Live" clId="Web-{71C7DECA-2A5E-4387-A723-4C18E476CD65}" dt="2020-09-15T03:07:55.713" v="30"/>
          <ac:spMkLst>
            <pc:docMk/>
            <pc:sldMk cId="1963515324" sldId="309"/>
            <ac:spMk id="13" creationId="{41497DE5-0939-4D1D-9350-0C5E1B209C68}"/>
          </ac:spMkLst>
        </pc:spChg>
        <pc:spChg chg="add">
          <ac:chgData name="Anku Jaiswal" userId="15fa42f86696cacf" providerId="Windows Live" clId="Web-{71C7DECA-2A5E-4387-A723-4C18E476CD65}" dt="2020-09-15T03:07:55.713" v="30"/>
          <ac:spMkLst>
            <pc:docMk/>
            <pc:sldMk cId="1963515324" sldId="309"/>
            <ac:spMk id="15" creationId="{5CCC70ED-6C63-4537-B7EB-51990D6C0A6F}"/>
          </ac:spMkLst>
        </pc:spChg>
        <pc:spChg chg="add">
          <ac:chgData name="Anku Jaiswal" userId="15fa42f86696cacf" providerId="Windows Live" clId="Web-{71C7DECA-2A5E-4387-A723-4C18E476CD65}" dt="2020-09-15T03:07:55.713" v="30"/>
          <ac:spMkLst>
            <pc:docMk/>
            <pc:sldMk cId="1963515324" sldId="309"/>
            <ac:spMk id="17" creationId="{B76E24C1-2968-40DC-A36E-F6B85F0F0752}"/>
          </ac:spMkLst>
        </pc:spChg>
        <pc:picChg chg="del mod">
          <ac:chgData name="Anku Jaiswal" userId="15fa42f86696cacf" providerId="Windows Live" clId="Web-{71C7DECA-2A5E-4387-A723-4C18E476CD65}" dt="2020-09-15T03:07:27.167" v="27"/>
          <ac:picMkLst>
            <pc:docMk/>
            <pc:sldMk cId="1963515324" sldId="309"/>
            <ac:picMk id="4" creationId="{082D4644-BD33-42F8-ADE5-9C4529553512}"/>
          </ac:picMkLst>
        </pc:picChg>
        <pc:picChg chg="add mod ord">
          <ac:chgData name="Anku Jaiswal" userId="15fa42f86696cacf" providerId="Windows Live" clId="Web-{71C7DECA-2A5E-4387-A723-4C18E476CD65}" dt="2020-09-15T03:07:55.713" v="30"/>
          <ac:picMkLst>
            <pc:docMk/>
            <pc:sldMk cId="1963515324" sldId="309"/>
            <ac:picMk id="6" creationId="{F2FDF5EC-69C9-4650-BD60-29760CC7E46B}"/>
          </ac:picMkLst>
        </pc:picChg>
      </pc:sldChg>
      <pc:sldChg chg="modSp">
        <pc:chgData name="Anku Jaiswal" userId="15fa42f86696cacf" providerId="Windows Live" clId="Web-{71C7DECA-2A5E-4387-A723-4C18E476CD65}" dt="2020-09-15T03:08:22.869" v="34" actId="20577"/>
        <pc:sldMkLst>
          <pc:docMk/>
          <pc:sldMk cId="725073927" sldId="310"/>
        </pc:sldMkLst>
        <pc:spChg chg="mod">
          <ac:chgData name="Anku Jaiswal" userId="15fa42f86696cacf" providerId="Windows Live" clId="Web-{71C7DECA-2A5E-4387-A723-4C18E476CD65}" dt="2020-09-15T03:08:22.869" v="34" actId="20577"/>
          <ac:spMkLst>
            <pc:docMk/>
            <pc:sldMk cId="725073927" sldId="310"/>
            <ac:spMk id="3" creationId="{99AF1685-20E5-48DD-B518-9FEFCEDF39AD}"/>
          </ac:spMkLst>
        </pc:spChg>
      </pc:sldChg>
      <pc:sldChg chg="modSp">
        <pc:chgData name="Anku Jaiswal" userId="15fa42f86696cacf" providerId="Windows Live" clId="Web-{71C7DECA-2A5E-4387-A723-4C18E476CD65}" dt="2020-09-15T03:06:48.214" v="22" actId="20577"/>
        <pc:sldMkLst>
          <pc:docMk/>
          <pc:sldMk cId="3862177031" sldId="311"/>
        </pc:sldMkLst>
        <pc:spChg chg="mod">
          <ac:chgData name="Anku Jaiswal" userId="15fa42f86696cacf" providerId="Windows Live" clId="Web-{71C7DECA-2A5E-4387-A723-4C18E476CD65}" dt="2020-09-15T03:06:48.214" v="22" actId="20577"/>
          <ac:spMkLst>
            <pc:docMk/>
            <pc:sldMk cId="3862177031" sldId="311"/>
            <ac:spMk id="3" creationId="{DA8D4D8A-00AF-4B5E-98A9-AA2A73607178}"/>
          </ac:spMkLst>
        </pc:spChg>
      </pc:sldChg>
      <pc:sldChg chg="modSp">
        <pc:chgData name="Anku Jaiswal" userId="15fa42f86696cacf" providerId="Windows Live" clId="Web-{71C7DECA-2A5E-4387-A723-4C18E476CD65}" dt="2020-09-15T03:09:07.619" v="49" actId="20577"/>
        <pc:sldMkLst>
          <pc:docMk/>
          <pc:sldMk cId="3668171491" sldId="312"/>
        </pc:sldMkLst>
        <pc:spChg chg="mod">
          <ac:chgData name="Anku Jaiswal" userId="15fa42f86696cacf" providerId="Windows Live" clId="Web-{71C7DECA-2A5E-4387-A723-4C18E476CD65}" dt="2020-09-15T03:09:07.619" v="49" actId="20577"/>
          <ac:spMkLst>
            <pc:docMk/>
            <pc:sldMk cId="3668171491" sldId="312"/>
            <ac:spMk id="3" creationId="{7DF32273-FDBF-485E-B6AA-7E54E1D96A7D}"/>
          </ac:spMkLst>
        </pc:spChg>
      </pc:sldChg>
      <pc:sldChg chg="modSp">
        <pc:chgData name="Anku Jaiswal" userId="15fa42f86696cacf" providerId="Windows Live" clId="Web-{71C7DECA-2A5E-4387-A723-4C18E476CD65}" dt="2020-09-15T03:12:10.790" v="114" actId="20577"/>
        <pc:sldMkLst>
          <pc:docMk/>
          <pc:sldMk cId="3536583016" sldId="314"/>
        </pc:sldMkLst>
        <pc:spChg chg="mod">
          <ac:chgData name="Anku Jaiswal" userId="15fa42f86696cacf" providerId="Windows Live" clId="Web-{71C7DECA-2A5E-4387-A723-4C18E476CD65}" dt="2020-09-15T03:12:10.790" v="114" actId="20577"/>
          <ac:spMkLst>
            <pc:docMk/>
            <pc:sldMk cId="3536583016" sldId="314"/>
            <ac:spMk id="2" creationId="{39B01A25-219C-43C2-B71B-A32A64A441EA}"/>
          </ac:spMkLst>
        </pc:spChg>
      </pc:sldChg>
      <pc:sldChg chg="addSp delSp modSp mod setBg">
        <pc:chgData name="Anku Jaiswal" userId="15fa42f86696cacf" providerId="Windows Live" clId="Web-{71C7DECA-2A5E-4387-A723-4C18E476CD65}" dt="2020-09-15T03:10:28.463" v="59"/>
        <pc:sldMkLst>
          <pc:docMk/>
          <pc:sldMk cId="3770748355" sldId="316"/>
        </pc:sldMkLst>
        <pc:spChg chg="del">
          <ac:chgData name="Anku Jaiswal" userId="15fa42f86696cacf" providerId="Windows Live" clId="Web-{71C7DECA-2A5E-4387-A723-4C18E476CD65}" dt="2020-09-15T03:09:23.932" v="55"/>
          <ac:spMkLst>
            <pc:docMk/>
            <pc:sldMk cId="3770748355" sldId="316"/>
            <ac:spMk id="2" creationId="{AC75A1F5-8698-422B-9A7C-1DDE5D310DBB}"/>
          </ac:spMkLst>
        </pc:spChg>
        <pc:spChg chg="add del mod">
          <ac:chgData name="Anku Jaiswal" userId="15fa42f86696cacf" providerId="Windows Live" clId="Web-{71C7DECA-2A5E-4387-A723-4C18E476CD65}" dt="2020-09-15T03:10:24.900" v="58"/>
          <ac:spMkLst>
            <pc:docMk/>
            <pc:sldMk cId="3770748355" sldId="316"/>
            <ac:spMk id="5" creationId="{5A5D9803-C3BF-43D1-AE70-80D2529480B3}"/>
          </ac:spMkLst>
        </pc:spChg>
        <pc:spChg chg="add del">
          <ac:chgData name="Anku Jaiswal" userId="15fa42f86696cacf" providerId="Windows Live" clId="Web-{71C7DECA-2A5E-4387-A723-4C18E476CD65}" dt="2020-09-15T03:10:28.463" v="59"/>
          <ac:spMkLst>
            <pc:docMk/>
            <pc:sldMk cId="3770748355" sldId="316"/>
            <ac:spMk id="9" creationId="{A8E9C91B-7EAD-4562-AB0E-DFB9663AECE3}"/>
          </ac:spMkLst>
        </pc:spChg>
        <pc:spChg chg="add del">
          <ac:chgData name="Anku Jaiswal" userId="15fa42f86696cacf" providerId="Windows Live" clId="Web-{71C7DECA-2A5E-4387-A723-4C18E476CD65}" dt="2020-09-15T03:10:28.463" v="59"/>
          <ac:spMkLst>
            <pc:docMk/>
            <pc:sldMk cId="3770748355" sldId="316"/>
            <ac:spMk id="11" creationId="{BCD2D517-BC35-4439-AC31-06DF764F25FC}"/>
          </ac:spMkLst>
        </pc:spChg>
        <pc:spChg chg="add del">
          <ac:chgData name="Anku Jaiswal" userId="15fa42f86696cacf" providerId="Windows Live" clId="Web-{71C7DECA-2A5E-4387-A723-4C18E476CD65}" dt="2020-09-15T03:10:28.463" v="59"/>
          <ac:spMkLst>
            <pc:docMk/>
            <pc:sldMk cId="3770748355" sldId="316"/>
            <ac:spMk id="13" creationId="{2DD3F846-0483-40F5-A881-0C1AD2A0CAD7}"/>
          </ac:spMkLst>
        </pc:spChg>
        <pc:spChg chg="add">
          <ac:chgData name="Anku Jaiswal" userId="15fa42f86696cacf" providerId="Windows Live" clId="Web-{71C7DECA-2A5E-4387-A723-4C18E476CD65}" dt="2020-09-15T03:10:28.463" v="59"/>
          <ac:spMkLst>
            <pc:docMk/>
            <pc:sldMk cId="3770748355" sldId="316"/>
            <ac:spMk id="18" creationId="{A8E9C91B-7EAD-4562-AB0E-DFB9663AECE3}"/>
          </ac:spMkLst>
        </pc:spChg>
        <pc:spChg chg="add">
          <ac:chgData name="Anku Jaiswal" userId="15fa42f86696cacf" providerId="Windows Live" clId="Web-{71C7DECA-2A5E-4387-A723-4C18E476CD65}" dt="2020-09-15T03:10:28.463" v="59"/>
          <ac:spMkLst>
            <pc:docMk/>
            <pc:sldMk cId="3770748355" sldId="316"/>
            <ac:spMk id="20" creationId="{BCD2D517-BC35-4439-AC31-06DF764F25FC}"/>
          </ac:spMkLst>
        </pc:spChg>
        <pc:spChg chg="add">
          <ac:chgData name="Anku Jaiswal" userId="15fa42f86696cacf" providerId="Windows Live" clId="Web-{71C7DECA-2A5E-4387-A723-4C18E476CD65}" dt="2020-09-15T03:10:28.463" v="59"/>
          <ac:spMkLst>
            <pc:docMk/>
            <pc:sldMk cId="3770748355" sldId="316"/>
            <ac:spMk id="22" creationId="{2DD3F846-0483-40F5-A881-0C1AD2A0CAD7}"/>
          </ac:spMkLst>
        </pc:spChg>
        <pc:picChg chg="del mod">
          <ac:chgData name="Anku Jaiswal" userId="15fa42f86696cacf" providerId="Windows Live" clId="Web-{71C7DECA-2A5E-4387-A723-4C18E476CD65}" dt="2020-09-15T03:10:23.744" v="57"/>
          <ac:picMkLst>
            <pc:docMk/>
            <pc:sldMk cId="3770748355" sldId="316"/>
            <ac:picMk id="4" creationId="{8B1FB927-4AC6-4805-A7BC-E5CCEE81E3F4}"/>
          </ac:picMkLst>
        </pc:picChg>
        <pc:picChg chg="add mod ord">
          <ac:chgData name="Anku Jaiswal" userId="15fa42f86696cacf" providerId="Windows Live" clId="Web-{71C7DECA-2A5E-4387-A723-4C18E476CD65}" dt="2020-09-15T03:10:28.463" v="59"/>
          <ac:picMkLst>
            <pc:docMk/>
            <pc:sldMk cId="3770748355" sldId="316"/>
            <ac:picMk id="6" creationId="{03C6C621-9AD1-403F-BAF9-B7EBEFE70079}"/>
          </ac:picMkLst>
        </pc:picChg>
      </pc:sldChg>
      <pc:sldChg chg="modSp">
        <pc:chgData name="Anku Jaiswal" userId="15fa42f86696cacf" providerId="Windows Live" clId="Web-{71C7DECA-2A5E-4387-A723-4C18E476CD65}" dt="2020-09-15T03:11:22.884" v="89" actId="20577"/>
        <pc:sldMkLst>
          <pc:docMk/>
          <pc:sldMk cId="1110351658" sldId="317"/>
        </pc:sldMkLst>
        <pc:spChg chg="mod">
          <ac:chgData name="Anku Jaiswal" userId="15fa42f86696cacf" providerId="Windows Live" clId="Web-{71C7DECA-2A5E-4387-A723-4C18E476CD65}" dt="2020-09-15T03:10:54.697" v="68" actId="20577"/>
          <ac:spMkLst>
            <pc:docMk/>
            <pc:sldMk cId="1110351658" sldId="317"/>
            <ac:spMk id="2" creationId="{C1DFCE6A-5E58-4BC2-984E-74BB11BF7EBA}"/>
          </ac:spMkLst>
        </pc:spChg>
        <pc:spChg chg="mod">
          <ac:chgData name="Anku Jaiswal" userId="15fa42f86696cacf" providerId="Windows Live" clId="Web-{71C7DECA-2A5E-4387-A723-4C18E476CD65}" dt="2020-09-15T03:11:22.884" v="89" actId="20577"/>
          <ac:spMkLst>
            <pc:docMk/>
            <pc:sldMk cId="1110351658" sldId="317"/>
            <ac:spMk id="3" creationId="{91F2F56A-EFA1-441C-A7FC-74F3DD77FF38}"/>
          </ac:spMkLst>
        </pc:spChg>
      </pc:sldChg>
      <pc:sldChg chg="modSp new">
        <pc:chgData name="Anku Jaiswal" userId="15fa42f86696cacf" providerId="Windows Live" clId="Web-{71C7DECA-2A5E-4387-A723-4C18E476CD65}" dt="2020-09-15T03:06:13.167" v="18" actId="20577"/>
        <pc:sldMkLst>
          <pc:docMk/>
          <pc:sldMk cId="2072352688" sldId="321"/>
        </pc:sldMkLst>
        <pc:spChg chg="mod">
          <ac:chgData name="Anku Jaiswal" userId="15fa42f86696cacf" providerId="Windows Live" clId="Web-{71C7DECA-2A5E-4387-A723-4C18E476CD65}" dt="2020-09-15T03:06:13.167" v="18" actId="20577"/>
          <ac:spMkLst>
            <pc:docMk/>
            <pc:sldMk cId="2072352688" sldId="321"/>
            <ac:spMk id="3" creationId="{1BAE428A-D056-4C8F-B3E4-E067017319DC}"/>
          </ac:spMkLst>
        </pc:spChg>
      </pc:sldChg>
      <pc:sldChg chg="modSp new">
        <pc:chgData name="Anku Jaiswal" userId="15fa42f86696cacf" providerId="Windows Live" clId="Web-{71C7DECA-2A5E-4387-A723-4C18E476CD65}" dt="2020-09-15T03:08:39.947" v="44" actId="20577"/>
        <pc:sldMkLst>
          <pc:docMk/>
          <pc:sldMk cId="2767808091" sldId="322"/>
        </pc:sldMkLst>
        <pc:spChg chg="mod">
          <ac:chgData name="Anku Jaiswal" userId="15fa42f86696cacf" providerId="Windows Live" clId="Web-{71C7DECA-2A5E-4387-A723-4C18E476CD65}" dt="2020-09-15T03:08:39.947" v="44" actId="20577"/>
          <ac:spMkLst>
            <pc:docMk/>
            <pc:sldMk cId="2767808091" sldId="322"/>
            <ac:spMk id="3" creationId="{86CA1C81-BCD2-4593-BDF3-0C4B0553E5F3}"/>
          </ac:spMkLst>
        </pc:spChg>
      </pc:sldChg>
      <pc:sldChg chg="modSp new">
        <pc:chgData name="Anku Jaiswal" userId="15fa42f86696cacf" providerId="Windows Live" clId="Web-{71C7DECA-2A5E-4387-A723-4C18E476CD65}" dt="2020-09-15T03:09:13.322" v="53" actId="20577"/>
        <pc:sldMkLst>
          <pc:docMk/>
          <pc:sldMk cId="2890430964" sldId="323"/>
        </pc:sldMkLst>
        <pc:spChg chg="mod">
          <ac:chgData name="Anku Jaiswal" userId="15fa42f86696cacf" providerId="Windows Live" clId="Web-{71C7DECA-2A5E-4387-A723-4C18E476CD65}" dt="2020-09-15T03:09:13.322" v="53" actId="20577"/>
          <ac:spMkLst>
            <pc:docMk/>
            <pc:sldMk cId="2890430964" sldId="323"/>
            <ac:spMk id="3" creationId="{E95513C8-39D7-4BD9-AAD7-D811C0D12A87}"/>
          </ac:spMkLst>
        </pc:spChg>
      </pc:sldChg>
      <pc:sldChg chg="modSp new">
        <pc:chgData name="Anku Jaiswal" userId="15fa42f86696cacf" providerId="Windows Live" clId="Web-{71C7DECA-2A5E-4387-A723-4C18E476CD65}" dt="2020-09-15T03:11:56.416" v="103" actId="20577"/>
        <pc:sldMkLst>
          <pc:docMk/>
          <pc:sldMk cId="4146146153" sldId="324"/>
        </pc:sldMkLst>
        <pc:spChg chg="mod">
          <ac:chgData name="Anku Jaiswal" userId="15fa42f86696cacf" providerId="Windows Live" clId="Web-{71C7DECA-2A5E-4387-A723-4C18E476CD65}" dt="2020-09-15T03:11:50.291" v="99" actId="20577"/>
          <ac:spMkLst>
            <pc:docMk/>
            <pc:sldMk cId="4146146153" sldId="324"/>
            <ac:spMk id="2" creationId="{050201C5-951E-4186-998F-711D6BEEB584}"/>
          </ac:spMkLst>
        </pc:spChg>
        <pc:spChg chg="mod">
          <ac:chgData name="Anku Jaiswal" userId="15fa42f86696cacf" providerId="Windows Live" clId="Web-{71C7DECA-2A5E-4387-A723-4C18E476CD65}" dt="2020-09-15T03:11:56.416" v="103" actId="20577"/>
          <ac:spMkLst>
            <pc:docMk/>
            <pc:sldMk cId="4146146153" sldId="324"/>
            <ac:spMk id="3" creationId="{62D94480-AFE3-4400-89EF-7E6BF0CC7BE9}"/>
          </ac:spMkLst>
        </pc:spChg>
      </pc:sldChg>
      <pc:sldChg chg="modSp new">
        <pc:chgData name="Anku Jaiswal" userId="15fa42f86696cacf" providerId="Windows Live" clId="Web-{71C7DECA-2A5E-4387-A723-4C18E476CD65}" dt="2020-09-15T03:11:31.884" v="95" actId="20577"/>
        <pc:sldMkLst>
          <pc:docMk/>
          <pc:sldMk cId="3334474626" sldId="325"/>
        </pc:sldMkLst>
        <pc:spChg chg="mod">
          <ac:chgData name="Anku Jaiswal" userId="15fa42f86696cacf" providerId="Windows Live" clId="Web-{71C7DECA-2A5E-4387-A723-4C18E476CD65}" dt="2020-09-15T03:11:31.884" v="95" actId="20577"/>
          <ac:spMkLst>
            <pc:docMk/>
            <pc:sldMk cId="3334474626" sldId="325"/>
            <ac:spMk id="3" creationId="{99CF573C-2DA4-4F37-8E8A-03EDE3445858}"/>
          </ac:spMkLst>
        </pc:spChg>
      </pc:sldChg>
    </pc:docChg>
  </pc:docChgLst>
  <pc:docChgLst>
    <pc:chgData name="Anku Jaiswal" userId="15fa42f86696cacf" providerId="Windows Live" clId="Web-{00B87410-14A5-4DF2-95C8-9C241FE7625E}"/>
    <pc:docChg chg="addSld modSld">
      <pc:chgData name="Anku Jaiswal" userId="15fa42f86696cacf" providerId="Windows Live" clId="Web-{00B87410-14A5-4DF2-95C8-9C241FE7625E}" dt="2020-08-25T14:33:34.179" v="148" actId="20577"/>
      <pc:docMkLst>
        <pc:docMk/>
      </pc:docMkLst>
      <pc:sldChg chg="modSp">
        <pc:chgData name="Anku Jaiswal" userId="15fa42f86696cacf" providerId="Windows Live" clId="Web-{00B87410-14A5-4DF2-95C8-9C241FE7625E}" dt="2020-08-25T14:00:14.281" v="46" actId="20577"/>
        <pc:sldMkLst>
          <pc:docMk/>
          <pc:sldMk cId="2608224711" sldId="273"/>
        </pc:sldMkLst>
        <pc:spChg chg="mod">
          <ac:chgData name="Anku Jaiswal" userId="15fa42f86696cacf" providerId="Windows Live" clId="Web-{00B87410-14A5-4DF2-95C8-9C241FE7625E}" dt="2020-08-25T14:00:14.281" v="46" actId="20577"/>
          <ac:spMkLst>
            <pc:docMk/>
            <pc:sldMk cId="2608224711" sldId="273"/>
            <ac:spMk id="2" creationId="{FB66A65B-4185-4F28-A6ED-5F3B5CBB8C1A}"/>
          </ac:spMkLst>
        </pc:spChg>
        <pc:spChg chg="mod">
          <ac:chgData name="Anku Jaiswal" userId="15fa42f86696cacf" providerId="Windows Live" clId="Web-{00B87410-14A5-4DF2-95C8-9C241FE7625E}" dt="2020-08-25T13:59:57.218" v="14" actId="20577"/>
          <ac:spMkLst>
            <pc:docMk/>
            <pc:sldMk cId="2608224711" sldId="273"/>
            <ac:spMk id="3" creationId="{A239F3D4-35BE-4EA9-A027-C7BB13BC0513}"/>
          </ac:spMkLst>
        </pc:spChg>
      </pc:sldChg>
      <pc:sldChg chg="modSp">
        <pc:chgData name="Anku Jaiswal" userId="15fa42f86696cacf" providerId="Windows Live" clId="Web-{00B87410-14A5-4DF2-95C8-9C241FE7625E}" dt="2020-08-25T14:00:32.578" v="51" actId="20577"/>
        <pc:sldMkLst>
          <pc:docMk/>
          <pc:sldMk cId="4104066750" sldId="274"/>
        </pc:sldMkLst>
        <pc:spChg chg="mod">
          <ac:chgData name="Anku Jaiswal" userId="15fa42f86696cacf" providerId="Windows Live" clId="Web-{00B87410-14A5-4DF2-95C8-9C241FE7625E}" dt="2020-08-25T14:00:32.578" v="51" actId="20577"/>
          <ac:spMkLst>
            <pc:docMk/>
            <pc:sldMk cId="4104066750" sldId="274"/>
            <ac:spMk id="3" creationId="{A0F459C0-8CA5-4300-AEC4-F695E2375D73}"/>
          </ac:spMkLst>
        </pc:spChg>
      </pc:sldChg>
      <pc:sldChg chg="modSp">
        <pc:chgData name="Anku Jaiswal" userId="15fa42f86696cacf" providerId="Windows Live" clId="Web-{00B87410-14A5-4DF2-95C8-9C241FE7625E}" dt="2020-08-25T14:11:00.861" v="93" actId="20577"/>
        <pc:sldMkLst>
          <pc:docMk/>
          <pc:sldMk cId="2997248852" sldId="275"/>
        </pc:sldMkLst>
        <pc:spChg chg="mod">
          <ac:chgData name="Anku Jaiswal" userId="15fa42f86696cacf" providerId="Windows Live" clId="Web-{00B87410-14A5-4DF2-95C8-9C241FE7625E}" dt="2020-08-25T14:11:00.861" v="93" actId="20577"/>
          <ac:spMkLst>
            <pc:docMk/>
            <pc:sldMk cId="2997248852" sldId="275"/>
            <ac:spMk id="3" creationId="{14928A68-202E-4327-89FE-709E75706429}"/>
          </ac:spMkLst>
        </pc:spChg>
      </pc:sldChg>
      <pc:sldChg chg="modSp">
        <pc:chgData name="Anku Jaiswal" userId="15fa42f86696cacf" providerId="Windows Live" clId="Web-{00B87410-14A5-4DF2-95C8-9C241FE7625E}" dt="2020-08-25T14:13:23.862" v="96" actId="20577"/>
        <pc:sldMkLst>
          <pc:docMk/>
          <pc:sldMk cId="761093988" sldId="276"/>
        </pc:sldMkLst>
        <pc:spChg chg="mod">
          <ac:chgData name="Anku Jaiswal" userId="15fa42f86696cacf" providerId="Windows Live" clId="Web-{00B87410-14A5-4DF2-95C8-9C241FE7625E}" dt="2020-08-25T14:13:23.862" v="96" actId="20577"/>
          <ac:spMkLst>
            <pc:docMk/>
            <pc:sldMk cId="761093988" sldId="276"/>
            <ac:spMk id="3" creationId="{B69D7FCB-8748-4F80-98FB-D4D5C067B74B}"/>
          </ac:spMkLst>
        </pc:spChg>
      </pc:sldChg>
      <pc:sldChg chg="modSp">
        <pc:chgData name="Anku Jaiswal" userId="15fa42f86696cacf" providerId="Windows Live" clId="Web-{00B87410-14A5-4DF2-95C8-9C241FE7625E}" dt="2020-08-25T14:30:23.147" v="124" actId="20577"/>
        <pc:sldMkLst>
          <pc:docMk/>
          <pc:sldMk cId="3850119759" sldId="278"/>
        </pc:sldMkLst>
        <pc:spChg chg="mod">
          <ac:chgData name="Anku Jaiswal" userId="15fa42f86696cacf" providerId="Windows Live" clId="Web-{00B87410-14A5-4DF2-95C8-9C241FE7625E}" dt="2020-08-25T14:30:23.147" v="124" actId="20577"/>
          <ac:spMkLst>
            <pc:docMk/>
            <pc:sldMk cId="3850119759" sldId="278"/>
            <ac:spMk id="3" creationId="{FF6942D6-BB8B-492E-8001-ACCC5DA38095}"/>
          </ac:spMkLst>
        </pc:spChg>
      </pc:sldChg>
      <pc:sldChg chg="modSp">
        <pc:chgData name="Anku Jaiswal" userId="15fa42f86696cacf" providerId="Windows Live" clId="Web-{00B87410-14A5-4DF2-95C8-9C241FE7625E}" dt="2020-08-25T14:33:32.913" v="146" actId="20577"/>
        <pc:sldMkLst>
          <pc:docMk/>
          <pc:sldMk cId="2709168011" sldId="280"/>
        </pc:sldMkLst>
        <pc:spChg chg="mod">
          <ac:chgData name="Anku Jaiswal" userId="15fa42f86696cacf" providerId="Windows Live" clId="Web-{00B87410-14A5-4DF2-95C8-9C241FE7625E}" dt="2020-08-25T14:33:32.913" v="146" actId="20577"/>
          <ac:spMkLst>
            <pc:docMk/>
            <pc:sldMk cId="2709168011" sldId="280"/>
            <ac:spMk id="3" creationId="{F5541D96-ADA5-4FA7-A258-57B01D91A505}"/>
          </ac:spMkLst>
        </pc:spChg>
      </pc:sldChg>
      <pc:sldChg chg="modSp">
        <pc:chgData name="Anku Jaiswal" userId="15fa42f86696cacf" providerId="Windows Live" clId="Web-{00B87410-14A5-4DF2-95C8-9C241FE7625E}" dt="2020-08-25T14:31:06.491" v="127" actId="20577"/>
        <pc:sldMkLst>
          <pc:docMk/>
          <pc:sldMk cId="4182468154" sldId="281"/>
        </pc:sldMkLst>
        <pc:spChg chg="mod">
          <ac:chgData name="Anku Jaiswal" userId="15fa42f86696cacf" providerId="Windows Live" clId="Web-{00B87410-14A5-4DF2-95C8-9C241FE7625E}" dt="2020-08-25T14:31:06.491" v="127" actId="20577"/>
          <ac:spMkLst>
            <pc:docMk/>
            <pc:sldMk cId="4182468154" sldId="281"/>
            <ac:spMk id="3" creationId="{A503CC28-97E5-4684-A3E1-2C81705E3351}"/>
          </ac:spMkLst>
        </pc:spChg>
      </pc:sldChg>
      <pc:sldChg chg="modSp">
        <pc:chgData name="Anku Jaiswal" userId="15fa42f86696cacf" providerId="Windows Live" clId="Web-{00B87410-14A5-4DF2-95C8-9C241FE7625E}" dt="2020-08-25T14:31:28.679" v="131" actId="20577"/>
        <pc:sldMkLst>
          <pc:docMk/>
          <pc:sldMk cId="1614281508" sldId="282"/>
        </pc:sldMkLst>
        <pc:spChg chg="mod">
          <ac:chgData name="Anku Jaiswal" userId="15fa42f86696cacf" providerId="Windows Live" clId="Web-{00B87410-14A5-4DF2-95C8-9C241FE7625E}" dt="2020-08-25T14:31:28.679" v="131" actId="20577"/>
          <ac:spMkLst>
            <pc:docMk/>
            <pc:sldMk cId="1614281508" sldId="282"/>
            <ac:spMk id="3" creationId="{902D3455-D8FC-4B13-B3E7-41B1F229FF20}"/>
          </ac:spMkLst>
        </pc:spChg>
      </pc:sldChg>
      <pc:sldChg chg="modSp">
        <pc:chgData name="Anku Jaiswal" userId="15fa42f86696cacf" providerId="Windows Live" clId="Web-{00B87410-14A5-4DF2-95C8-9C241FE7625E}" dt="2020-08-25T14:32:49.257" v="144" actId="20577"/>
        <pc:sldMkLst>
          <pc:docMk/>
          <pc:sldMk cId="4103431210" sldId="283"/>
        </pc:sldMkLst>
        <pc:spChg chg="mod">
          <ac:chgData name="Anku Jaiswal" userId="15fa42f86696cacf" providerId="Windows Live" clId="Web-{00B87410-14A5-4DF2-95C8-9C241FE7625E}" dt="2020-08-25T14:32:49.257" v="144" actId="20577"/>
          <ac:spMkLst>
            <pc:docMk/>
            <pc:sldMk cId="4103431210" sldId="283"/>
            <ac:spMk id="3" creationId="{117E10D6-0C09-489C-9E0B-BAF75758C874}"/>
          </ac:spMkLst>
        </pc:spChg>
      </pc:sldChg>
      <pc:sldChg chg="modSp">
        <pc:chgData name="Anku Jaiswal" userId="15fa42f86696cacf" providerId="Windows Live" clId="Web-{00B87410-14A5-4DF2-95C8-9C241FE7625E}" dt="2020-08-25T13:59:39.952" v="0" actId="20577"/>
        <pc:sldMkLst>
          <pc:docMk/>
          <pc:sldMk cId="3638185382" sldId="295"/>
        </pc:sldMkLst>
        <pc:spChg chg="mod">
          <ac:chgData name="Anku Jaiswal" userId="15fa42f86696cacf" providerId="Windows Live" clId="Web-{00B87410-14A5-4DF2-95C8-9C241FE7625E}" dt="2020-08-25T13:59:39.952" v="0" actId="20577"/>
          <ac:spMkLst>
            <pc:docMk/>
            <pc:sldMk cId="3638185382" sldId="295"/>
            <ac:spMk id="3" creationId="{B614DBA4-E225-4C66-ACCD-E6055D9F044A}"/>
          </ac:spMkLst>
        </pc:spChg>
      </pc:sldChg>
      <pc:sldChg chg="modSp new">
        <pc:chgData name="Anku Jaiswal" userId="15fa42f86696cacf" providerId="Windows Live" clId="Web-{00B87410-14A5-4DF2-95C8-9C241FE7625E}" dt="2020-08-25T14:09:15.611" v="78" actId="20577"/>
        <pc:sldMkLst>
          <pc:docMk/>
          <pc:sldMk cId="41708475" sldId="300"/>
        </pc:sldMkLst>
        <pc:spChg chg="mod">
          <ac:chgData name="Anku Jaiswal" userId="15fa42f86696cacf" providerId="Windows Live" clId="Web-{00B87410-14A5-4DF2-95C8-9C241FE7625E}" dt="2020-08-25T14:09:15.611" v="78" actId="20577"/>
          <ac:spMkLst>
            <pc:docMk/>
            <pc:sldMk cId="41708475" sldId="300"/>
            <ac:spMk id="3" creationId="{83DCAA51-CE89-4B9C-ABB5-EEDF77A9C2B7}"/>
          </ac:spMkLst>
        </pc:spChg>
      </pc:sldChg>
      <pc:sldChg chg="modSp new">
        <pc:chgData name="Anku Jaiswal" userId="15fa42f86696cacf" providerId="Windows Live" clId="Web-{00B87410-14A5-4DF2-95C8-9C241FE7625E}" dt="2020-08-25T14:16:10.722" v="112" actId="20577"/>
        <pc:sldMkLst>
          <pc:docMk/>
          <pc:sldMk cId="1249672617" sldId="301"/>
        </pc:sldMkLst>
        <pc:spChg chg="mod">
          <ac:chgData name="Anku Jaiswal" userId="15fa42f86696cacf" providerId="Windows Live" clId="Web-{00B87410-14A5-4DF2-95C8-9C241FE7625E}" dt="2020-08-25T14:16:10.722" v="112" actId="20577"/>
          <ac:spMkLst>
            <pc:docMk/>
            <pc:sldMk cId="1249672617" sldId="301"/>
            <ac:spMk id="3" creationId="{9D7AC4B4-364E-4A01-B5E8-B48754BE5BD2}"/>
          </ac:spMkLst>
        </pc:spChg>
      </pc:sldChg>
    </pc:docChg>
  </pc:docChgLst>
  <pc:docChgLst>
    <pc:chgData name="Anku Jaiswal" userId="15fa42f86696cacf" providerId="Windows Live" clId="Web-{AB7472E9-1881-4B82-AFC0-B4AC4B2923B5}"/>
    <pc:docChg chg="addSld modSld">
      <pc:chgData name="Anku Jaiswal" userId="15fa42f86696cacf" providerId="Windows Live" clId="Web-{AB7472E9-1881-4B82-AFC0-B4AC4B2923B5}" dt="2020-09-14T02:56:19.073" v="68" actId="20577"/>
      <pc:docMkLst>
        <pc:docMk/>
      </pc:docMkLst>
      <pc:sldChg chg="modSp">
        <pc:chgData name="Anku Jaiswal" userId="15fa42f86696cacf" providerId="Windows Live" clId="Web-{AB7472E9-1881-4B82-AFC0-B4AC4B2923B5}" dt="2020-09-14T02:53:46.369" v="16" actId="20577"/>
        <pc:sldMkLst>
          <pc:docMk/>
          <pc:sldMk cId="189928614" sldId="303"/>
        </pc:sldMkLst>
        <pc:spChg chg="mod">
          <ac:chgData name="Anku Jaiswal" userId="15fa42f86696cacf" providerId="Windows Live" clId="Web-{AB7472E9-1881-4B82-AFC0-B4AC4B2923B5}" dt="2020-09-14T02:52:36.463" v="0" actId="20577"/>
          <ac:spMkLst>
            <pc:docMk/>
            <pc:sldMk cId="189928614" sldId="303"/>
            <ac:spMk id="2" creationId="{F08B3471-AE6B-4CE0-BA46-81AAE34340B7}"/>
          </ac:spMkLst>
        </pc:spChg>
        <pc:spChg chg="mod">
          <ac:chgData name="Anku Jaiswal" userId="15fa42f86696cacf" providerId="Windows Live" clId="Web-{AB7472E9-1881-4B82-AFC0-B4AC4B2923B5}" dt="2020-09-14T02:53:46.369" v="16" actId="20577"/>
          <ac:spMkLst>
            <pc:docMk/>
            <pc:sldMk cId="189928614" sldId="303"/>
            <ac:spMk id="3" creationId="{6C723A97-E96A-46D8-9A7E-42E0650A39D9}"/>
          </ac:spMkLst>
        </pc:spChg>
      </pc:sldChg>
      <pc:sldChg chg="addSp delSp modSp new">
        <pc:chgData name="Anku Jaiswal" userId="15fa42f86696cacf" providerId="Windows Live" clId="Web-{AB7472E9-1881-4B82-AFC0-B4AC4B2923B5}" dt="2020-09-14T02:53:02.415" v="8"/>
        <pc:sldMkLst>
          <pc:docMk/>
          <pc:sldMk cId="1963515324" sldId="309"/>
        </pc:sldMkLst>
        <pc:spChg chg="del">
          <ac:chgData name="Anku Jaiswal" userId="15fa42f86696cacf" providerId="Windows Live" clId="Web-{AB7472E9-1881-4B82-AFC0-B4AC4B2923B5}" dt="2020-09-14T02:53:02.415" v="8"/>
          <ac:spMkLst>
            <pc:docMk/>
            <pc:sldMk cId="1963515324" sldId="309"/>
            <ac:spMk id="3" creationId="{C1A7E16B-8052-4809-AA03-6F31F7657990}"/>
          </ac:spMkLst>
        </pc:spChg>
        <pc:picChg chg="add mod ord">
          <ac:chgData name="Anku Jaiswal" userId="15fa42f86696cacf" providerId="Windows Live" clId="Web-{AB7472E9-1881-4B82-AFC0-B4AC4B2923B5}" dt="2020-09-14T02:53:02.415" v="8"/>
          <ac:picMkLst>
            <pc:docMk/>
            <pc:sldMk cId="1963515324" sldId="309"/>
            <ac:picMk id="4" creationId="{082D4644-BD33-42F8-ADE5-9C4529553512}"/>
          </ac:picMkLst>
        </pc:picChg>
      </pc:sldChg>
      <pc:sldChg chg="modSp new">
        <pc:chgData name="Anku Jaiswal" userId="15fa42f86696cacf" providerId="Windows Live" clId="Web-{AB7472E9-1881-4B82-AFC0-B4AC4B2923B5}" dt="2020-09-14T02:53:53.639" v="22" actId="20577"/>
        <pc:sldMkLst>
          <pc:docMk/>
          <pc:sldMk cId="725073927" sldId="310"/>
        </pc:sldMkLst>
        <pc:spChg chg="mod">
          <ac:chgData name="Anku Jaiswal" userId="15fa42f86696cacf" providerId="Windows Live" clId="Web-{AB7472E9-1881-4B82-AFC0-B4AC4B2923B5}" dt="2020-09-14T02:53:53.639" v="22" actId="20577"/>
          <ac:spMkLst>
            <pc:docMk/>
            <pc:sldMk cId="725073927" sldId="310"/>
            <ac:spMk id="3" creationId="{99AF1685-20E5-48DD-B518-9FEFCEDF39AD}"/>
          </ac:spMkLst>
        </pc:spChg>
      </pc:sldChg>
      <pc:sldChg chg="modSp new">
        <pc:chgData name="Anku Jaiswal" userId="15fa42f86696cacf" providerId="Windows Live" clId="Web-{AB7472E9-1881-4B82-AFC0-B4AC4B2923B5}" dt="2020-09-14T02:53:47.681" v="18" actId="20577"/>
        <pc:sldMkLst>
          <pc:docMk/>
          <pc:sldMk cId="3862177031" sldId="311"/>
        </pc:sldMkLst>
        <pc:spChg chg="mod">
          <ac:chgData name="Anku Jaiswal" userId="15fa42f86696cacf" providerId="Windows Live" clId="Web-{AB7472E9-1881-4B82-AFC0-B4AC4B2923B5}" dt="2020-09-14T02:53:47.681" v="18" actId="20577"/>
          <ac:spMkLst>
            <pc:docMk/>
            <pc:sldMk cId="3862177031" sldId="311"/>
            <ac:spMk id="3" creationId="{DA8D4D8A-00AF-4B5E-98A9-AA2A73607178}"/>
          </ac:spMkLst>
        </pc:spChg>
      </pc:sldChg>
      <pc:sldChg chg="addSp delSp modSp new">
        <pc:chgData name="Anku Jaiswal" userId="15fa42f86696cacf" providerId="Windows Live" clId="Web-{AB7472E9-1881-4B82-AFC0-B4AC4B2923B5}" dt="2020-09-14T02:54:04.276" v="30" actId="20577"/>
        <pc:sldMkLst>
          <pc:docMk/>
          <pc:sldMk cId="3668171491" sldId="312"/>
        </pc:sldMkLst>
        <pc:spChg chg="mod">
          <ac:chgData name="Anku Jaiswal" userId="15fa42f86696cacf" providerId="Windows Live" clId="Web-{AB7472E9-1881-4B82-AFC0-B4AC4B2923B5}" dt="2020-09-14T02:54:04.276" v="30" actId="20577"/>
          <ac:spMkLst>
            <pc:docMk/>
            <pc:sldMk cId="3668171491" sldId="312"/>
            <ac:spMk id="3" creationId="{7DF32273-FDBF-485E-B6AA-7E54E1D96A7D}"/>
          </ac:spMkLst>
        </pc:spChg>
        <pc:spChg chg="add del mod">
          <ac:chgData name="Anku Jaiswal" userId="15fa42f86696cacf" providerId="Windows Live" clId="Web-{AB7472E9-1881-4B82-AFC0-B4AC4B2923B5}" dt="2020-09-14T02:54:00.777" v="28"/>
          <ac:spMkLst>
            <pc:docMk/>
            <pc:sldMk cId="3668171491" sldId="312"/>
            <ac:spMk id="4" creationId="{C461B6A1-C57A-408E-A375-6883881A769A}"/>
          </ac:spMkLst>
        </pc:spChg>
      </pc:sldChg>
      <pc:sldChg chg="modSp new">
        <pc:chgData name="Anku Jaiswal" userId="15fa42f86696cacf" providerId="Windows Live" clId="Web-{AB7472E9-1881-4B82-AFC0-B4AC4B2923B5}" dt="2020-09-14T02:55:26.777" v="50" actId="20577"/>
        <pc:sldMkLst>
          <pc:docMk/>
          <pc:sldMk cId="564402339" sldId="313"/>
        </pc:sldMkLst>
        <pc:spChg chg="mod">
          <ac:chgData name="Anku Jaiswal" userId="15fa42f86696cacf" providerId="Windows Live" clId="Web-{AB7472E9-1881-4B82-AFC0-B4AC4B2923B5}" dt="2020-09-14T02:55:26.777" v="50" actId="20577"/>
          <ac:spMkLst>
            <pc:docMk/>
            <pc:sldMk cId="564402339" sldId="313"/>
            <ac:spMk id="3" creationId="{45C66DC1-1B7D-4F83-A60E-E59D86BE2F08}"/>
          </ac:spMkLst>
        </pc:spChg>
      </pc:sldChg>
      <pc:sldChg chg="modSp new">
        <pc:chgData name="Anku Jaiswal" userId="15fa42f86696cacf" providerId="Windows Live" clId="Web-{AB7472E9-1881-4B82-AFC0-B4AC4B2923B5}" dt="2020-09-14T02:55:15.996" v="47" actId="20577"/>
        <pc:sldMkLst>
          <pc:docMk/>
          <pc:sldMk cId="3536583016" sldId="314"/>
        </pc:sldMkLst>
        <pc:spChg chg="mod">
          <ac:chgData name="Anku Jaiswal" userId="15fa42f86696cacf" providerId="Windows Live" clId="Web-{AB7472E9-1881-4B82-AFC0-B4AC4B2923B5}" dt="2020-09-14T02:55:15.996" v="47" actId="20577"/>
          <ac:spMkLst>
            <pc:docMk/>
            <pc:sldMk cId="3536583016" sldId="314"/>
            <ac:spMk id="3" creationId="{808C4CD3-E129-441B-B2B8-32DCBC77022F}"/>
          </ac:spMkLst>
        </pc:spChg>
      </pc:sldChg>
      <pc:sldChg chg="modSp new">
        <pc:chgData name="Anku Jaiswal" userId="15fa42f86696cacf" providerId="Windows Live" clId="Web-{AB7472E9-1881-4B82-AFC0-B4AC4B2923B5}" dt="2020-09-14T02:54:46.523" v="40" actId="20577"/>
        <pc:sldMkLst>
          <pc:docMk/>
          <pc:sldMk cId="2861587069" sldId="315"/>
        </pc:sldMkLst>
        <pc:spChg chg="mod">
          <ac:chgData name="Anku Jaiswal" userId="15fa42f86696cacf" providerId="Windows Live" clId="Web-{AB7472E9-1881-4B82-AFC0-B4AC4B2923B5}" dt="2020-09-14T02:54:31.383" v="37" actId="20577"/>
          <ac:spMkLst>
            <pc:docMk/>
            <pc:sldMk cId="2861587069" sldId="315"/>
            <ac:spMk id="2" creationId="{67B2F721-CCDF-4488-9E8D-2F3E05BB1A7E}"/>
          </ac:spMkLst>
        </pc:spChg>
        <pc:spChg chg="mod">
          <ac:chgData name="Anku Jaiswal" userId="15fa42f86696cacf" providerId="Windows Live" clId="Web-{AB7472E9-1881-4B82-AFC0-B4AC4B2923B5}" dt="2020-09-14T02:54:46.523" v="40" actId="20577"/>
          <ac:spMkLst>
            <pc:docMk/>
            <pc:sldMk cId="2861587069" sldId="315"/>
            <ac:spMk id="3" creationId="{769A94F0-715D-4F95-86AF-13CF0598ABFC}"/>
          </ac:spMkLst>
        </pc:spChg>
      </pc:sldChg>
      <pc:sldChg chg="addSp delSp modSp new">
        <pc:chgData name="Anku Jaiswal" userId="15fa42f86696cacf" providerId="Windows Live" clId="Web-{AB7472E9-1881-4B82-AFC0-B4AC4B2923B5}" dt="2020-09-14T02:54:54.668" v="43"/>
        <pc:sldMkLst>
          <pc:docMk/>
          <pc:sldMk cId="3770748355" sldId="316"/>
        </pc:sldMkLst>
        <pc:spChg chg="del">
          <ac:chgData name="Anku Jaiswal" userId="15fa42f86696cacf" providerId="Windows Live" clId="Web-{AB7472E9-1881-4B82-AFC0-B4AC4B2923B5}" dt="2020-09-14T02:54:54.668" v="43"/>
          <ac:spMkLst>
            <pc:docMk/>
            <pc:sldMk cId="3770748355" sldId="316"/>
            <ac:spMk id="3" creationId="{18216A28-99D2-420A-966E-7A0D60859FD0}"/>
          </ac:spMkLst>
        </pc:spChg>
        <pc:picChg chg="add mod ord">
          <ac:chgData name="Anku Jaiswal" userId="15fa42f86696cacf" providerId="Windows Live" clId="Web-{AB7472E9-1881-4B82-AFC0-B4AC4B2923B5}" dt="2020-09-14T02:54:54.668" v="43"/>
          <ac:picMkLst>
            <pc:docMk/>
            <pc:sldMk cId="3770748355" sldId="316"/>
            <ac:picMk id="4" creationId="{8B1FB927-4AC6-4805-A7BC-E5CCEE81E3F4}"/>
          </ac:picMkLst>
        </pc:picChg>
      </pc:sldChg>
      <pc:sldChg chg="modSp new">
        <pc:chgData name="Anku Jaiswal" userId="15fa42f86696cacf" providerId="Windows Live" clId="Web-{AB7472E9-1881-4B82-AFC0-B4AC4B2923B5}" dt="2020-09-14T02:55:10.074" v="45" actId="20577"/>
        <pc:sldMkLst>
          <pc:docMk/>
          <pc:sldMk cId="1110351658" sldId="317"/>
        </pc:sldMkLst>
        <pc:spChg chg="mod">
          <ac:chgData name="Anku Jaiswal" userId="15fa42f86696cacf" providerId="Windows Live" clId="Web-{AB7472E9-1881-4B82-AFC0-B4AC4B2923B5}" dt="2020-09-14T02:55:10.074" v="45" actId="20577"/>
          <ac:spMkLst>
            <pc:docMk/>
            <pc:sldMk cId="1110351658" sldId="317"/>
            <ac:spMk id="3" creationId="{91F2F56A-EFA1-441C-A7FC-74F3DD77FF38}"/>
          </ac:spMkLst>
        </pc:spChg>
      </pc:sldChg>
      <pc:sldChg chg="modSp new">
        <pc:chgData name="Anku Jaiswal" userId="15fa42f86696cacf" providerId="Windows Live" clId="Web-{AB7472E9-1881-4B82-AFC0-B4AC4B2923B5}" dt="2020-09-14T02:55:56.198" v="59" actId="20577"/>
        <pc:sldMkLst>
          <pc:docMk/>
          <pc:sldMk cId="4197640754" sldId="318"/>
        </pc:sldMkLst>
        <pc:spChg chg="mod">
          <ac:chgData name="Anku Jaiswal" userId="15fa42f86696cacf" providerId="Windows Live" clId="Web-{AB7472E9-1881-4B82-AFC0-B4AC4B2923B5}" dt="2020-09-14T02:55:38.652" v="54" actId="20577"/>
          <ac:spMkLst>
            <pc:docMk/>
            <pc:sldMk cId="4197640754" sldId="318"/>
            <ac:spMk id="2" creationId="{8DD16518-9039-4D99-87D6-9E6D3C6DCC2E}"/>
          </ac:spMkLst>
        </pc:spChg>
        <pc:spChg chg="mod">
          <ac:chgData name="Anku Jaiswal" userId="15fa42f86696cacf" providerId="Windows Live" clId="Web-{AB7472E9-1881-4B82-AFC0-B4AC4B2923B5}" dt="2020-09-14T02:55:56.198" v="59" actId="20577"/>
          <ac:spMkLst>
            <pc:docMk/>
            <pc:sldMk cId="4197640754" sldId="318"/>
            <ac:spMk id="3" creationId="{13689C99-E34A-43FE-841F-C10478AF0838}"/>
          </ac:spMkLst>
        </pc:spChg>
      </pc:sldChg>
      <pc:sldChg chg="modSp new">
        <pc:chgData name="Anku Jaiswal" userId="15fa42f86696cacf" providerId="Windows Live" clId="Web-{AB7472E9-1881-4B82-AFC0-B4AC4B2923B5}" dt="2020-09-14T02:56:13.401" v="64" actId="20577"/>
        <pc:sldMkLst>
          <pc:docMk/>
          <pc:sldMk cId="1015557954" sldId="319"/>
        </pc:sldMkLst>
        <pc:spChg chg="mod">
          <ac:chgData name="Anku Jaiswal" userId="15fa42f86696cacf" providerId="Windows Live" clId="Web-{AB7472E9-1881-4B82-AFC0-B4AC4B2923B5}" dt="2020-09-14T02:56:13.401" v="64" actId="20577"/>
          <ac:spMkLst>
            <pc:docMk/>
            <pc:sldMk cId="1015557954" sldId="319"/>
            <ac:spMk id="3" creationId="{2EC9DA02-2E54-4242-9C7C-DD25919F0979}"/>
          </ac:spMkLst>
        </pc:spChg>
      </pc:sldChg>
      <pc:sldChg chg="modSp new">
        <pc:chgData name="Anku Jaiswal" userId="15fa42f86696cacf" providerId="Windows Live" clId="Web-{AB7472E9-1881-4B82-AFC0-B4AC4B2923B5}" dt="2020-09-14T02:56:19.073" v="68" actId="20577"/>
        <pc:sldMkLst>
          <pc:docMk/>
          <pc:sldMk cId="4289036007" sldId="320"/>
        </pc:sldMkLst>
        <pc:spChg chg="mod">
          <ac:chgData name="Anku Jaiswal" userId="15fa42f86696cacf" providerId="Windows Live" clId="Web-{AB7472E9-1881-4B82-AFC0-B4AC4B2923B5}" dt="2020-09-14T02:56:19.073" v="68" actId="20577"/>
          <ac:spMkLst>
            <pc:docMk/>
            <pc:sldMk cId="4289036007" sldId="320"/>
            <ac:spMk id="3" creationId="{C5545711-BE97-4A18-AD6D-C601A575A9AB}"/>
          </ac:spMkLst>
        </pc:spChg>
      </pc:sldChg>
    </pc:docChg>
  </pc:docChgLst>
  <pc:docChgLst>
    <pc:chgData name="Anku Jaiswal" userId="15fa42f86696cacf" providerId="Windows Live" clId="Web-{A57BB3EF-C0DD-424E-B943-66BAC406F263}"/>
    <pc:docChg chg="addSld modSld">
      <pc:chgData name="Anku Jaiswal" userId="15fa42f86696cacf" providerId="Windows Live" clId="Web-{A57BB3EF-C0DD-424E-B943-66BAC406F263}" dt="2020-08-27T02:11:41.679" v="150"/>
      <pc:docMkLst>
        <pc:docMk/>
      </pc:docMkLst>
      <pc:sldChg chg="modSp">
        <pc:chgData name="Anku Jaiswal" userId="15fa42f86696cacf" providerId="Windows Live" clId="Web-{A57BB3EF-C0DD-424E-B943-66BAC406F263}" dt="2020-08-27T01:48:33.274" v="4" actId="20577"/>
        <pc:sldMkLst>
          <pc:docMk/>
          <pc:sldMk cId="4104066750" sldId="274"/>
        </pc:sldMkLst>
        <pc:spChg chg="mod">
          <ac:chgData name="Anku Jaiswal" userId="15fa42f86696cacf" providerId="Windows Live" clId="Web-{A57BB3EF-C0DD-424E-B943-66BAC406F263}" dt="2020-08-27T01:48:33.274" v="4" actId="20577"/>
          <ac:spMkLst>
            <pc:docMk/>
            <pc:sldMk cId="4104066750" sldId="274"/>
            <ac:spMk id="3" creationId="{A0F459C0-8CA5-4300-AEC4-F695E2375D73}"/>
          </ac:spMkLst>
        </pc:spChg>
      </pc:sldChg>
      <pc:sldChg chg="modSp">
        <pc:chgData name="Anku Jaiswal" userId="15fa42f86696cacf" providerId="Windows Live" clId="Web-{A57BB3EF-C0DD-424E-B943-66BAC406F263}" dt="2020-08-27T01:50:44.899" v="34" actId="20577"/>
        <pc:sldMkLst>
          <pc:docMk/>
          <pc:sldMk cId="2997248852" sldId="275"/>
        </pc:sldMkLst>
        <pc:spChg chg="mod">
          <ac:chgData name="Anku Jaiswal" userId="15fa42f86696cacf" providerId="Windows Live" clId="Web-{A57BB3EF-C0DD-424E-B943-66BAC406F263}" dt="2020-08-27T01:50:44.899" v="34" actId="20577"/>
          <ac:spMkLst>
            <pc:docMk/>
            <pc:sldMk cId="2997248852" sldId="275"/>
            <ac:spMk id="3" creationId="{14928A68-202E-4327-89FE-709E75706429}"/>
          </ac:spMkLst>
        </pc:spChg>
      </pc:sldChg>
      <pc:sldChg chg="modSp">
        <pc:chgData name="Anku Jaiswal" userId="15fa42f86696cacf" providerId="Windows Live" clId="Web-{A57BB3EF-C0DD-424E-B943-66BAC406F263}" dt="2020-08-27T01:51:38.618" v="52" actId="20577"/>
        <pc:sldMkLst>
          <pc:docMk/>
          <pc:sldMk cId="761093988" sldId="276"/>
        </pc:sldMkLst>
        <pc:spChg chg="mod">
          <ac:chgData name="Anku Jaiswal" userId="15fa42f86696cacf" providerId="Windows Live" clId="Web-{A57BB3EF-C0DD-424E-B943-66BAC406F263}" dt="2020-08-27T01:51:38.618" v="52" actId="20577"/>
          <ac:spMkLst>
            <pc:docMk/>
            <pc:sldMk cId="761093988" sldId="276"/>
            <ac:spMk id="3" creationId="{B69D7FCB-8748-4F80-98FB-D4D5C067B74B}"/>
          </ac:spMkLst>
        </pc:spChg>
      </pc:sldChg>
      <pc:sldChg chg="modSp">
        <pc:chgData name="Anku Jaiswal" userId="15fa42f86696cacf" providerId="Windows Live" clId="Web-{A57BB3EF-C0DD-424E-B943-66BAC406F263}" dt="2020-08-27T01:52:03.337" v="54" actId="20577"/>
        <pc:sldMkLst>
          <pc:docMk/>
          <pc:sldMk cId="1034476642" sldId="277"/>
        </pc:sldMkLst>
        <pc:spChg chg="mod">
          <ac:chgData name="Anku Jaiswal" userId="15fa42f86696cacf" providerId="Windows Live" clId="Web-{A57BB3EF-C0DD-424E-B943-66BAC406F263}" dt="2020-08-27T01:52:03.337" v="54" actId="20577"/>
          <ac:spMkLst>
            <pc:docMk/>
            <pc:sldMk cId="1034476642" sldId="277"/>
            <ac:spMk id="3" creationId="{F954F358-31A6-441B-9E72-34197565EE5F}"/>
          </ac:spMkLst>
        </pc:spChg>
      </pc:sldChg>
      <pc:sldChg chg="modSp">
        <pc:chgData name="Anku Jaiswal" userId="15fa42f86696cacf" providerId="Windows Live" clId="Web-{A57BB3EF-C0DD-424E-B943-66BAC406F263}" dt="2020-08-27T01:53:24.868" v="83" actId="20577"/>
        <pc:sldMkLst>
          <pc:docMk/>
          <pc:sldMk cId="3850119759" sldId="278"/>
        </pc:sldMkLst>
        <pc:spChg chg="mod">
          <ac:chgData name="Anku Jaiswal" userId="15fa42f86696cacf" providerId="Windows Live" clId="Web-{A57BB3EF-C0DD-424E-B943-66BAC406F263}" dt="2020-08-27T01:53:24.868" v="83" actId="20577"/>
          <ac:spMkLst>
            <pc:docMk/>
            <pc:sldMk cId="3850119759" sldId="278"/>
            <ac:spMk id="3" creationId="{FF6942D6-BB8B-492E-8001-ACCC5DA38095}"/>
          </ac:spMkLst>
        </pc:spChg>
      </pc:sldChg>
      <pc:sldChg chg="modSp">
        <pc:chgData name="Anku Jaiswal" userId="15fa42f86696cacf" providerId="Windows Live" clId="Web-{A57BB3EF-C0DD-424E-B943-66BAC406F263}" dt="2020-08-27T01:54:57.899" v="86" actId="20577"/>
        <pc:sldMkLst>
          <pc:docMk/>
          <pc:sldMk cId="4103431210" sldId="283"/>
        </pc:sldMkLst>
        <pc:spChg chg="mod">
          <ac:chgData name="Anku Jaiswal" userId="15fa42f86696cacf" providerId="Windows Live" clId="Web-{A57BB3EF-C0DD-424E-B943-66BAC406F263}" dt="2020-08-27T01:54:57.899" v="86" actId="20577"/>
          <ac:spMkLst>
            <pc:docMk/>
            <pc:sldMk cId="4103431210" sldId="283"/>
            <ac:spMk id="3" creationId="{117E10D6-0C09-489C-9E0B-BAF75758C874}"/>
          </ac:spMkLst>
        </pc:spChg>
      </pc:sldChg>
      <pc:sldChg chg="modSp">
        <pc:chgData name="Anku Jaiswal" userId="15fa42f86696cacf" providerId="Windows Live" clId="Web-{A57BB3EF-C0DD-424E-B943-66BAC406F263}" dt="2020-08-27T02:04:42.429" v="94" actId="20577"/>
        <pc:sldMkLst>
          <pc:docMk/>
          <pc:sldMk cId="196915874" sldId="284"/>
        </pc:sldMkLst>
        <pc:spChg chg="mod">
          <ac:chgData name="Anku Jaiswal" userId="15fa42f86696cacf" providerId="Windows Live" clId="Web-{A57BB3EF-C0DD-424E-B943-66BAC406F263}" dt="2020-08-27T02:04:42.429" v="94" actId="20577"/>
          <ac:spMkLst>
            <pc:docMk/>
            <pc:sldMk cId="196915874" sldId="284"/>
            <ac:spMk id="3" creationId="{64994768-DEE0-49B6-BA70-8DA069607346}"/>
          </ac:spMkLst>
        </pc:spChg>
      </pc:sldChg>
      <pc:sldChg chg="modSp">
        <pc:chgData name="Anku Jaiswal" userId="15fa42f86696cacf" providerId="Windows Live" clId="Web-{A57BB3EF-C0DD-424E-B943-66BAC406F263}" dt="2020-08-27T02:04:56.086" v="97" actId="20577"/>
        <pc:sldMkLst>
          <pc:docMk/>
          <pc:sldMk cId="3551175147" sldId="285"/>
        </pc:sldMkLst>
        <pc:spChg chg="mod">
          <ac:chgData name="Anku Jaiswal" userId="15fa42f86696cacf" providerId="Windows Live" clId="Web-{A57BB3EF-C0DD-424E-B943-66BAC406F263}" dt="2020-08-27T02:04:56.086" v="97" actId="20577"/>
          <ac:spMkLst>
            <pc:docMk/>
            <pc:sldMk cId="3551175147" sldId="285"/>
            <ac:spMk id="3" creationId="{02046A18-10A2-47F9-A5D2-B0DC2CCD9F05}"/>
          </ac:spMkLst>
        </pc:spChg>
      </pc:sldChg>
      <pc:sldChg chg="modSp">
        <pc:chgData name="Anku Jaiswal" userId="15fa42f86696cacf" providerId="Windows Live" clId="Web-{A57BB3EF-C0DD-424E-B943-66BAC406F263}" dt="2020-08-27T02:09:03.367" v="121" actId="20577"/>
        <pc:sldMkLst>
          <pc:docMk/>
          <pc:sldMk cId="3347059045" sldId="289"/>
        </pc:sldMkLst>
        <pc:spChg chg="mod">
          <ac:chgData name="Anku Jaiswal" userId="15fa42f86696cacf" providerId="Windows Live" clId="Web-{A57BB3EF-C0DD-424E-B943-66BAC406F263}" dt="2020-08-27T02:09:03.367" v="121" actId="20577"/>
          <ac:spMkLst>
            <pc:docMk/>
            <pc:sldMk cId="3347059045" sldId="289"/>
            <ac:spMk id="3" creationId="{61B886B9-E6F5-4A8C-83F6-C003C5D2F12D}"/>
          </ac:spMkLst>
        </pc:spChg>
      </pc:sldChg>
      <pc:sldChg chg="modSp">
        <pc:chgData name="Anku Jaiswal" userId="15fa42f86696cacf" providerId="Windows Live" clId="Web-{A57BB3EF-C0DD-424E-B943-66BAC406F263}" dt="2020-08-27T02:10:22.648" v="134" actId="20577"/>
        <pc:sldMkLst>
          <pc:docMk/>
          <pc:sldMk cId="1349763155" sldId="290"/>
        </pc:sldMkLst>
        <pc:spChg chg="mod">
          <ac:chgData name="Anku Jaiswal" userId="15fa42f86696cacf" providerId="Windows Live" clId="Web-{A57BB3EF-C0DD-424E-B943-66BAC406F263}" dt="2020-08-27T02:10:22.648" v="134" actId="20577"/>
          <ac:spMkLst>
            <pc:docMk/>
            <pc:sldMk cId="1349763155" sldId="290"/>
            <ac:spMk id="3" creationId="{6C31E9EE-E3F3-4A67-A091-5DFA7241932C}"/>
          </ac:spMkLst>
        </pc:spChg>
      </pc:sldChg>
      <pc:sldChg chg="modSp">
        <pc:chgData name="Anku Jaiswal" userId="15fa42f86696cacf" providerId="Windows Live" clId="Web-{A57BB3EF-C0DD-424E-B943-66BAC406F263}" dt="2020-08-27T02:11:01.632" v="139" actId="20577"/>
        <pc:sldMkLst>
          <pc:docMk/>
          <pc:sldMk cId="2270432904" sldId="292"/>
        </pc:sldMkLst>
        <pc:spChg chg="mod">
          <ac:chgData name="Anku Jaiswal" userId="15fa42f86696cacf" providerId="Windows Live" clId="Web-{A57BB3EF-C0DD-424E-B943-66BAC406F263}" dt="2020-08-27T02:11:01.632" v="139" actId="20577"/>
          <ac:spMkLst>
            <pc:docMk/>
            <pc:sldMk cId="2270432904" sldId="292"/>
            <ac:spMk id="3" creationId="{33AA1A57-AD4B-413A-ADC9-1A65D4E31CED}"/>
          </ac:spMkLst>
        </pc:spChg>
      </pc:sldChg>
      <pc:sldChg chg="modSp">
        <pc:chgData name="Anku Jaiswal" userId="15fa42f86696cacf" providerId="Windows Live" clId="Web-{A57BB3EF-C0DD-424E-B943-66BAC406F263}" dt="2020-08-27T02:11:35.195" v="148" actId="20577"/>
        <pc:sldMkLst>
          <pc:docMk/>
          <pc:sldMk cId="2363018054" sldId="294"/>
        </pc:sldMkLst>
        <pc:spChg chg="mod">
          <ac:chgData name="Anku Jaiswal" userId="15fa42f86696cacf" providerId="Windows Live" clId="Web-{A57BB3EF-C0DD-424E-B943-66BAC406F263}" dt="2020-08-27T02:11:35.195" v="148" actId="20577"/>
          <ac:spMkLst>
            <pc:docMk/>
            <pc:sldMk cId="2363018054" sldId="294"/>
            <ac:spMk id="3" creationId="{6A87F179-B474-44BC-B8F3-B711899685AE}"/>
          </ac:spMkLst>
        </pc:spChg>
      </pc:sldChg>
      <pc:sldChg chg="modSp">
        <pc:chgData name="Anku Jaiswal" userId="15fa42f86696cacf" providerId="Windows Live" clId="Web-{A57BB3EF-C0DD-424E-B943-66BAC406F263}" dt="2020-08-27T02:06:48.226" v="103" actId="20577"/>
        <pc:sldMkLst>
          <pc:docMk/>
          <pc:sldMk cId="3533901932" sldId="296"/>
        </pc:sldMkLst>
        <pc:spChg chg="mod">
          <ac:chgData name="Anku Jaiswal" userId="15fa42f86696cacf" providerId="Windows Live" clId="Web-{A57BB3EF-C0DD-424E-B943-66BAC406F263}" dt="2020-08-27T02:06:48.226" v="103" actId="20577"/>
          <ac:spMkLst>
            <pc:docMk/>
            <pc:sldMk cId="3533901932" sldId="296"/>
            <ac:spMk id="3" creationId="{E420C228-9C34-43D2-88A7-01F4DABF3111}"/>
          </ac:spMkLst>
        </pc:spChg>
      </pc:sldChg>
      <pc:sldChg chg="modSp">
        <pc:chgData name="Anku Jaiswal" userId="15fa42f86696cacf" providerId="Windows Live" clId="Web-{A57BB3EF-C0DD-424E-B943-66BAC406F263}" dt="2020-08-27T01:49:43.946" v="26" actId="20577"/>
        <pc:sldMkLst>
          <pc:docMk/>
          <pc:sldMk cId="41708475" sldId="300"/>
        </pc:sldMkLst>
        <pc:spChg chg="mod">
          <ac:chgData name="Anku Jaiswal" userId="15fa42f86696cacf" providerId="Windows Live" clId="Web-{A57BB3EF-C0DD-424E-B943-66BAC406F263}" dt="2020-08-27T01:49:43.946" v="26" actId="20577"/>
          <ac:spMkLst>
            <pc:docMk/>
            <pc:sldMk cId="41708475" sldId="300"/>
            <ac:spMk id="3" creationId="{83DCAA51-CE89-4B9C-ABB5-EEDF77A9C2B7}"/>
          </ac:spMkLst>
        </pc:spChg>
      </pc:sldChg>
      <pc:sldChg chg="modSp new">
        <pc:chgData name="Anku Jaiswal" userId="15fa42f86696cacf" providerId="Windows Live" clId="Web-{A57BB3EF-C0DD-424E-B943-66BAC406F263}" dt="2020-08-27T02:09:54.070" v="131" actId="20577"/>
        <pc:sldMkLst>
          <pc:docMk/>
          <pc:sldMk cId="244686245" sldId="302"/>
        </pc:sldMkLst>
        <pc:spChg chg="mod">
          <ac:chgData name="Anku Jaiswal" userId="15fa42f86696cacf" providerId="Windows Live" clId="Web-{A57BB3EF-C0DD-424E-B943-66BAC406F263}" dt="2020-08-27T02:09:54.070" v="131" actId="20577"/>
          <ac:spMkLst>
            <pc:docMk/>
            <pc:sldMk cId="244686245" sldId="302"/>
            <ac:spMk id="3" creationId="{A1E9EE99-91E6-407B-8C9A-D71DF41D60C9}"/>
          </ac:spMkLst>
        </pc:spChg>
      </pc:sldChg>
      <pc:sldChg chg="new">
        <pc:chgData name="Anku Jaiswal" userId="15fa42f86696cacf" providerId="Windows Live" clId="Web-{A57BB3EF-C0DD-424E-B943-66BAC406F263}" dt="2020-08-27T02:11:41.679" v="150"/>
        <pc:sldMkLst>
          <pc:docMk/>
          <pc:sldMk cId="189928614" sldId="303"/>
        </pc:sldMkLst>
      </pc:sldChg>
    </pc:docChg>
  </pc:docChgLst>
  <pc:docChgLst>
    <pc:chgData name="Anku Jaiswal" userId="15fa42f86696cacf" providerId="Windows Live" clId="Web-{B1CEEF83-1BB6-45D3-C8B4-D36CF1381833}"/>
    <pc:docChg chg="addSld delSld modSld">
      <pc:chgData name="Anku Jaiswal" userId="15fa42f86696cacf" providerId="Windows Live" clId="Web-{B1CEEF83-1BB6-45D3-C8B4-D36CF1381833}" dt="2020-09-13T03:14:08.186" v="23"/>
      <pc:docMkLst>
        <pc:docMk/>
      </pc:docMkLst>
      <pc:sldChg chg="addSp delSp modSp">
        <pc:chgData name="Anku Jaiswal" userId="15fa42f86696cacf" providerId="Windows Live" clId="Web-{B1CEEF83-1BB6-45D3-C8B4-D36CF1381833}" dt="2020-09-13T02:42:45.194" v="5" actId="1076"/>
        <pc:sldMkLst>
          <pc:docMk/>
          <pc:sldMk cId="4104344344" sldId="257"/>
        </pc:sldMkLst>
        <pc:spChg chg="del mod">
          <ac:chgData name="Anku Jaiswal" userId="15fa42f86696cacf" providerId="Windows Live" clId="Web-{B1CEEF83-1BB6-45D3-C8B4-D36CF1381833}" dt="2020-09-13T02:42:28.741" v="3"/>
          <ac:spMkLst>
            <pc:docMk/>
            <pc:sldMk cId="4104344344" sldId="257"/>
            <ac:spMk id="3" creationId="{EB9F2917-BC21-4E32-921F-CB3B4F24E2E0}"/>
          </ac:spMkLst>
        </pc:spChg>
        <pc:picChg chg="add mod ord">
          <ac:chgData name="Anku Jaiswal" userId="15fa42f86696cacf" providerId="Windows Live" clId="Web-{B1CEEF83-1BB6-45D3-C8B4-D36CF1381833}" dt="2020-09-13T02:42:45.194" v="5" actId="1076"/>
          <ac:picMkLst>
            <pc:docMk/>
            <pc:sldMk cId="4104344344" sldId="257"/>
            <ac:picMk id="4" creationId="{CB8F5957-86B5-49C5-9B7B-769A1EDC4648}"/>
          </ac:picMkLst>
        </pc:picChg>
      </pc:sldChg>
      <pc:sldChg chg="del">
        <pc:chgData name="Anku Jaiswal" userId="15fa42f86696cacf" providerId="Windows Live" clId="Web-{B1CEEF83-1BB6-45D3-C8B4-D36CF1381833}" dt="2020-09-13T02:44:43.819" v="6"/>
        <pc:sldMkLst>
          <pc:docMk/>
          <pc:sldMk cId="4104066750" sldId="274"/>
        </pc:sldMkLst>
      </pc:sldChg>
      <pc:sldChg chg="del">
        <pc:chgData name="Anku Jaiswal" userId="15fa42f86696cacf" providerId="Windows Live" clId="Web-{B1CEEF83-1BB6-45D3-C8B4-D36CF1381833}" dt="2020-09-13T02:44:50.288" v="8"/>
        <pc:sldMkLst>
          <pc:docMk/>
          <pc:sldMk cId="2997248852" sldId="275"/>
        </pc:sldMkLst>
      </pc:sldChg>
      <pc:sldChg chg="del">
        <pc:chgData name="Anku Jaiswal" userId="15fa42f86696cacf" providerId="Windows Live" clId="Web-{B1CEEF83-1BB6-45D3-C8B4-D36CF1381833}" dt="2020-09-13T02:44:53.585" v="9"/>
        <pc:sldMkLst>
          <pc:docMk/>
          <pc:sldMk cId="761093988" sldId="276"/>
        </pc:sldMkLst>
      </pc:sldChg>
      <pc:sldChg chg="del">
        <pc:chgData name="Anku Jaiswal" userId="15fa42f86696cacf" providerId="Windows Live" clId="Web-{B1CEEF83-1BB6-45D3-C8B4-D36CF1381833}" dt="2020-09-13T02:44:56.741" v="10"/>
        <pc:sldMkLst>
          <pc:docMk/>
          <pc:sldMk cId="1034476642" sldId="277"/>
        </pc:sldMkLst>
      </pc:sldChg>
      <pc:sldChg chg="del">
        <pc:chgData name="Anku Jaiswal" userId="15fa42f86696cacf" providerId="Windows Live" clId="Web-{B1CEEF83-1BB6-45D3-C8B4-D36CF1381833}" dt="2020-09-13T02:44:59.288" v="11"/>
        <pc:sldMkLst>
          <pc:docMk/>
          <pc:sldMk cId="3850119759" sldId="278"/>
        </pc:sldMkLst>
      </pc:sldChg>
      <pc:sldChg chg="del">
        <pc:chgData name="Anku Jaiswal" userId="15fa42f86696cacf" providerId="Windows Live" clId="Web-{B1CEEF83-1BB6-45D3-C8B4-D36CF1381833}" dt="2020-09-13T02:45:16.273" v="17"/>
        <pc:sldMkLst>
          <pc:docMk/>
          <pc:sldMk cId="2478526418" sldId="279"/>
        </pc:sldMkLst>
      </pc:sldChg>
      <pc:sldChg chg="del">
        <pc:chgData name="Anku Jaiswal" userId="15fa42f86696cacf" providerId="Windows Live" clId="Web-{B1CEEF83-1BB6-45D3-C8B4-D36CF1381833}" dt="2020-09-13T02:45:12.741" v="16"/>
        <pc:sldMkLst>
          <pc:docMk/>
          <pc:sldMk cId="2709168011" sldId="280"/>
        </pc:sldMkLst>
      </pc:sldChg>
      <pc:sldChg chg="del">
        <pc:chgData name="Anku Jaiswal" userId="15fa42f86696cacf" providerId="Windows Live" clId="Web-{B1CEEF83-1BB6-45D3-C8B4-D36CF1381833}" dt="2020-09-13T02:45:05.147" v="13"/>
        <pc:sldMkLst>
          <pc:docMk/>
          <pc:sldMk cId="4182468154" sldId="281"/>
        </pc:sldMkLst>
      </pc:sldChg>
      <pc:sldChg chg="del">
        <pc:chgData name="Anku Jaiswal" userId="15fa42f86696cacf" providerId="Windows Live" clId="Web-{B1CEEF83-1BB6-45D3-C8B4-D36CF1381833}" dt="2020-09-13T02:45:07.835" v="14"/>
        <pc:sldMkLst>
          <pc:docMk/>
          <pc:sldMk cId="1614281508" sldId="282"/>
        </pc:sldMkLst>
      </pc:sldChg>
      <pc:sldChg chg="del">
        <pc:chgData name="Anku Jaiswal" userId="15fa42f86696cacf" providerId="Windows Live" clId="Web-{B1CEEF83-1BB6-45D3-C8B4-D36CF1381833}" dt="2020-09-13T02:45:10.335" v="15"/>
        <pc:sldMkLst>
          <pc:docMk/>
          <pc:sldMk cId="4103431210" sldId="283"/>
        </pc:sldMkLst>
      </pc:sldChg>
      <pc:sldChg chg="del">
        <pc:chgData name="Anku Jaiswal" userId="15fa42f86696cacf" providerId="Windows Live" clId="Web-{B1CEEF83-1BB6-45D3-C8B4-D36CF1381833}" dt="2020-09-13T02:45:19.319" v="18"/>
        <pc:sldMkLst>
          <pc:docMk/>
          <pc:sldMk cId="196915874" sldId="284"/>
        </pc:sldMkLst>
      </pc:sldChg>
      <pc:sldChg chg="del">
        <pc:chgData name="Anku Jaiswal" userId="15fa42f86696cacf" providerId="Windows Live" clId="Web-{B1CEEF83-1BB6-45D3-C8B4-D36CF1381833}" dt="2020-09-13T02:44:47.522" v="7"/>
        <pc:sldMkLst>
          <pc:docMk/>
          <pc:sldMk cId="41708475" sldId="300"/>
        </pc:sldMkLst>
      </pc:sldChg>
      <pc:sldChg chg="del">
        <pc:chgData name="Anku Jaiswal" userId="15fa42f86696cacf" providerId="Windows Live" clId="Web-{B1CEEF83-1BB6-45D3-C8B4-D36CF1381833}" dt="2020-09-13T02:45:02.147" v="12"/>
        <pc:sldMkLst>
          <pc:docMk/>
          <pc:sldMk cId="1249672617" sldId="301"/>
        </pc:sldMkLst>
      </pc:sldChg>
      <pc:sldChg chg="new">
        <pc:chgData name="Anku Jaiswal" userId="15fa42f86696cacf" providerId="Windows Live" clId="Web-{B1CEEF83-1BB6-45D3-C8B4-D36CF1381833}" dt="2020-09-13T03:13:58.123" v="19"/>
        <pc:sldMkLst>
          <pc:docMk/>
          <pc:sldMk cId="3280718688" sldId="304"/>
        </pc:sldMkLst>
      </pc:sldChg>
      <pc:sldChg chg="new">
        <pc:chgData name="Anku Jaiswal" userId="15fa42f86696cacf" providerId="Windows Live" clId="Web-{B1CEEF83-1BB6-45D3-C8B4-D36CF1381833}" dt="2020-09-13T03:14:00.467" v="20"/>
        <pc:sldMkLst>
          <pc:docMk/>
          <pc:sldMk cId="296131649" sldId="305"/>
        </pc:sldMkLst>
      </pc:sldChg>
      <pc:sldChg chg="new">
        <pc:chgData name="Anku Jaiswal" userId="15fa42f86696cacf" providerId="Windows Live" clId="Web-{B1CEEF83-1BB6-45D3-C8B4-D36CF1381833}" dt="2020-09-13T03:14:03.326" v="21"/>
        <pc:sldMkLst>
          <pc:docMk/>
          <pc:sldMk cId="2371859585" sldId="306"/>
        </pc:sldMkLst>
      </pc:sldChg>
      <pc:sldChg chg="new">
        <pc:chgData name="Anku Jaiswal" userId="15fa42f86696cacf" providerId="Windows Live" clId="Web-{B1CEEF83-1BB6-45D3-C8B4-D36CF1381833}" dt="2020-09-13T03:14:05.280" v="22"/>
        <pc:sldMkLst>
          <pc:docMk/>
          <pc:sldMk cId="2985707938" sldId="307"/>
        </pc:sldMkLst>
      </pc:sldChg>
      <pc:sldChg chg="new">
        <pc:chgData name="Anku Jaiswal" userId="15fa42f86696cacf" providerId="Windows Live" clId="Web-{B1CEEF83-1BB6-45D3-C8B4-D36CF1381833}" dt="2020-09-13T03:14:08.186" v="23"/>
        <pc:sldMkLst>
          <pc:docMk/>
          <pc:sldMk cId="3267719021" sldId="308"/>
        </pc:sldMkLst>
      </pc:sldChg>
    </pc:docChg>
  </pc:docChgLst>
  <pc:docChgLst>
    <pc:chgData name="Anku Jaiswal" userId="15fa42f86696cacf" providerId="Windows Live" clId="Web-{38461D41-F80F-4B86-AC86-C70E588EE06F}"/>
    <pc:docChg chg="modSld">
      <pc:chgData name="Anku Jaiswal" userId="15fa42f86696cacf" providerId="Windows Live" clId="Web-{38461D41-F80F-4B86-AC86-C70E588EE06F}" dt="2021-09-30T15:31:16.759" v="0" actId="1076"/>
      <pc:docMkLst>
        <pc:docMk/>
      </pc:docMkLst>
      <pc:sldChg chg="modSp">
        <pc:chgData name="Anku Jaiswal" userId="15fa42f86696cacf" providerId="Windows Live" clId="Web-{38461D41-F80F-4B86-AC86-C70E588EE06F}" dt="2021-09-30T15:31:16.759" v="0" actId="1076"/>
        <pc:sldMkLst>
          <pc:docMk/>
          <pc:sldMk cId="3134620505" sldId="262"/>
        </pc:sldMkLst>
        <pc:spChg chg="mod">
          <ac:chgData name="Anku Jaiswal" userId="15fa42f86696cacf" providerId="Windows Live" clId="Web-{38461D41-F80F-4B86-AC86-C70E588EE06F}" dt="2021-09-30T15:31:16.759" v="0" actId="1076"/>
          <ac:spMkLst>
            <pc:docMk/>
            <pc:sldMk cId="3134620505" sldId="262"/>
            <ac:spMk id="3" creationId="{827D6683-6331-4B10-82B6-EFC2A925DDF7}"/>
          </ac:spMkLst>
        </pc:spChg>
      </pc:sldChg>
    </pc:docChg>
  </pc:docChgLst>
  <pc:docChgLst>
    <pc:chgData name="Anku Jaiswal" userId="15fa42f86696cacf" providerId="Windows Live" clId="Web-{433517F5-ACB8-4632-A18F-D942549ED205}"/>
    <pc:docChg chg="addSld modSld addMainMaster delMainMaster">
      <pc:chgData name="Anku Jaiswal" userId="15fa42f86696cacf" providerId="Windows Live" clId="Web-{433517F5-ACB8-4632-A18F-D942549ED205}" dt="2020-08-21T12:52:08.180" v="1"/>
      <pc:docMkLst>
        <pc:docMk/>
      </pc:docMkLst>
      <pc:sldChg chg="addSp modSp mod setBg modClrScheme chgLayout">
        <pc:chgData name="Anku Jaiswal" userId="15fa42f86696cacf" providerId="Windows Live" clId="Web-{433517F5-ACB8-4632-A18F-D942549ED205}" dt="2020-08-21T12:52:02.180" v="0"/>
        <pc:sldMkLst>
          <pc:docMk/>
          <pc:sldMk cId="109857222" sldId="256"/>
        </pc:sldMkLst>
        <pc:spChg chg="mod">
          <ac:chgData name="Anku Jaiswal" userId="15fa42f86696cacf" providerId="Windows Live" clId="Web-{433517F5-ACB8-4632-A18F-D942549ED205}" dt="2020-08-21T12:52:02.180" v="0"/>
          <ac:spMkLst>
            <pc:docMk/>
            <pc:sldMk cId="109857222" sldId="256"/>
            <ac:spMk id="2" creationId="{00000000-0000-0000-0000-000000000000}"/>
          </ac:spMkLst>
        </pc:spChg>
        <pc:spChg chg="mod">
          <ac:chgData name="Anku Jaiswal" userId="15fa42f86696cacf" providerId="Windows Live" clId="Web-{433517F5-ACB8-4632-A18F-D942549ED205}" dt="2020-08-21T12:52:02.180" v="0"/>
          <ac:spMkLst>
            <pc:docMk/>
            <pc:sldMk cId="109857222" sldId="256"/>
            <ac:spMk id="3" creationId="{00000000-0000-0000-0000-000000000000}"/>
          </ac:spMkLst>
        </pc:spChg>
        <pc:spChg chg="add">
          <ac:chgData name="Anku Jaiswal" userId="15fa42f86696cacf" providerId="Windows Live" clId="Web-{433517F5-ACB8-4632-A18F-D942549ED205}" dt="2020-08-21T12:52:02.180" v="0"/>
          <ac:spMkLst>
            <pc:docMk/>
            <pc:sldMk cId="109857222" sldId="256"/>
            <ac:spMk id="9" creationId="{007891EC-4501-44ED-A8C8-B11B6DB767AB}"/>
          </ac:spMkLst>
        </pc:spChg>
        <pc:picChg chg="add">
          <ac:chgData name="Anku Jaiswal" userId="15fa42f86696cacf" providerId="Windows Live" clId="Web-{433517F5-ACB8-4632-A18F-D942549ED205}" dt="2020-08-21T12:52:02.180" v="0"/>
          <ac:picMkLst>
            <pc:docMk/>
            <pc:sldMk cId="109857222" sldId="256"/>
            <ac:picMk id="4" creationId="{0C27EEE0-150B-441D-A9D3-BFB2E4373761}"/>
          </ac:picMkLst>
        </pc:picChg>
        <pc:cxnChg chg="add">
          <ac:chgData name="Anku Jaiswal" userId="15fa42f86696cacf" providerId="Windows Live" clId="Web-{433517F5-ACB8-4632-A18F-D942549ED205}" dt="2020-08-21T12:52:02.180" v="0"/>
          <ac:cxnSpMkLst>
            <pc:docMk/>
            <pc:sldMk cId="109857222" sldId="256"/>
            <ac:cxnSpMk id="11" creationId="{34E5597F-CE67-4085-9548-E6A8036DA3BB}"/>
          </ac:cxnSpMkLst>
        </pc:cxnChg>
      </pc:sldChg>
      <pc:sldChg chg="new">
        <pc:chgData name="Anku Jaiswal" userId="15fa42f86696cacf" providerId="Windows Live" clId="Web-{433517F5-ACB8-4632-A18F-D942549ED205}" dt="2020-08-21T12:52:08.180" v="1"/>
        <pc:sldMkLst>
          <pc:docMk/>
          <pc:sldMk cId="4104344344" sldId="257"/>
        </pc:sldMkLst>
      </pc:sldChg>
      <pc:sldMasterChg chg="del delSldLayout">
        <pc:chgData name="Anku Jaiswal" userId="15fa42f86696cacf" providerId="Windows Live" clId="Web-{433517F5-ACB8-4632-A18F-D942549ED205}" dt="2020-08-21T12:52:02.180" v="0"/>
        <pc:sldMasterMkLst>
          <pc:docMk/>
          <pc:sldMasterMk cId="2460954070" sldId="2147483660"/>
        </pc:sldMasterMkLst>
        <pc:sldLayoutChg chg="del">
          <pc:chgData name="Anku Jaiswal" userId="15fa42f86696cacf" providerId="Windows Live" clId="Web-{433517F5-ACB8-4632-A18F-D942549ED205}" dt="2020-08-21T12:52:02.180" v="0"/>
          <pc:sldLayoutMkLst>
            <pc:docMk/>
            <pc:sldMasterMk cId="2460954070" sldId="2147483660"/>
            <pc:sldLayoutMk cId="2385387890" sldId="2147483661"/>
          </pc:sldLayoutMkLst>
        </pc:sldLayoutChg>
        <pc:sldLayoutChg chg="del">
          <pc:chgData name="Anku Jaiswal" userId="15fa42f86696cacf" providerId="Windows Live" clId="Web-{433517F5-ACB8-4632-A18F-D942549ED205}" dt="2020-08-21T12:52:02.180" v="0"/>
          <pc:sldLayoutMkLst>
            <pc:docMk/>
            <pc:sldMasterMk cId="2460954070" sldId="2147483660"/>
            <pc:sldLayoutMk cId="949138452" sldId="2147483662"/>
          </pc:sldLayoutMkLst>
        </pc:sldLayoutChg>
        <pc:sldLayoutChg chg="del">
          <pc:chgData name="Anku Jaiswal" userId="15fa42f86696cacf" providerId="Windows Live" clId="Web-{433517F5-ACB8-4632-A18F-D942549ED205}" dt="2020-08-21T12:52:02.180" v="0"/>
          <pc:sldLayoutMkLst>
            <pc:docMk/>
            <pc:sldMasterMk cId="2460954070" sldId="2147483660"/>
            <pc:sldLayoutMk cId="2591524520" sldId="2147483663"/>
          </pc:sldLayoutMkLst>
        </pc:sldLayoutChg>
        <pc:sldLayoutChg chg="del">
          <pc:chgData name="Anku Jaiswal" userId="15fa42f86696cacf" providerId="Windows Live" clId="Web-{433517F5-ACB8-4632-A18F-D942549ED205}" dt="2020-08-21T12:52:02.180" v="0"/>
          <pc:sldLayoutMkLst>
            <pc:docMk/>
            <pc:sldMasterMk cId="2460954070" sldId="2147483660"/>
            <pc:sldLayoutMk cId="1203092039" sldId="2147483664"/>
          </pc:sldLayoutMkLst>
        </pc:sldLayoutChg>
        <pc:sldLayoutChg chg="del">
          <pc:chgData name="Anku Jaiswal" userId="15fa42f86696cacf" providerId="Windows Live" clId="Web-{433517F5-ACB8-4632-A18F-D942549ED205}" dt="2020-08-21T12:52:02.180" v="0"/>
          <pc:sldLayoutMkLst>
            <pc:docMk/>
            <pc:sldMasterMk cId="2460954070" sldId="2147483660"/>
            <pc:sldLayoutMk cId="3733172339" sldId="2147483665"/>
          </pc:sldLayoutMkLst>
        </pc:sldLayoutChg>
        <pc:sldLayoutChg chg="del">
          <pc:chgData name="Anku Jaiswal" userId="15fa42f86696cacf" providerId="Windows Live" clId="Web-{433517F5-ACB8-4632-A18F-D942549ED205}" dt="2020-08-21T12:52:02.180" v="0"/>
          <pc:sldLayoutMkLst>
            <pc:docMk/>
            <pc:sldMasterMk cId="2460954070" sldId="2147483660"/>
            <pc:sldLayoutMk cId="3210312558" sldId="2147483666"/>
          </pc:sldLayoutMkLst>
        </pc:sldLayoutChg>
        <pc:sldLayoutChg chg="del">
          <pc:chgData name="Anku Jaiswal" userId="15fa42f86696cacf" providerId="Windows Live" clId="Web-{433517F5-ACB8-4632-A18F-D942549ED205}" dt="2020-08-21T12:52:02.180" v="0"/>
          <pc:sldLayoutMkLst>
            <pc:docMk/>
            <pc:sldMasterMk cId="2460954070" sldId="2147483660"/>
            <pc:sldLayoutMk cId="3146388984" sldId="2147483667"/>
          </pc:sldLayoutMkLst>
        </pc:sldLayoutChg>
        <pc:sldLayoutChg chg="del">
          <pc:chgData name="Anku Jaiswal" userId="15fa42f86696cacf" providerId="Windows Live" clId="Web-{433517F5-ACB8-4632-A18F-D942549ED205}" dt="2020-08-21T12:52:02.180" v="0"/>
          <pc:sldLayoutMkLst>
            <pc:docMk/>
            <pc:sldMasterMk cId="2460954070" sldId="2147483660"/>
            <pc:sldLayoutMk cId="3171841454" sldId="2147483668"/>
          </pc:sldLayoutMkLst>
        </pc:sldLayoutChg>
        <pc:sldLayoutChg chg="del">
          <pc:chgData name="Anku Jaiswal" userId="15fa42f86696cacf" providerId="Windows Live" clId="Web-{433517F5-ACB8-4632-A18F-D942549ED205}" dt="2020-08-21T12:52:02.180" v="0"/>
          <pc:sldLayoutMkLst>
            <pc:docMk/>
            <pc:sldMasterMk cId="2460954070" sldId="2147483660"/>
            <pc:sldLayoutMk cId="1718958274" sldId="2147483669"/>
          </pc:sldLayoutMkLst>
        </pc:sldLayoutChg>
        <pc:sldLayoutChg chg="del">
          <pc:chgData name="Anku Jaiswal" userId="15fa42f86696cacf" providerId="Windows Live" clId="Web-{433517F5-ACB8-4632-A18F-D942549ED205}" dt="2020-08-21T12:52:02.180" v="0"/>
          <pc:sldLayoutMkLst>
            <pc:docMk/>
            <pc:sldMasterMk cId="2460954070" sldId="2147483660"/>
            <pc:sldLayoutMk cId="2202905451" sldId="2147483670"/>
          </pc:sldLayoutMkLst>
        </pc:sldLayoutChg>
        <pc:sldLayoutChg chg="del">
          <pc:chgData name="Anku Jaiswal" userId="15fa42f86696cacf" providerId="Windows Live" clId="Web-{433517F5-ACB8-4632-A18F-D942549ED205}" dt="2020-08-21T12:52:02.180" v="0"/>
          <pc:sldLayoutMkLst>
            <pc:docMk/>
            <pc:sldMasterMk cId="2460954070" sldId="2147483660"/>
            <pc:sldLayoutMk cId="3479445657" sldId="2147483671"/>
          </pc:sldLayoutMkLst>
        </pc:sldLayoutChg>
      </pc:sldMasterChg>
      <pc:sldMasterChg chg="add addSldLayout">
        <pc:chgData name="Anku Jaiswal" userId="15fa42f86696cacf" providerId="Windows Live" clId="Web-{433517F5-ACB8-4632-A18F-D942549ED205}" dt="2020-08-21T12:52:02.180" v="0"/>
        <pc:sldMasterMkLst>
          <pc:docMk/>
          <pc:sldMasterMk cId="2314915212" sldId="2147483725"/>
        </pc:sldMasterMkLst>
        <pc:sldLayoutChg chg="add">
          <pc:chgData name="Anku Jaiswal" userId="15fa42f86696cacf" providerId="Windows Live" clId="Web-{433517F5-ACB8-4632-A18F-D942549ED205}" dt="2020-08-21T12:52:02.180" v="0"/>
          <pc:sldLayoutMkLst>
            <pc:docMk/>
            <pc:sldMasterMk cId="2314915212" sldId="2147483725"/>
            <pc:sldLayoutMk cId="2798161197" sldId="2147483714"/>
          </pc:sldLayoutMkLst>
        </pc:sldLayoutChg>
        <pc:sldLayoutChg chg="add">
          <pc:chgData name="Anku Jaiswal" userId="15fa42f86696cacf" providerId="Windows Live" clId="Web-{433517F5-ACB8-4632-A18F-D942549ED205}" dt="2020-08-21T12:52:02.180" v="0"/>
          <pc:sldLayoutMkLst>
            <pc:docMk/>
            <pc:sldMasterMk cId="2314915212" sldId="2147483725"/>
            <pc:sldLayoutMk cId="1399187598" sldId="2147483715"/>
          </pc:sldLayoutMkLst>
        </pc:sldLayoutChg>
        <pc:sldLayoutChg chg="add">
          <pc:chgData name="Anku Jaiswal" userId="15fa42f86696cacf" providerId="Windows Live" clId="Web-{433517F5-ACB8-4632-A18F-D942549ED205}" dt="2020-08-21T12:52:02.180" v="0"/>
          <pc:sldLayoutMkLst>
            <pc:docMk/>
            <pc:sldMasterMk cId="2314915212" sldId="2147483725"/>
            <pc:sldLayoutMk cId="852272500" sldId="2147483716"/>
          </pc:sldLayoutMkLst>
        </pc:sldLayoutChg>
        <pc:sldLayoutChg chg="add">
          <pc:chgData name="Anku Jaiswal" userId="15fa42f86696cacf" providerId="Windows Live" clId="Web-{433517F5-ACB8-4632-A18F-D942549ED205}" dt="2020-08-21T12:52:02.180" v="0"/>
          <pc:sldLayoutMkLst>
            <pc:docMk/>
            <pc:sldMasterMk cId="2314915212" sldId="2147483725"/>
            <pc:sldLayoutMk cId="2357736480" sldId="2147483717"/>
          </pc:sldLayoutMkLst>
        </pc:sldLayoutChg>
        <pc:sldLayoutChg chg="add">
          <pc:chgData name="Anku Jaiswal" userId="15fa42f86696cacf" providerId="Windows Live" clId="Web-{433517F5-ACB8-4632-A18F-D942549ED205}" dt="2020-08-21T12:52:02.180" v="0"/>
          <pc:sldLayoutMkLst>
            <pc:docMk/>
            <pc:sldMasterMk cId="2314915212" sldId="2147483725"/>
            <pc:sldLayoutMk cId="1448062234" sldId="2147483718"/>
          </pc:sldLayoutMkLst>
        </pc:sldLayoutChg>
        <pc:sldLayoutChg chg="add">
          <pc:chgData name="Anku Jaiswal" userId="15fa42f86696cacf" providerId="Windows Live" clId="Web-{433517F5-ACB8-4632-A18F-D942549ED205}" dt="2020-08-21T12:52:02.180" v="0"/>
          <pc:sldLayoutMkLst>
            <pc:docMk/>
            <pc:sldMasterMk cId="2314915212" sldId="2147483725"/>
            <pc:sldLayoutMk cId="1539702776" sldId="2147483719"/>
          </pc:sldLayoutMkLst>
        </pc:sldLayoutChg>
        <pc:sldLayoutChg chg="add">
          <pc:chgData name="Anku Jaiswal" userId="15fa42f86696cacf" providerId="Windows Live" clId="Web-{433517F5-ACB8-4632-A18F-D942549ED205}" dt="2020-08-21T12:52:02.180" v="0"/>
          <pc:sldLayoutMkLst>
            <pc:docMk/>
            <pc:sldMasterMk cId="2314915212" sldId="2147483725"/>
            <pc:sldLayoutMk cId="2846353785" sldId="2147483720"/>
          </pc:sldLayoutMkLst>
        </pc:sldLayoutChg>
        <pc:sldLayoutChg chg="add">
          <pc:chgData name="Anku Jaiswal" userId="15fa42f86696cacf" providerId="Windows Live" clId="Web-{433517F5-ACB8-4632-A18F-D942549ED205}" dt="2020-08-21T12:52:02.180" v="0"/>
          <pc:sldLayoutMkLst>
            <pc:docMk/>
            <pc:sldMasterMk cId="2314915212" sldId="2147483725"/>
            <pc:sldLayoutMk cId="1983525158" sldId="2147483721"/>
          </pc:sldLayoutMkLst>
        </pc:sldLayoutChg>
        <pc:sldLayoutChg chg="add">
          <pc:chgData name="Anku Jaiswal" userId="15fa42f86696cacf" providerId="Windows Live" clId="Web-{433517F5-ACB8-4632-A18F-D942549ED205}" dt="2020-08-21T12:52:02.180" v="0"/>
          <pc:sldLayoutMkLst>
            <pc:docMk/>
            <pc:sldMasterMk cId="2314915212" sldId="2147483725"/>
            <pc:sldLayoutMk cId="3548094617" sldId="2147483722"/>
          </pc:sldLayoutMkLst>
        </pc:sldLayoutChg>
        <pc:sldLayoutChg chg="add">
          <pc:chgData name="Anku Jaiswal" userId="15fa42f86696cacf" providerId="Windows Live" clId="Web-{433517F5-ACB8-4632-A18F-D942549ED205}" dt="2020-08-21T12:52:02.180" v="0"/>
          <pc:sldLayoutMkLst>
            <pc:docMk/>
            <pc:sldMasterMk cId="2314915212" sldId="2147483725"/>
            <pc:sldLayoutMk cId="3024558946" sldId="2147483723"/>
          </pc:sldLayoutMkLst>
        </pc:sldLayoutChg>
        <pc:sldLayoutChg chg="add">
          <pc:chgData name="Anku Jaiswal" userId="15fa42f86696cacf" providerId="Windows Live" clId="Web-{433517F5-ACB8-4632-A18F-D942549ED205}" dt="2020-08-21T12:52:02.180" v="0"/>
          <pc:sldLayoutMkLst>
            <pc:docMk/>
            <pc:sldMasterMk cId="2314915212" sldId="2147483725"/>
            <pc:sldLayoutMk cId="1258249839" sldId="2147483724"/>
          </pc:sldLayoutMkLst>
        </pc:sldLayoutChg>
      </pc:sldMasterChg>
    </pc:docChg>
  </pc:docChgLst>
  <pc:docChgLst>
    <pc:chgData name="Anku Jaiswal" userId="15fa42f86696cacf" providerId="Windows Live" clId="Web-{C3BC2772-5AE2-4DCF-B3DD-0B34D891F1D7}"/>
    <pc:docChg chg="addSld modSld">
      <pc:chgData name="Anku Jaiswal" userId="15fa42f86696cacf" providerId="Windows Live" clId="Web-{C3BC2772-5AE2-4DCF-B3DD-0B34D891F1D7}" dt="2020-09-15T11:14:43.652" v="27" actId="20577"/>
      <pc:docMkLst>
        <pc:docMk/>
      </pc:docMkLst>
      <pc:sldChg chg="modSp">
        <pc:chgData name="Anku Jaiswal" userId="15fa42f86696cacf" providerId="Windows Live" clId="Web-{C3BC2772-5AE2-4DCF-B3DD-0B34D891F1D7}" dt="2020-09-15T11:14:43.636" v="26" actId="20577"/>
        <pc:sldMkLst>
          <pc:docMk/>
          <pc:sldMk cId="564402339" sldId="313"/>
        </pc:sldMkLst>
        <pc:spChg chg="mod">
          <ac:chgData name="Anku Jaiswal" userId="15fa42f86696cacf" providerId="Windows Live" clId="Web-{C3BC2772-5AE2-4DCF-B3DD-0B34D891F1D7}" dt="2020-09-15T11:14:32.527" v="20" actId="20577"/>
          <ac:spMkLst>
            <pc:docMk/>
            <pc:sldMk cId="564402339" sldId="313"/>
            <ac:spMk id="2" creationId="{9448191C-C9E9-4412-89D9-7410353745E8}"/>
          </ac:spMkLst>
        </pc:spChg>
        <pc:spChg chg="mod">
          <ac:chgData name="Anku Jaiswal" userId="15fa42f86696cacf" providerId="Windows Live" clId="Web-{C3BC2772-5AE2-4DCF-B3DD-0B34D891F1D7}" dt="2020-09-15T11:14:43.636" v="26" actId="20577"/>
          <ac:spMkLst>
            <pc:docMk/>
            <pc:sldMk cId="564402339" sldId="313"/>
            <ac:spMk id="3" creationId="{45C66DC1-1B7D-4F83-A60E-E59D86BE2F08}"/>
          </ac:spMkLst>
        </pc:spChg>
      </pc:sldChg>
      <pc:sldChg chg="modSp">
        <pc:chgData name="Anku Jaiswal" userId="15fa42f86696cacf" providerId="Windows Live" clId="Web-{C3BC2772-5AE2-4DCF-B3DD-0B34D891F1D7}" dt="2020-09-15T11:13:38.684" v="4" actId="20577"/>
        <pc:sldMkLst>
          <pc:docMk/>
          <pc:sldMk cId="3536583016" sldId="314"/>
        </pc:sldMkLst>
        <pc:spChg chg="mod">
          <ac:chgData name="Anku Jaiswal" userId="15fa42f86696cacf" providerId="Windows Live" clId="Web-{C3BC2772-5AE2-4DCF-B3DD-0B34D891F1D7}" dt="2020-09-15T11:13:38.684" v="4" actId="20577"/>
          <ac:spMkLst>
            <pc:docMk/>
            <pc:sldMk cId="3536583016" sldId="314"/>
            <ac:spMk id="3" creationId="{808C4CD3-E129-441B-B2B8-32DCBC77022F}"/>
          </ac:spMkLst>
        </pc:spChg>
      </pc:sldChg>
      <pc:sldChg chg="modSp new">
        <pc:chgData name="Anku Jaiswal" userId="15fa42f86696cacf" providerId="Windows Live" clId="Web-{C3BC2772-5AE2-4DCF-B3DD-0B34D891F1D7}" dt="2020-09-15T11:14:11.745" v="15" actId="20577"/>
        <pc:sldMkLst>
          <pc:docMk/>
          <pc:sldMk cId="2402507850" sldId="326"/>
        </pc:sldMkLst>
        <pc:spChg chg="mod">
          <ac:chgData name="Anku Jaiswal" userId="15fa42f86696cacf" providerId="Windows Live" clId="Web-{C3BC2772-5AE2-4DCF-B3DD-0B34D891F1D7}" dt="2020-09-15T11:14:11.745" v="15" actId="20577"/>
          <ac:spMkLst>
            <pc:docMk/>
            <pc:sldMk cId="2402507850" sldId="326"/>
            <ac:spMk id="2" creationId="{FBDD3383-D9CF-442D-BD22-ADABFC131C84}"/>
          </ac:spMkLst>
        </pc:spChg>
        <pc:spChg chg="mod">
          <ac:chgData name="Anku Jaiswal" userId="15fa42f86696cacf" providerId="Windows Live" clId="Web-{C3BC2772-5AE2-4DCF-B3DD-0B34D891F1D7}" dt="2020-09-15T11:14:10.886" v="13" actId="20577"/>
          <ac:spMkLst>
            <pc:docMk/>
            <pc:sldMk cId="2402507850" sldId="326"/>
            <ac:spMk id="3" creationId="{3F5DF0A2-92CD-4173-9B23-C48D3BD516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C94E35-F0C9-4EC2-B0E1-8483F1B47FD0}" type="datetimeFigureOut">
              <a:rPr lang="en-US" smtClean="0"/>
              <a:t>4/25/2022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B28C1F-16E6-43ED-BE4B-00206CAF02B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a:extLst>
              <a:ext uri="{FF2B5EF4-FFF2-40B4-BE49-F238E27FC236}">
                <a16:creationId xmlns=""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 xmlns:a16="http://schemas.microsoft.com/office/drawing/2014/main" id="{9925CCF1-92C0-4AF3-BFAF-4921631915AB}"/>
              </a:ext>
            </a:extLst>
          </p:cNvPr>
          <p:cNvSpPr>
            <a:spLocks noGrp="1"/>
          </p:cNvSpPr>
          <p:nvPr>
            <p:ph type="dt" sz="half" idx="10"/>
          </p:nvPr>
        </p:nvSpPr>
        <p:spPr/>
        <p:txBody>
          <a:bodyPr/>
          <a:lstStyle/>
          <a:p>
            <a:fld id="{07E49D70-0EEC-411E-B64C-5763818F6895}" type="datetime1">
              <a:rPr lang="en-US" smtClean="0"/>
              <a:t>4/25/2022</a:t>
            </a:fld>
            <a:endParaRPr lang="en-US"/>
          </a:p>
        </p:txBody>
      </p:sp>
      <p:sp>
        <p:nvSpPr>
          <p:cNvPr id="5" name="Footer Placeholder 4">
            <a:extLst>
              <a:ext uri="{FF2B5EF4-FFF2-40B4-BE49-F238E27FC236}">
                <a16:creationId xmlns="" xmlns:a16="http://schemas.microsoft.com/office/drawing/2014/main" id="{051A78A9-3DFF-4937-A9F2-5D8CF495F367}"/>
              </a:ext>
            </a:extLst>
          </p:cNvPr>
          <p:cNvSpPr>
            <a:spLocks noGrp="1"/>
          </p:cNvSpPr>
          <p:nvPr>
            <p:ph type="ftr" sz="quarter" idx="11"/>
          </p:nvPr>
        </p:nvSpPr>
        <p:spPr/>
        <p:txBody>
          <a:bodyPr/>
          <a:lstStyle/>
          <a:p>
            <a:r>
              <a:rPr lang="en-US" smtClean="0"/>
              <a:t>BY ANKU JAISWAL</a:t>
            </a:r>
            <a:endParaRPr lang="en-US"/>
          </a:p>
        </p:txBody>
      </p:sp>
      <p:sp>
        <p:nvSpPr>
          <p:cNvPr id="6" name="Slide Number Placeholder 5">
            <a:extLst>
              <a:ext uri="{FF2B5EF4-FFF2-40B4-BE49-F238E27FC236}">
                <a16:creationId xmlns=""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846353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354D8B55-9EA8-4B81-8E84-9B93B0A27559}"/>
              </a:ext>
            </a:extLst>
          </p:cNvPr>
          <p:cNvSpPr>
            <a:spLocks noGrp="1"/>
          </p:cNvSpPr>
          <p:nvPr>
            <p:ph type="dt" sz="half" idx="10"/>
          </p:nvPr>
        </p:nvSpPr>
        <p:spPr/>
        <p:txBody>
          <a:bodyPr/>
          <a:lstStyle/>
          <a:p>
            <a:fld id="{BFA1D67F-E205-42AB-BCBD-6B58BD08CB38}" type="datetime1">
              <a:rPr lang="en-US" smtClean="0"/>
              <a:t>4/25/2022</a:t>
            </a:fld>
            <a:endParaRPr lang="en-US"/>
          </a:p>
        </p:txBody>
      </p:sp>
      <p:sp>
        <p:nvSpPr>
          <p:cNvPr id="8" name="Footer Placeholder 7">
            <a:extLst>
              <a:ext uri="{FF2B5EF4-FFF2-40B4-BE49-F238E27FC236}">
                <a16:creationId xmlns="" xmlns:a16="http://schemas.microsoft.com/office/drawing/2014/main" id="{062CA021-2578-47CB-822C-BDDFF7223B28}"/>
              </a:ext>
            </a:extLst>
          </p:cNvPr>
          <p:cNvSpPr>
            <a:spLocks noGrp="1"/>
          </p:cNvSpPr>
          <p:nvPr>
            <p:ph type="ftr" sz="quarter" idx="11"/>
          </p:nvPr>
        </p:nvSpPr>
        <p:spPr/>
        <p:txBody>
          <a:bodyPr/>
          <a:lstStyle/>
          <a:p>
            <a:r>
              <a:rPr lang="en-US" smtClean="0"/>
              <a:t>BY ANKU JAISWAL</a:t>
            </a:r>
            <a:endParaRPr lang="en-US"/>
          </a:p>
        </p:txBody>
      </p:sp>
      <p:sp>
        <p:nvSpPr>
          <p:cNvPr id="9" name="Slide Number Placeholder 8">
            <a:extLst>
              <a:ext uri="{FF2B5EF4-FFF2-40B4-BE49-F238E27FC236}">
                <a16:creationId xmlns=""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98352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 xmlns:a16="http://schemas.microsoft.com/office/drawing/2014/main" id="{AAF2E137-EC28-48F8-9198-1F02539029B6}"/>
              </a:ext>
            </a:extLst>
          </p:cNvPr>
          <p:cNvSpPr>
            <a:spLocks noGrp="1"/>
          </p:cNvSpPr>
          <p:nvPr>
            <p:ph type="dt" sz="half" idx="10"/>
          </p:nvPr>
        </p:nvSpPr>
        <p:spPr/>
        <p:txBody>
          <a:bodyPr/>
          <a:lstStyle/>
          <a:p>
            <a:fld id="{FF97425F-3845-4B00-BB51-90B433FB7AA0}" type="datetime1">
              <a:rPr lang="en-US" smtClean="0"/>
              <a:t>4/25/2022</a:t>
            </a:fld>
            <a:endParaRPr lang="en-US"/>
          </a:p>
        </p:txBody>
      </p:sp>
      <p:sp>
        <p:nvSpPr>
          <p:cNvPr id="8" name="Footer Placeholder 7">
            <a:extLst>
              <a:ext uri="{FF2B5EF4-FFF2-40B4-BE49-F238E27FC236}">
                <a16:creationId xmlns="" xmlns:a16="http://schemas.microsoft.com/office/drawing/2014/main" id="{189422CD-6F62-4DD6-89EF-07A60B42D219}"/>
              </a:ext>
            </a:extLst>
          </p:cNvPr>
          <p:cNvSpPr>
            <a:spLocks noGrp="1"/>
          </p:cNvSpPr>
          <p:nvPr>
            <p:ph type="ftr" sz="quarter" idx="11"/>
          </p:nvPr>
        </p:nvSpPr>
        <p:spPr/>
        <p:txBody>
          <a:bodyPr/>
          <a:lstStyle/>
          <a:p>
            <a:r>
              <a:rPr lang="en-US" smtClean="0"/>
              <a:t>BY ANKU JAISWAL</a:t>
            </a:r>
            <a:endParaRPr lang="en-US"/>
          </a:p>
        </p:txBody>
      </p:sp>
      <p:sp>
        <p:nvSpPr>
          <p:cNvPr id="11" name="Slide Number Placeholder 10">
            <a:extLst>
              <a:ext uri="{FF2B5EF4-FFF2-40B4-BE49-F238E27FC236}">
                <a16:creationId xmlns=""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548094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 xmlns:a16="http://schemas.microsoft.com/office/drawing/2014/main" id="{5782D47D-B0DC-4C40-BCC6-BBBA32584A38}"/>
              </a:ext>
            </a:extLst>
          </p:cNvPr>
          <p:cNvSpPr>
            <a:spLocks noGrp="1"/>
          </p:cNvSpPr>
          <p:nvPr>
            <p:ph type="dt" sz="half" idx="10"/>
          </p:nvPr>
        </p:nvSpPr>
        <p:spPr/>
        <p:txBody>
          <a:bodyPr/>
          <a:lstStyle/>
          <a:p>
            <a:fld id="{CC570A62-3D5C-479D-A4E8-3D585282B034}" type="datetime1">
              <a:rPr lang="en-US" smtClean="0"/>
              <a:t>4/25/2022</a:t>
            </a:fld>
            <a:endParaRPr lang="en-US"/>
          </a:p>
        </p:txBody>
      </p:sp>
      <p:sp>
        <p:nvSpPr>
          <p:cNvPr id="9" name="Footer Placeholder 8">
            <a:extLst>
              <a:ext uri="{FF2B5EF4-FFF2-40B4-BE49-F238E27FC236}">
                <a16:creationId xmlns="" xmlns:a16="http://schemas.microsoft.com/office/drawing/2014/main" id="{4690D34E-7EBD-44B2-83CA-4C126A18D7EF}"/>
              </a:ext>
            </a:extLst>
          </p:cNvPr>
          <p:cNvSpPr>
            <a:spLocks noGrp="1"/>
          </p:cNvSpPr>
          <p:nvPr>
            <p:ph type="ftr" sz="quarter" idx="11"/>
          </p:nvPr>
        </p:nvSpPr>
        <p:spPr/>
        <p:txBody>
          <a:bodyPr/>
          <a:lstStyle/>
          <a:p>
            <a:r>
              <a:rPr lang="en-US" smtClean="0"/>
              <a:t>BY ANKU JAISWAL</a:t>
            </a:r>
            <a:endParaRPr lang="en-US"/>
          </a:p>
        </p:txBody>
      </p:sp>
      <p:sp>
        <p:nvSpPr>
          <p:cNvPr id="10" name="Slide Number Placeholder 9">
            <a:extLst>
              <a:ext uri="{FF2B5EF4-FFF2-40B4-BE49-F238E27FC236}">
                <a16:creationId xmlns=""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024558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 xmlns:a16="http://schemas.microsoft.com/office/drawing/2014/main" id="{8AF8A515-AA94-45D1-9223-5C2272618D85}"/>
              </a:ext>
            </a:extLst>
          </p:cNvPr>
          <p:cNvSpPr>
            <a:spLocks noGrp="1"/>
          </p:cNvSpPr>
          <p:nvPr>
            <p:ph type="dt" sz="half" idx="10"/>
          </p:nvPr>
        </p:nvSpPr>
        <p:spPr/>
        <p:txBody>
          <a:bodyPr/>
          <a:lstStyle/>
          <a:p>
            <a:fld id="{CCA548B8-3D07-451E-82BF-98893EBE69D1}" type="datetime1">
              <a:rPr lang="en-US" smtClean="0"/>
              <a:t>4/25/2022</a:t>
            </a:fld>
            <a:endParaRPr lang="en-US"/>
          </a:p>
        </p:txBody>
      </p:sp>
      <p:sp>
        <p:nvSpPr>
          <p:cNvPr id="11" name="Footer Placeholder 10">
            <a:extLst>
              <a:ext uri="{FF2B5EF4-FFF2-40B4-BE49-F238E27FC236}">
                <a16:creationId xmlns="" xmlns:a16="http://schemas.microsoft.com/office/drawing/2014/main" id="{D052F5BC-98E0-4D60-AD67-9547738B7DD4}"/>
              </a:ext>
            </a:extLst>
          </p:cNvPr>
          <p:cNvSpPr>
            <a:spLocks noGrp="1"/>
          </p:cNvSpPr>
          <p:nvPr>
            <p:ph type="ftr" sz="quarter" idx="11"/>
          </p:nvPr>
        </p:nvSpPr>
        <p:spPr/>
        <p:txBody>
          <a:bodyPr/>
          <a:lstStyle/>
          <a:p>
            <a:r>
              <a:rPr lang="en-US" smtClean="0"/>
              <a:t>BY ANKU JAISWAL</a:t>
            </a:r>
            <a:endParaRPr lang="en-US"/>
          </a:p>
        </p:txBody>
      </p:sp>
      <p:sp>
        <p:nvSpPr>
          <p:cNvPr id="12" name="Slide Number Placeholder 11">
            <a:extLst>
              <a:ext uri="{FF2B5EF4-FFF2-40B4-BE49-F238E27FC236}">
                <a16:creationId xmlns=""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58249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 xmlns:a16="http://schemas.microsoft.com/office/drawing/2014/main" id="{7392073F-158F-44A3-8913-917AFFC1BC20}"/>
              </a:ext>
            </a:extLst>
          </p:cNvPr>
          <p:cNvSpPr>
            <a:spLocks noGrp="1"/>
          </p:cNvSpPr>
          <p:nvPr>
            <p:ph type="dt" sz="half" idx="10"/>
          </p:nvPr>
        </p:nvSpPr>
        <p:spPr/>
        <p:txBody>
          <a:bodyPr/>
          <a:lstStyle/>
          <a:p>
            <a:fld id="{BAD716B3-81B2-4965-A976-EC13CC2643E1}" type="datetime1">
              <a:rPr lang="en-US" smtClean="0"/>
              <a:t>4/25/2022</a:t>
            </a:fld>
            <a:endParaRPr lang="en-US"/>
          </a:p>
        </p:txBody>
      </p:sp>
      <p:sp>
        <p:nvSpPr>
          <p:cNvPr id="7" name="Footer Placeholder 6">
            <a:extLst>
              <a:ext uri="{FF2B5EF4-FFF2-40B4-BE49-F238E27FC236}">
                <a16:creationId xmlns="" xmlns:a16="http://schemas.microsoft.com/office/drawing/2014/main" id="{EED72207-24CA-42B7-A975-2F8E41CBA904}"/>
              </a:ext>
            </a:extLst>
          </p:cNvPr>
          <p:cNvSpPr>
            <a:spLocks noGrp="1"/>
          </p:cNvSpPr>
          <p:nvPr>
            <p:ph type="ftr" sz="quarter" idx="11"/>
          </p:nvPr>
        </p:nvSpPr>
        <p:spPr/>
        <p:txBody>
          <a:bodyPr/>
          <a:lstStyle/>
          <a:p>
            <a:r>
              <a:rPr lang="en-US" smtClean="0"/>
              <a:t>BY ANKU JAISWAL</a:t>
            </a:r>
            <a:endParaRPr lang="en-US"/>
          </a:p>
        </p:txBody>
      </p:sp>
      <p:sp>
        <p:nvSpPr>
          <p:cNvPr id="8" name="Slide Number Placeholder 7">
            <a:extLst>
              <a:ext uri="{FF2B5EF4-FFF2-40B4-BE49-F238E27FC236}">
                <a16:creationId xmlns=""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448062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 xmlns:a16="http://schemas.microsoft.com/office/drawing/2014/main" id="{94E9223F-721F-47BF-9FD5-0F8D12FF0DE1}"/>
              </a:ext>
            </a:extLst>
          </p:cNvPr>
          <p:cNvSpPr>
            <a:spLocks noGrp="1"/>
          </p:cNvSpPr>
          <p:nvPr>
            <p:ph type="dt" sz="half" idx="10"/>
          </p:nvPr>
        </p:nvSpPr>
        <p:spPr/>
        <p:txBody>
          <a:bodyPr/>
          <a:lstStyle/>
          <a:p>
            <a:fld id="{669DCD8C-7625-421A-BA2E-E69AC89F13C9}" type="datetime1">
              <a:rPr lang="en-US" smtClean="0"/>
              <a:t>4/25/2022</a:t>
            </a:fld>
            <a:endParaRPr lang="en-US"/>
          </a:p>
        </p:txBody>
      </p:sp>
      <p:sp>
        <p:nvSpPr>
          <p:cNvPr id="3" name="Footer Placeholder 2">
            <a:extLst>
              <a:ext uri="{FF2B5EF4-FFF2-40B4-BE49-F238E27FC236}">
                <a16:creationId xmlns="" xmlns:a16="http://schemas.microsoft.com/office/drawing/2014/main" id="{05915714-6BBA-4593-8591-4E26F7D58D9F}"/>
              </a:ext>
            </a:extLst>
          </p:cNvPr>
          <p:cNvSpPr>
            <a:spLocks noGrp="1"/>
          </p:cNvSpPr>
          <p:nvPr>
            <p:ph type="ftr" sz="quarter" idx="11"/>
          </p:nvPr>
        </p:nvSpPr>
        <p:spPr/>
        <p:txBody>
          <a:bodyPr/>
          <a:lstStyle/>
          <a:p>
            <a:r>
              <a:rPr lang="en-US" smtClean="0"/>
              <a:t>BY ANKU JAISWAL</a:t>
            </a:r>
            <a:endParaRPr lang="en-US"/>
          </a:p>
        </p:txBody>
      </p:sp>
      <p:sp>
        <p:nvSpPr>
          <p:cNvPr id="4" name="Slide Number Placeholder 3">
            <a:extLst>
              <a:ext uri="{FF2B5EF4-FFF2-40B4-BE49-F238E27FC236}">
                <a16:creationId xmlns=""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79816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BCCCD726-A81D-411C-A0A7-F9B70F33690C}" type="datetime1">
              <a:rPr lang="en-US" smtClean="0"/>
              <a:t>4/25/2022</a:t>
            </a:fld>
            <a:endParaRPr lang="en-US"/>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r>
              <a:rPr lang="en-US" smtClean="0"/>
              <a:t>BY ANKU JAISWAL</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399187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CA8EBD3-F533-4C9C-8088-C3327D0A94C5}" type="datetime1">
              <a:rPr lang="en-US" smtClean="0"/>
              <a:t>4/25/2022</a:t>
            </a:fld>
            <a:endParaRPr lang="en-US"/>
          </a:p>
        </p:txBody>
      </p:sp>
      <p:sp>
        <p:nvSpPr>
          <p:cNvPr id="6" name="Footer Placeholder 5"/>
          <p:cNvSpPr>
            <a:spLocks noGrp="1"/>
          </p:cNvSpPr>
          <p:nvPr>
            <p:ph type="ftr" sz="quarter" idx="11"/>
          </p:nvPr>
        </p:nvSpPr>
        <p:spPr>
          <a:xfrm>
            <a:off x="1097279" y="6446838"/>
            <a:ext cx="6818262" cy="365125"/>
          </a:xfrm>
        </p:spPr>
        <p:txBody>
          <a:bodyPr/>
          <a:lstStyle/>
          <a:p>
            <a:pPr algn="l"/>
            <a:r>
              <a:rPr lang="en-US" smtClean="0"/>
              <a:t>BY ANKU JAISWAL</a:t>
            </a:r>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85227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D5506EE-1026-4F35-9ACC-BD05BE0F9B36}"/>
              </a:ext>
            </a:extLst>
          </p:cNvPr>
          <p:cNvSpPr>
            <a:spLocks noGrp="1"/>
          </p:cNvSpPr>
          <p:nvPr>
            <p:ph type="dt" sz="half" idx="10"/>
          </p:nvPr>
        </p:nvSpPr>
        <p:spPr/>
        <p:txBody>
          <a:bodyPr/>
          <a:lstStyle/>
          <a:p>
            <a:fld id="{2A6C8DB9-15D0-47EE-9F07-79DB976C5C02}" type="datetime1">
              <a:rPr lang="en-US" smtClean="0"/>
              <a:t>4/25/2022</a:t>
            </a:fld>
            <a:endParaRPr lang="en-US"/>
          </a:p>
        </p:txBody>
      </p:sp>
      <p:sp>
        <p:nvSpPr>
          <p:cNvPr id="8" name="Footer Placeholder 7">
            <a:extLst>
              <a:ext uri="{FF2B5EF4-FFF2-40B4-BE49-F238E27FC236}">
                <a16:creationId xmlns="" xmlns:a16="http://schemas.microsoft.com/office/drawing/2014/main" id="{B7696E5F-8D95-4450-AE52-5438E6EDE2BF}"/>
              </a:ext>
            </a:extLst>
          </p:cNvPr>
          <p:cNvSpPr>
            <a:spLocks noGrp="1"/>
          </p:cNvSpPr>
          <p:nvPr>
            <p:ph type="ftr" sz="quarter" idx="11"/>
          </p:nvPr>
        </p:nvSpPr>
        <p:spPr/>
        <p:txBody>
          <a:bodyPr/>
          <a:lstStyle/>
          <a:p>
            <a:r>
              <a:rPr lang="en-US" smtClean="0"/>
              <a:t>BY ANKU JAISWAL</a:t>
            </a:r>
            <a:endParaRPr lang="en-US"/>
          </a:p>
        </p:txBody>
      </p:sp>
      <p:sp>
        <p:nvSpPr>
          <p:cNvPr id="9" name="Slide Number Placeholder 8">
            <a:extLst>
              <a:ext uri="{FF2B5EF4-FFF2-40B4-BE49-F238E27FC236}">
                <a16:creationId xmlns=""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357736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AF33D6B0-F070-45C4-A472-19F432BE3932}"/>
              </a:ext>
            </a:extLst>
          </p:cNvPr>
          <p:cNvSpPr>
            <a:spLocks noGrp="1"/>
          </p:cNvSpPr>
          <p:nvPr>
            <p:ph type="dt" sz="half" idx="10"/>
          </p:nvPr>
        </p:nvSpPr>
        <p:spPr/>
        <p:txBody>
          <a:bodyPr/>
          <a:lstStyle/>
          <a:p>
            <a:fld id="{9F15967B-6A6F-4F0B-B575-9E1BD6599668}" type="datetime1">
              <a:rPr lang="en-US" smtClean="0"/>
              <a:t>4/25/2022</a:t>
            </a:fld>
            <a:endParaRPr lang="en-US"/>
          </a:p>
        </p:txBody>
      </p:sp>
      <p:sp>
        <p:nvSpPr>
          <p:cNvPr id="8" name="Footer Placeholder 7">
            <a:extLst>
              <a:ext uri="{FF2B5EF4-FFF2-40B4-BE49-F238E27FC236}">
                <a16:creationId xmlns="" xmlns:a16="http://schemas.microsoft.com/office/drawing/2014/main" id="{9975399F-DAB2-410D-967F-ED17E6F796E7}"/>
              </a:ext>
            </a:extLst>
          </p:cNvPr>
          <p:cNvSpPr>
            <a:spLocks noGrp="1"/>
          </p:cNvSpPr>
          <p:nvPr>
            <p:ph type="ftr" sz="quarter" idx="11"/>
          </p:nvPr>
        </p:nvSpPr>
        <p:spPr/>
        <p:txBody>
          <a:bodyPr/>
          <a:lstStyle/>
          <a:p>
            <a:r>
              <a:rPr lang="en-US" smtClean="0"/>
              <a:t>BY ANKU JAISWAL</a:t>
            </a:r>
            <a:endParaRPr lang="en-US"/>
          </a:p>
        </p:txBody>
      </p:sp>
      <p:sp>
        <p:nvSpPr>
          <p:cNvPr id="10" name="Slide Number Placeholder 9">
            <a:extLst>
              <a:ext uri="{FF2B5EF4-FFF2-40B4-BE49-F238E27FC236}">
                <a16:creationId xmlns=""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539702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A674C562-0168-48BD-8387-56FDD6235165}" type="datetime1">
              <a:rPr lang="en-US" smtClean="0"/>
              <a:t>4/25/2022</a:t>
            </a:fld>
            <a:endParaRPr lang="en-US"/>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r>
              <a:rPr lang="en-US" smtClean="0"/>
              <a:t>BY ANKU JAISWAL</a:t>
            </a:r>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pPr/>
              <a:t>‹#›</a:t>
            </a:fld>
            <a:endParaRPr lang="en-US"/>
          </a:p>
        </p:txBody>
      </p:sp>
      <p:cxnSp>
        <p:nvCxnSpPr>
          <p:cNvPr id="10" name="Straight Connector 9">
            <a:extLst>
              <a:ext uri="{FF2B5EF4-FFF2-40B4-BE49-F238E27FC236}">
                <a16:creationId xmlns=""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31491521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dt="0"/>
  <p:txStyles>
    <p:titleStyle>
      <a:lvl1pPr algn="l" defTabSz="914400" rtl="0" eaLnBrk="1" latinLnBrk="0" hangingPunct="1">
        <a:lnSpc>
          <a:spcPct val="90000"/>
        </a:lnSpc>
        <a:spcBef>
          <a:spcPct val="0"/>
        </a:spcBef>
        <a:buNone/>
        <a:defRPr sz="4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2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2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0C27EEE0-150B-441D-A9D3-BFB2E4373761}"/>
              </a:ext>
            </a:extLst>
          </p:cNvPr>
          <p:cNvPicPr>
            <a:picLocks noChangeAspect="1"/>
          </p:cNvPicPr>
          <p:nvPr/>
        </p:nvPicPr>
        <p:blipFill rotWithShape="1">
          <a:blip r:embed="rId2"/>
          <a:srcRect t="4718" r="-2" b="10885"/>
          <a:stretch/>
        </p:blipFill>
        <p:spPr>
          <a:xfrm>
            <a:off x="-3047" y="10"/>
            <a:ext cx="12191999" cy="6857990"/>
          </a:xfrm>
          <a:prstGeom prst="rect">
            <a:avLst/>
          </a:prstGeom>
        </p:spPr>
      </p:pic>
      <p:sp>
        <p:nvSpPr>
          <p:cNvPr id="9" name="Rectangle 8">
            <a:extLst>
              <a:ext uri="{FF2B5EF4-FFF2-40B4-BE49-F238E27FC236}">
                <a16:creationId xmlns="" xmlns:a16="http://schemas.microsoft.com/office/drawing/2014/main" id="{007891EC-4501-44ED-A8C8-B11B6DB767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7602"/>
            <a:ext cx="12191999" cy="3162146"/>
          </a:xfrm>
          <a:prstGeom prst="rect">
            <a:avLst/>
          </a:prstGeom>
          <a:gradFill flip="none" rotWithShape="1">
            <a:gsLst>
              <a:gs pos="0">
                <a:schemeClr val="tx1">
                  <a:alpha val="0"/>
                </a:schemeClr>
              </a:gs>
              <a:gs pos="25000">
                <a:srgbClr val="000000">
                  <a:alpha val="15000"/>
                </a:srgbClr>
              </a:gs>
              <a:gs pos="75000">
                <a:srgbClr val="000000">
                  <a:alpha val="15000"/>
                </a:srgbClr>
              </a:gs>
              <a:gs pos="50000">
                <a:schemeClr val="tx1">
                  <a:alpha val="30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325549"/>
            <a:ext cx="10058400" cy="3663755"/>
          </a:xfrm>
          <a:effectLst>
            <a:outerShdw blurRad="50800" dist="38100" dir="2700000" algn="tl" rotWithShape="0">
              <a:prstClr val="black">
                <a:alpha val="40000"/>
              </a:prstClr>
            </a:outerShdw>
          </a:effectLst>
        </p:spPr>
        <p:txBody>
          <a:bodyPr>
            <a:normAutofit/>
          </a:bodyPr>
          <a:lstStyle/>
          <a:p>
            <a:pPr algn="ctr"/>
            <a:r>
              <a:rPr lang="en-US" sz="3600">
                <a:solidFill>
                  <a:schemeClr val="bg1"/>
                </a:solidFill>
              </a:rPr>
              <a:t>UNIT-1</a:t>
            </a:r>
            <a:br>
              <a:rPr lang="en-US" sz="3600">
                <a:solidFill>
                  <a:schemeClr val="bg1"/>
                </a:solidFill>
              </a:rPr>
            </a:br>
            <a:r>
              <a:rPr lang="en-US" sz="3600">
                <a:solidFill>
                  <a:schemeClr val="bg1"/>
                </a:solidFill>
              </a:rPr>
              <a:t>INTRODUCTION</a:t>
            </a:r>
            <a:br>
              <a:rPr lang="en-US" sz="3600">
                <a:solidFill>
                  <a:schemeClr val="bg1"/>
                </a:solidFill>
              </a:rPr>
            </a:br>
            <a:endParaRPr lang="en-US" sz="3600">
              <a:solidFill>
                <a:schemeClr val="bg1"/>
              </a:solidFill>
            </a:endParaRPr>
          </a:p>
        </p:txBody>
      </p:sp>
      <p:cxnSp>
        <p:nvCxnSpPr>
          <p:cNvPr id="11" name="Straight Connector 10">
            <a:extLst>
              <a:ext uri="{FF2B5EF4-FFF2-40B4-BE49-F238E27FC236}">
                <a16:creationId xmlns="" xmlns:a16="http://schemas.microsoft.com/office/drawing/2014/main" id="{34E5597F-CE67-4085-9548-E6A8036DA3BB}"/>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F65A38-EC2A-4F3C-8363-D22FAB0B8BF3}"/>
              </a:ext>
            </a:extLst>
          </p:cNvPr>
          <p:cNvSpPr>
            <a:spLocks noGrp="1"/>
          </p:cNvSpPr>
          <p:nvPr>
            <p:ph type="title"/>
          </p:nvPr>
        </p:nvSpPr>
        <p:spPr/>
        <p:txBody>
          <a:bodyPr/>
          <a:lstStyle/>
          <a:p>
            <a:r>
              <a:rPr lang="en-US"/>
              <a:t>SYLLABUS</a:t>
            </a:r>
          </a:p>
        </p:txBody>
      </p:sp>
      <p:pic>
        <p:nvPicPr>
          <p:cNvPr id="4" name="Picture 4" descr="A picture containing photo, bottle, table&#10;&#10;Description automatically generated">
            <a:extLst>
              <a:ext uri="{FF2B5EF4-FFF2-40B4-BE49-F238E27FC236}">
                <a16:creationId xmlns="" xmlns:a16="http://schemas.microsoft.com/office/drawing/2014/main" id="{CB8F5957-86B5-49C5-9B7B-769A1EDC4648}"/>
              </a:ext>
            </a:extLst>
          </p:cNvPr>
          <p:cNvPicPr>
            <a:picLocks noGrp="1" noChangeAspect="1"/>
          </p:cNvPicPr>
          <p:nvPr>
            <p:ph idx="1"/>
          </p:nvPr>
        </p:nvPicPr>
        <p:blipFill>
          <a:blip r:embed="rId2"/>
          <a:stretch>
            <a:fillRect/>
          </a:stretch>
        </p:blipFill>
        <p:spPr>
          <a:xfrm>
            <a:off x="1096382" y="2665929"/>
            <a:ext cx="10419631" cy="1926566"/>
          </a:xfr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10434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1E1F31-D0F1-49C2-9303-89216A4C110B}"/>
              </a:ext>
            </a:extLst>
          </p:cNvPr>
          <p:cNvSpPr>
            <a:spLocks noGrp="1"/>
          </p:cNvSpPr>
          <p:nvPr>
            <p:ph type="title"/>
          </p:nvPr>
        </p:nvSpPr>
        <p:spPr/>
        <p:txBody>
          <a:bodyPr/>
          <a:lstStyle/>
          <a:p>
            <a:r>
              <a:rPr lang="en-US" b="1">
                <a:ea typeface="+mj-lt"/>
                <a:cs typeface="+mj-lt"/>
              </a:rPr>
              <a:t>E-government</a:t>
            </a:r>
            <a:r>
              <a:rPr lang="en-US">
                <a:ea typeface="+mj-lt"/>
                <a:cs typeface="+mj-lt"/>
              </a:rPr>
              <a:t> </a:t>
            </a:r>
            <a:endParaRPr lang="en-US"/>
          </a:p>
        </p:txBody>
      </p:sp>
      <p:sp>
        <p:nvSpPr>
          <p:cNvPr id="3" name="Content Placeholder 2">
            <a:extLst>
              <a:ext uri="{FF2B5EF4-FFF2-40B4-BE49-F238E27FC236}">
                <a16:creationId xmlns="" xmlns:a16="http://schemas.microsoft.com/office/drawing/2014/main" id="{0CF430B9-3003-48DF-96B9-76C12B8172FD}"/>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sz="2400">
                <a:ea typeface="+mn-lt"/>
                <a:cs typeface="+mn-lt"/>
              </a:rPr>
              <a:t>E-government is the use of technological communications devices, such as computers and the Internet to provide public services to citizens and other persons in a country or region.</a:t>
            </a:r>
          </a:p>
          <a:p>
            <a:pPr>
              <a:buFont typeface="Wingdings" panose="020F0502020204030204" pitchFamily="34" charset="0"/>
              <a:buChar char="Ø"/>
            </a:pPr>
            <a:r>
              <a:rPr lang="en-US" sz="2400">
                <a:ea typeface="+mn-lt"/>
                <a:cs typeface="+mn-lt"/>
              </a:rPr>
              <a:t>It refers to the implementation of information and communication technology.</a:t>
            </a:r>
          </a:p>
          <a:p>
            <a:pPr>
              <a:buFont typeface="Wingdings" panose="020F0502020204030204" pitchFamily="34" charset="0"/>
              <a:buChar char="Ø"/>
            </a:pPr>
            <a:r>
              <a:rPr lang="en-US" sz="2400">
                <a:ea typeface="+mn-lt"/>
                <a:cs typeface="+mn-lt"/>
              </a:rPr>
              <a:t>Through the use of technology, it improves the government activities and process. </a:t>
            </a:r>
            <a:endParaRPr lang="en-US" sz="240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89937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8CFEA0-76AF-4E1D-8438-D813112BFC7D}"/>
              </a:ext>
            </a:extLst>
          </p:cNvPr>
          <p:cNvSpPr>
            <a:spLocks noGrp="1"/>
          </p:cNvSpPr>
          <p:nvPr>
            <p:ph type="title"/>
          </p:nvPr>
        </p:nvSpPr>
        <p:spPr>
          <a:xfrm>
            <a:off x="1614865" y="-58454"/>
            <a:ext cx="10058400" cy="1450757"/>
          </a:xfrm>
        </p:spPr>
        <p:txBody>
          <a:bodyPr/>
          <a:lstStyle/>
          <a:p>
            <a:r>
              <a:rPr lang="en-US"/>
              <a:t>Four Domains of e-Government</a:t>
            </a:r>
          </a:p>
        </p:txBody>
      </p:sp>
      <p:sp>
        <p:nvSpPr>
          <p:cNvPr id="3" name="Content Placeholder 2">
            <a:extLst>
              <a:ext uri="{FF2B5EF4-FFF2-40B4-BE49-F238E27FC236}">
                <a16:creationId xmlns="" xmlns:a16="http://schemas.microsoft.com/office/drawing/2014/main" id="{827D6683-6331-4B10-82B6-EFC2A925DDF7}"/>
              </a:ext>
            </a:extLst>
          </p:cNvPr>
          <p:cNvSpPr>
            <a:spLocks noGrp="1"/>
          </p:cNvSpPr>
          <p:nvPr>
            <p:ph idx="1"/>
          </p:nvPr>
        </p:nvSpPr>
        <p:spPr>
          <a:xfrm>
            <a:off x="1126035" y="2015928"/>
            <a:ext cx="10058400" cy="3760891"/>
          </a:xfrm>
        </p:spPr>
        <p:txBody>
          <a:bodyPr vert="horz" lIns="0" tIns="45720" rIns="0" bIns="45720" rtlCol="0" anchor="t">
            <a:normAutofit fontScale="92500" lnSpcReduction="20000"/>
          </a:bodyPr>
          <a:lstStyle/>
          <a:p>
            <a:pPr>
              <a:buFont typeface="Wingdings" panose="020F0502020204030204" pitchFamily="34" charset="0"/>
              <a:buChar char="Ø"/>
            </a:pPr>
            <a:r>
              <a:rPr lang="en-US" b="1">
                <a:ea typeface="+mn-lt"/>
                <a:cs typeface="+mn-lt"/>
              </a:rPr>
              <a:t>e-Administration</a:t>
            </a:r>
            <a:r>
              <a:rPr lang="en-US">
                <a:ea typeface="+mn-lt"/>
                <a:cs typeface="+mn-lt"/>
              </a:rPr>
              <a:t> –  Improving government processes by using ICTs and government process management. No paperwork, each and every process need to be done via the use of ICT.</a:t>
            </a:r>
          </a:p>
          <a:p>
            <a:pPr>
              <a:buFont typeface="Wingdings" panose="020F0502020204030204" pitchFamily="34" charset="0"/>
              <a:buChar char="Ø"/>
            </a:pPr>
            <a:r>
              <a:rPr lang="en-US" b="1">
                <a:ea typeface="+mn-lt"/>
                <a:cs typeface="+mn-lt"/>
              </a:rPr>
              <a:t>e-Government services</a:t>
            </a:r>
            <a:r>
              <a:rPr lang="en-US">
                <a:ea typeface="+mn-lt"/>
                <a:cs typeface="+mn-lt"/>
              </a:rPr>
              <a:t> –  Delivering government services electronically to citizens, businesses, and government employees. Example- application for citizenship through the online system.</a:t>
            </a:r>
          </a:p>
          <a:p>
            <a:pPr>
              <a:buFont typeface="Wingdings" panose="020F0502020204030204" pitchFamily="34" charset="0"/>
              <a:buChar char="Ø"/>
            </a:pPr>
            <a:r>
              <a:rPr lang="en-US" b="1">
                <a:ea typeface="+mn-lt"/>
                <a:cs typeface="+mn-lt"/>
              </a:rPr>
              <a:t>e-Democracy</a:t>
            </a:r>
            <a:r>
              <a:rPr lang="en-US">
                <a:ea typeface="+mn-lt"/>
                <a:cs typeface="+mn-lt"/>
              </a:rPr>
              <a:t> – Improving transparency and democratic decision making, as well as citizens’ participation in public decisions. e-Voting is a perfect example here.</a:t>
            </a:r>
          </a:p>
          <a:p>
            <a:pPr>
              <a:buFont typeface="Wingdings" panose="020F0502020204030204" pitchFamily="34" charset="0"/>
              <a:buChar char="Ø"/>
            </a:pPr>
            <a:r>
              <a:rPr lang="en-US" b="1">
                <a:ea typeface="+mn-lt"/>
                <a:cs typeface="+mn-lt"/>
              </a:rPr>
              <a:t>e-Governance</a:t>
            </a:r>
            <a:r>
              <a:rPr lang="en-US">
                <a:ea typeface="+mn-lt"/>
                <a:cs typeface="+mn-lt"/>
              </a:rPr>
              <a:t> – It is a development, deployment, and enforcement of the policies, laws, and regulations necessary for developing cooperation, networking and partnerships between government units, citizens and the business. Citizen will get government services using technology.</a:t>
            </a:r>
            <a:endParaRPr lang="en-US"/>
          </a:p>
          <a:p>
            <a:r>
              <a:rPr lang="en-US"/>
              <a:t/>
            </a:r>
            <a:br>
              <a:rPr lang="en-US"/>
            </a:b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13462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C1D347-9E29-4FD5-A323-4E0F1650F889}"/>
              </a:ext>
            </a:extLst>
          </p:cNvPr>
          <p:cNvSpPr>
            <a:spLocks noGrp="1"/>
          </p:cNvSpPr>
          <p:nvPr>
            <p:ph type="title"/>
          </p:nvPr>
        </p:nvSpPr>
        <p:spPr/>
        <p:txBody>
          <a:bodyPr/>
          <a:lstStyle/>
          <a:p>
            <a:r>
              <a:rPr lang="en-US" b="1">
                <a:ea typeface="+mj-lt"/>
                <a:cs typeface="+mj-lt"/>
              </a:rPr>
              <a:t>Benefits of e-Government</a:t>
            </a:r>
            <a:endParaRPr lang="en-US">
              <a:ea typeface="+mj-lt"/>
              <a:cs typeface="+mj-lt"/>
            </a:endParaRPr>
          </a:p>
          <a:p>
            <a:endParaRPr lang="en-US"/>
          </a:p>
        </p:txBody>
      </p:sp>
      <p:sp>
        <p:nvSpPr>
          <p:cNvPr id="3" name="Content Placeholder 2">
            <a:extLst>
              <a:ext uri="{FF2B5EF4-FFF2-40B4-BE49-F238E27FC236}">
                <a16:creationId xmlns="" xmlns:a16="http://schemas.microsoft.com/office/drawing/2014/main" id="{6465EF58-A80E-4B4B-8171-22249378F434}"/>
              </a:ext>
            </a:extLst>
          </p:cNvPr>
          <p:cNvSpPr>
            <a:spLocks noGrp="1"/>
          </p:cNvSpPr>
          <p:nvPr>
            <p:ph idx="1"/>
          </p:nvPr>
        </p:nvSpPr>
        <p:spPr/>
        <p:txBody>
          <a:bodyPr vert="horz" lIns="0" tIns="45720" rIns="0" bIns="45720" rtlCol="0" anchor="t">
            <a:normAutofit lnSpcReduction="10000"/>
          </a:bodyPr>
          <a:lstStyle/>
          <a:p>
            <a:pPr>
              <a:buFont typeface="Wingdings" panose="020F0502020204030204" pitchFamily="34" charset="0"/>
              <a:buChar char="Ø"/>
            </a:pPr>
            <a:r>
              <a:rPr lang="en-US">
                <a:ea typeface="+mn-lt"/>
                <a:cs typeface="+mn-lt"/>
              </a:rPr>
              <a:t>Better provision of government services</a:t>
            </a:r>
            <a:endParaRPr lang="en-US"/>
          </a:p>
          <a:p>
            <a:pPr>
              <a:buFont typeface="Wingdings" panose="020F0502020204030204" pitchFamily="34" charset="0"/>
              <a:buChar char="Ø"/>
            </a:pPr>
            <a:r>
              <a:rPr lang="en-US">
                <a:ea typeface="+mn-lt"/>
                <a:cs typeface="+mn-lt"/>
              </a:rPr>
              <a:t>Improved interaction with different groups and citizen</a:t>
            </a:r>
            <a:endParaRPr lang="en-US"/>
          </a:p>
          <a:p>
            <a:pPr>
              <a:buFont typeface="Wingdings" panose="020F0502020204030204" pitchFamily="34" charset="0"/>
              <a:buChar char="Ø"/>
            </a:pPr>
            <a:r>
              <a:rPr lang="en-US">
                <a:ea typeface="+mn-lt"/>
                <a:cs typeface="+mn-lt"/>
              </a:rPr>
              <a:t>Citizen empowerment through access to information</a:t>
            </a:r>
            <a:endParaRPr lang="en-US"/>
          </a:p>
          <a:p>
            <a:pPr>
              <a:buFont typeface="Wingdings" panose="020F0502020204030204" pitchFamily="34" charset="0"/>
              <a:buChar char="Ø"/>
            </a:pPr>
            <a:r>
              <a:rPr lang="en-US">
                <a:ea typeface="+mn-lt"/>
                <a:cs typeface="+mn-lt"/>
              </a:rPr>
              <a:t>Efficient government management</a:t>
            </a:r>
            <a:endParaRPr lang="en-US"/>
          </a:p>
          <a:p>
            <a:pPr>
              <a:buFont typeface="Wingdings" panose="020F0502020204030204" pitchFamily="34" charset="0"/>
              <a:buChar char="Ø"/>
            </a:pPr>
            <a:r>
              <a:rPr lang="en-US">
                <a:ea typeface="+mn-lt"/>
                <a:cs typeface="+mn-lt"/>
              </a:rPr>
              <a:t>Easy implementation of Right to Information</a:t>
            </a:r>
            <a:endParaRPr lang="en-US"/>
          </a:p>
          <a:p>
            <a:pPr>
              <a:buFont typeface="Wingdings" panose="020F0502020204030204" pitchFamily="34" charset="0"/>
              <a:buChar char="Ø"/>
            </a:pPr>
            <a:r>
              <a:rPr lang="en-US">
                <a:ea typeface="+mn-lt"/>
                <a:cs typeface="+mn-lt"/>
              </a:rPr>
              <a:t>It is a two-way process Government to citizen and vice versa.</a:t>
            </a:r>
            <a:endParaRPr lang="en-US"/>
          </a:p>
          <a:p>
            <a:pPr marL="0" indent="0">
              <a:buNone/>
            </a:pPr>
            <a:r>
              <a:rPr lang="en-US"/>
              <a:t/>
            </a:r>
            <a:br>
              <a:rPr lang="en-US"/>
            </a:b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471341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9794E9-4A97-43B2-8F51-C2517BA2F791}"/>
              </a:ext>
            </a:extLst>
          </p:cNvPr>
          <p:cNvSpPr>
            <a:spLocks noGrp="1"/>
          </p:cNvSpPr>
          <p:nvPr>
            <p:ph type="title"/>
          </p:nvPr>
        </p:nvSpPr>
        <p:spPr/>
        <p:txBody>
          <a:bodyPr/>
          <a:lstStyle/>
          <a:p>
            <a:r>
              <a:rPr lang="en-US"/>
              <a:t>E GOVERNANCE </a:t>
            </a:r>
          </a:p>
        </p:txBody>
      </p:sp>
      <p:sp>
        <p:nvSpPr>
          <p:cNvPr id="3" name="Content Placeholder 2">
            <a:extLst>
              <a:ext uri="{FF2B5EF4-FFF2-40B4-BE49-F238E27FC236}">
                <a16:creationId xmlns="" xmlns:a16="http://schemas.microsoft.com/office/drawing/2014/main" id="{7FB624EB-1454-478B-BBA9-BCCA772EC2BB}"/>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It is a part of e-Government. </a:t>
            </a:r>
          </a:p>
          <a:p>
            <a:pPr>
              <a:buFont typeface="Wingdings" panose="020F0502020204030204" pitchFamily="34" charset="0"/>
              <a:buChar char="Ø"/>
            </a:pPr>
            <a:r>
              <a:rPr lang="en-US">
                <a:ea typeface="+mn-lt"/>
                <a:cs typeface="+mn-lt"/>
              </a:rPr>
              <a:t>E-Governance is dealing with all regulations and policies to control the services provided by the e-Government. </a:t>
            </a:r>
          </a:p>
          <a:p>
            <a:pPr>
              <a:buFont typeface="Wingdings" panose="020F0502020204030204" pitchFamily="34" charset="0"/>
              <a:buChar char="Ø"/>
            </a:pPr>
            <a:r>
              <a:rPr lang="en-US">
                <a:ea typeface="+mn-lt"/>
                <a:cs typeface="+mn-lt"/>
              </a:rPr>
              <a:t>However, the E-Government is an electronic government, which should be regulated by the E-Governance.</a:t>
            </a:r>
          </a:p>
          <a:p>
            <a:pPr>
              <a:buFont typeface="Wingdings" panose="020F0502020204030204" pitchFamily="34" charset="0"/>
              <a:buChar char="Ø"/>
            </a:pPr>
            <a:r>
              <a:rPr lang="en-US">
                <a:ea typeface="+mn-lt"/>
                <a:cs typeface="+mn-lt"/>
              </a:rPr>
              <a:t>e-Governance refers to the utilization of information and communication technology (ICT) for providing government services, disseminating information, communication operations with the general public.</a:t>
            </a:r>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53227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C8DD82D3-D002-45B0-B16A-82B3DA4EFDD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33455A-5069-445F-B9C0-DCD2B77E638D}"/>
              </a:ext>
            </a:extLst>
          </p:cNvPr>
          <p:cNvSpPr>
            <a:spLocks noGrp="1"/>
          </p:cNvSpPr>
          <p:nvPr>
            <p:ph type="title"/>
          </p:nvPr>
        </p:nvSpPr>
        <p:spPr>
          <a:xfrm>
            <a:off x="643468" y="643467"/>
            <a:ext cx="3073550" cy="5126203"/>
          </a:xfrm>
        </p:spPr>
        <p:txBody>
          <a:bodyPr anchor="ctr">
            <a:normAutofit/>
          </a:bodyPr>
          <a:lstStyle/>
          <a:p>
            <a:pPr algn="r"/>
            <a:r>
              <a:rPr lang="en-US" b="1">
                <a:ea typeface="+mj-lt"/>
                <a:cs typeface="+mj-lt"/>
              </a:rPr>
              <a:t>Benefits of e-Governance</a:t>
            </a:r>
            <a:endParaRPr lang="en-US">
              <a:ea typeface="+mj-lt"/>
              <a:cs typeface="+mj-lt"/>
            </a:endParaRPr>
          </a:p>
          <a:p>
            <a:pPr algn="r"/>
            <a:endParaRPr lang="en-US"/>
          </a:p>
        </p:txBody>
      </p:sp>
      <p:cxnSp>
        <p:nvCxnSpPr>
          <p:cNvPr id="10" name="Straight Connector 9">
            <a:extLst>
              <a:ext uri="{FF2B5EF4-FFF2-40B4-BE49-F238E27FC236}">
                <a16:creationId xmlns="" xmlns:a16="http://schemas.microsoft.com/office/drawing/2014/main" id="{9F09C252-16FE-4557-AD6D-BB5CA773496C}"/>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4042052" y="1778497"/>
            <a:ext cx="0" cy="3200400"/>
          </a:xfrm>
          <a:prstGeom prst="line">
            <a:avLst/>
          </a:prstGeom>
          <a:ln w="190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 xmlns:a16="http://schemas.microsoft.com/office/drawing/2014/main" id="{2B2E88D0-BBD4-440B-BA86-D10A2911A325}"/>
              </a:ext>
            </a:extLst>
          </p:cNvPr>
          <p:cNvSpPr>
            <a:spLocks noGrp="1"/>
          </p:cNvSpPr>
          <p:nvPr>
            <p:ph idx="1"/>
          </p:nvPr>
        </p:nvSpPr>
        <p:spPr>
          <a:xfrm>
            <a:off x="4363786" y="621697"/>
            <a:ext cx="6791894" cy="5147973"/>
          </a:xfrm>
        </p:spPr>
        <p:txBody>
          <a:bodyPr vert="horz" lIns="0" tIns="45720" rIns="0" bIns="45720" rtlCol="0" anchor="ctr">
            <a:normAutofit/>
          </a:bodyPr>
          <a:lstStyle/>
          <a:p>
            <a:pPr>
              <a:buFont typeface="Wingdings" panose="020F0502020204030204" pitchFamily="34" charset="0"/>
              <a:buChar char="Ø"/>
            </a:pPr>
            <a:r>
              <a:rPr lang="en-US">
                <a:ea typeface="+mn-lt"/>
                <a:cs typeface="+mn-lt"/>
              </a:rPr>
              <a:t>Better provision of government services</a:t>
            </a:r>
            <a:endParaRPr lang="en-US"/>
          </a:p>
          <a:p>
            <a:pPr>
              <a:buFont typeface="Wingdings" panose="020F0502020204030204" pitchFamily="34" charset="0"/>
              <a:buChar char="Ø"/>
            </a:pPr>
            <a:r>
              <a:rPr lang="en-US">
                <a:ea typeface="+mn-lt"/>
                <a:cs typeface="+mn-lt"/>
              </a:rPr>
              <a:t>Improved interaction with different groups</a:t>
            </a:r>
            <a:endParaRPr lang="en-US"/>
          </a:p>
          <a:p>
            <a:pPr>
              <a:buFont typeface="Wingdings" panose="020F0502020204030204" pitchFamily="34" charset="0"/>
              <a:buChar char="Ø"/>
            </a:pPr>
            <a:r>
              <a:rPr lang="en-US">
                <a:ea typeface="+mn-lt"/>
                <a:cs typeface="+mn-lt"/>
              </a:rPr>
              <a:t>Citizen empowerment through access to information</a:t>
            </a:r>
            <a:endParaRPr lang="en-US"/>
          </a:p>
          <a:p>
            <a:pPr>
              <a:buFont typeface="Wingdings" panose="020F0502020204030204" pitchFamily="34" charset="0"/>
              <a:buChar char="Ø"/>
            </a:pPr>
            <a:r>
              <a:rPr lang="en-US">
                <a:ea typeface="+mn-lt"/>
                <a:cs typeface="+mn-lt"/>
              </a:rPr>
              <a:t>Efficient government management</a:t>
            </a:r>
            <a:endParaRPr lang="en-US"/>
          </a:p>
          <a:p>
            <a:pPr>
              <a:buFont typeface="Wingdings" panose="020F0502020204030204" pitchFamily="34" charset="0"/>
              <a:buChar char="Ø"/>
            </a:pPr>
            <a:endParaRPr lang="en-US"/>
          </a:p>
        </p:txBody>
      </p:sp>
      <p:sp>
        <p:nvSpPr>
          <p:cNvPr id="12" name="Rectangle 11">
            <a:extLst>
              <a:ext uri="{FF2B5EF4-FFF2-40B4-BE49-F238E27FC236}">
                <a16:creationId xmlns="" xmlns:a16="http://schemas.microsoft.com/office/drawing/2014/main" id="{14552793-7DFF-4EC7-AC69-D34A75D018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Footer Placeholder 6"/>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973869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22AECA-E885-4798-ACFC-18801462AE2A}"/>
              </a:ext>
            </a:extLst>
          </p:cNvPr>
          <p:cNvSpPr>
            <a:spLocks noGrp="1"/>
          </p:cNvSpPr>
          <p:nvPr>
            <p:ph type="title"/>
          </p:nvPr>
        </p:nvSpPr>
        <p:spPr/>
        <p:txBody>
          <a:bodyPr/>
          <a:lstStyle/>
          <a:p>
            <a:r>
              <a:rPr lang="en-US">
                <a:ea typeface="+mj-lt"/>
                <a:cs typeface="+mj-lt"/>
              </a:rPr>
              <a:t>Key difference between e-Government &amp; e-Governance?</a:t>
            </a:r>
            <a:endParaRPr lang="en-US"/>
          </a:p>
        </p:txBody>
      </p:sp>
      <p:sp>
        <p:nvSpPr>
          <p:cNvPr id="3" name="Content Placeholder 2">
            <a:extLst>
              <a:ext uri="{FF2B5EF4-FFF2-40B4-BE49-F238E27FC236}">
                <a16:creationId xmlns="" xmlns:a16="http://schemas.microsoft.com/office/drawing/2014/main" id="{1FCA3EAA-76EE-46A0-938F-73E73BFCE798}"/>
              </a:ext>
            </a:extLst>
          </p:cNvPr>
          <p:cNvSpPr>
            <a:spLocks noGrp="1"/>
          </p:cNvSpPr>
          <p:nvPr>
            <p:ph idx="1"/>
          </p:nvPr>
        </p:nvSpPr>
        <p:spPr/>
        <p:txBody>
          <a:bodyPr vert="horz" lIns="0" tIns="45720" rIns="0" bIns="45720" rtlCol="0" anchor="t">
            <a:normAutofit/>
          </a:bodyPr>
          <a:lstStyle/>
          <a:p>
            <a:pPr marL="285750" indent="-285750" algn="just">
              <a:buFont typeface="Wingdings" panose="020F0502020204030204" pitchFamily="34" charset="0"/>
              <a:buChar char="Ø"/>
            </a:pPr>
            <a:r>
              <a:rPr lang="en-US" dirty="0">
                <a:ea typeface="+mn-lt"/>
                <a:cs typeface="+mn-lt"/>
              </a:rPr>
              <a:t> e-Government is a system whereas e-Governance is a functionality</a:t>
            </a:r>
          </a:p>
          <a:p>
            <a:pPr marL="285750" indent="-285750" algn="just">
              <a:buFont typeface="Wingdings" panose="020F0502020204030204" pitchFamily="34" charset="0"/>
              <a:buChar char="Ø"/>
            </a:pPr>
            <a:r>
              <a:rPr lang="en-US" dirty="0">
                <a:ea typeface="+mn-lt"/>
                <a:cs typeface="+mn-lt"/>
              </a:rPr>
              <a:t>e-Government means the application of ICT in government operations, as a tool to make better government. e-Governance, on the other hand, implies the use of ICT in transforming and supporting functions and structures of the system.</a:t>
            </a:r>
          </a:p>
          <a:p>
            <a:pPr marL="285750" indent="-285750" algn="just">
              <a:buFont typeface="Wingdings" panose="020F0502020204030204" pitchFamily="34" charset="0"/>
              <a:buChar char="Ø"/>
            </a:pPr>
            <a:r>
              <a:rPr lang="en-US" dirty="0">
                <a:ea typeface="+mn-lt"/>
                <a:cs typeface="+mn-lt"/>
              </a:rPr>
              <a:t>It is a one-way protocol but e-Governance is a two-way protocol(government to citizen and vice versa)</a:t>
            </a:r>
            <a:endParaRPr lang="en-US" dirty="0"/>
          </a:p>
          <a:p>
            <a:pPr marL="285750" indent="-285750" algn="just">
              <a:buFont typeface="Wingdings" panose="020F0502020204030204" pitchFamily="34" charset="0"/>
              <a:buChar char="Ø"/>
            </a:pPr>
            <a:r>
              <a:rPr lang="en-US" dirty="0">
                <a:ea typeface="+mn-lt"/>
                <a:cs typeface="+mn-lt"/>
              </a:rPr>
              <a:t>e-Governance is the part of e-Government. e-Governance never comes alone.</a:t>
            </a:r>
            <a:endParaRPr lang="en-US" dirty="0"/>
          </a:p>
          <a:p>
            <a:pPr algn="just"/>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19618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558DB37-9FEE-48A2-8578-ED04015739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5F7FCCA6-00E2-4F74-A105-0D769872F2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1507" y="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 xmlns:a16="http://schemas.microsoft.com/office/drawing/2014/main" id="{D3219A4E-99F6-438E-A248-B9EB0C7E895C}"/>
              </a:ext>
            </a:extLst>
          </p:cNvPr>
          <p:cNvSpPr>
            <a:spLocks noGrp="1"/>
          </p:cNvSpPr>
          <p:nvPr>
            <p:ph type="title"/>
          </p:nvPr>
        </p:nvSpPr>
        <p:spPr>
          <a:xfrm>
            <a:off x="1097280" y="286603"/>
            <a:ext cx="10058400" cy="1450757"/>
          </a:xfrm>
        </p:spPr>
        <p:txBody>
          <a:bodyPr anchor="ctr">
            <a:normAutofit/>
          </a:bodyPr>
          <a:lstStyle/>
          <a:p>
            <a:r>
              <a:rPr lang="en-US">
                <a:solidFill>
                  <a:srgbClr val="FFFFFF"/>
                </a:solidFill>
              </a:rPr>
              <a:t>Good Governance</a:t>
            </a:r>
          </a:p>
        </p:txBody>
      </p:sp>
      <p:sp>
        <p:nvSpPr>
          <p:cNvPr id="3" name="Content Placeholder 2">
            <a:extLst>
              <a:ext uri="{FF2B5EF4-FFF2-40B4-BE49-F238E27FC236}">
                <a16:creationId xmlns="" xmlns:a16="http://schemas.microsoft.com/office/drawing/2014/main" id="{1220388C-918D-4E25-97F9-F3E4D44C0645}"/>
              </a:ext>
            </a:extLst>
          </p:cNvPr>
          <p:cNvSpPr>
            <a:spLocks noGrp="1"/>
          </p:cNvSpPr>
          <p:nvPr>
            <p:ph idx="1"/>
          </p:nvPr>
        </p:nvSpPr>
        <p:spPr>
          <a:xfrm>
            <a:off x="1096963" y="2675694"/>
            <a:ext cx="10058400" cy="3193294"/>
          </a:xfrm>
        </p:spPr>
        <p:txBody>
          <a:bodyPr vert="horz" lIns="0" tIns="45720" rIns="0" bIns="45720" rtlCol="0">
            <a:normAutofit/>
          </a:bodyPr>
          <a:lstStyle/>
          <a:p>
            <a:pPr marL="285750" indent="-285750">
              <a:buFont typeface="Wingdings" panose="020F0502020204030204" pitchFamily="34" charset="0"/>
              <a:buChar char="Ø"/>
            </a:pPr>
            <a:r>
              <a:rPr lang="en-US">
                <a:ea typeface="+mn-lt"/>
                <a:cs typeface="+mn-lt"/>
              </a:rPr>
              <a:t>Good governance can be enabled by e governance if it is implemented properly. </a:t>
            </a:r>
          </a:p>
          <a:p>
            <a:pPr marL="285750" indent="-285750">
              <a:buFont typeface="Wingdings" panose="020F0502020204030204" pitchFamily="34" charset="0"/>
              <a:buChar char="Ø"/>
            </a:pPr>
            <a:r>
              <a:rPr lang="en-US">
                <a:ea typeface="+mn-lt"/>
                <a:cs typeface="+mn-lt"/>
              </a:rPr>
              <a:t>Here good governance stands for SMART (Simple, Moral, Accountable, Responsive and Transparent) governance which is very important for developing nations. </a:t>
            </a:r>
          </a:p>
          <a:p>
            <a:pPr marL="285750" indent="-285750">
              <a:buFont typeface="Wingdings" panose="020F0502020204030204" pitchFamily="34" charset="0"/>
              <a:buChar char="Ø"/>
            </a:pPr>
            <a:r>
              <a:rPr lang="en-US">
                <a:ea typeface="+mn-lt"/>
                <a:cs typeface="+mn-lt"/>
              </a:rPr>
              <a:t>It is needed for public or citizen to interact with government through electronics means in order to get the services as ease. </a:t>
            </a:r>
            <a:endParaRPr lang="en-US"/>
          </a:p>
        </p:txBody>
      </p:sp>
      <p:sp>
        <p:nvSpPr>
          <p:cNvPr id="12" name="Rectangle 11">
            <a:extLst>
              <a:ext uri="{FF2B5EF4-FFF2-40B4-BE49-F238E27FC236}">
                <a16:creationId xmlns="" xmlns:a16="http://schemas.microsoft.com/office/drawing/2014/main" id="{359CEC61-F44B-43B3-B40F-AE38C5AF1D5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Footer Placeholder 6"/>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058610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39E3965E-AC41-4711-9D10-E25ABB132D8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4" name="Straight Connector 23">
            <a:extLst>
              <a:ext uri="{FF2B5EF4-FFF2-40B4-BE49-F238E27FC236}">
                <a16:creationId xmlns="" xmlns:a16="http://schemas.microsoft.com/office/drawing/2014/main" id="{1F5DC8C3-BA5F-4EED-BB9A-A14272BD82A1}"/>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 xmlns:a16="http://schemas.microsoft.com/office/drawing/2014/main" id="{4C869C3B-5565-4AAC-86A8-9EB0AB1C653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close up of a piece of paper&#10;&#10;Description automatically generated">
            <a:extLst>
              <a:ext uri="{FF2B5EF4-FFF2-40B4-BE49-F238E27FC236}">
                <a16:creationId xmlns="" xmlns:a16="http://schemas.microsoft.com/office/drawing/2014/main" id="{532B02DE-47E4-4989-A7AE-3DCD1621CD55}"/>
              </a:ext>
            </a:extLst>
          </p:cNvPr>
          <p:cNvPicPr>
            <a:picLocks noGrp="1" noChangeAspect="1"/>
          </p:cNvPicPr>
          <p:nvPr>
            <p:ph idx="1"/>
          </p:nvPr>
        </p:nvPicPr>
        <p:blipFill>
          <a:blip r:embed="rId2"/>
          <a:stretch>
            <a:fillRect/>
          </a:stretch>
        </p:blipFill>
        <p:spPr>
          <a:xfrm>
            <a:off x="993283" y="454799"/>
            <a:ext cx="9818957" cy="5711757"/>
          </a:xfrm>
          <a:prstGeom prst="rect">
            <a:avLst/>
          </a:prstGeom>
        </p:spPr>
      </p:pic>
      <p:cxnSp>
        <p:nvCxnSpPr>
          <p:cNvPr id="28" name="Straight Connector 27">
            <a:extLst>
              <a:ext uri="{FF2B5EF4-FFF2-40B4-BE49-F238E27FC236}">
                <a16:creationId xmlns="" xmlns:a16="http://schemas.microsoft.com/office/drawing/2014/main" id="{F41136EC-EC34-4D08-B5AB-8CE5870B1C74}"/>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1752600" y="5415653"/>
            <a:ext cx="86868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 xmlns:a16="http://schemas.microsoft.com/office/drawing/2014/main" id="{064CBAAB-7956-4763-9F69-A3FDBF1ACBA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24339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39E3965E-AC41-4711-9D10-E25ABB132D8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4" name="Straight Connector 23">
            <a:extLst>
              <a:ext uri="{FF2B5EF4-FFF2-40B4-BE49-F238E27FC236}">
                <a16:creationId xmlns="" xmlns:a16="http://schemas.microsoft.com/office/drawing/2014/main" id="{1F5DC8C3-BA5F-4EED-BB9A-A14272BD82A1}"/>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 xmlns:a16="http://schemas.microsoft.com/office/drawing/2014/main" id="{33428ACC-71EC-4171-9527-10983BA6B41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FBB709B9-2CE1-4E92-AB8B-0D20FD9196CB}"/>
              </a:ext>
            </a:extLst>
          </p:cNvPr>
          <p:cNvSpPr>
            <a:spLocks noGrp="1"/>
          </p:cNvSpPr>
          <p:nvPr>
            <p:ph type="title"/>
          </p:nvPr>
        </p:nvSpPr>
        <p:spPr>
          <a:xfrm>
            <a:off x="8141110" y="639098"/>
            <a:ext cx="3401961" cy="3494790"/>
          </a:xfrm>
        </p:spPr>
        <p:txBody>
          <a:bodyPr vert="horz" lIns="91440" tIns="45720" rIns="91440" bIns="45720" rtlCol="0" anchor="b">
            <a:normAutofit/>
          </a:bodyPr>
          <a:lstStyle/>
          <a:p>
            <a:r>
              <a:rPr lang="en-US" sz="5000">
                <a:solidFill>
                  <a:schemeClr val="tx1">
                    <a:lumMod val="85000"/>
                    <a:lumOff val="15000"/>
                  </a:schemeClr>
                </a:solidFill>
              </a:rPr>
              <a:t>Phase of e- Governance</a:t>
            </a:r>
          </a:p>
        </p:txBody>
      </p:sp>
      <p:pic>
        <p:nvPicPr>
          <p:cNvPr id="4" name="Picture 4" descr="A screenshot of a cell phone&#10;&#10;Description automatically generated">
            <a:extLst>
              <a:ext uri="{FF2B5EF4-FFF2-40B4-BE49-F238E27FC236}">
                <a16:creationId xmlns="" xmlns:a16="http://schemas.microsoft.com/office/drawing/2014/main" id="{A2B4E9C7-A8A9-42E9-BC80-B6298127091C}"/>
              </a:ext>
            </a:extLst>
          </p:cNvPr>
          <p:cNvPicPr>
            <a:picLocks noGrp="1" noChangeAspect="1"/>
          </p:cNvPicPr>
          <p:nvPr>
            <p:ph idx="1"/>
          </p:nvPr>
        </p:nvPicPr>
        <p:blipFill>
          <a:blip r:embed="rId2"/>
          <a:stretch>
            <a:fillRect/>
          </a:stretch>
        </p:blipFill>
        <p:spPr>
          <a:xfrm>
            <a:off x="720670" y="640081"/>
            <a:ext cx="6738874" cy="5054156"/>
          </a:xfrm>
          <a:prstGeom prst="rect">
            <a:avLst/>
          </a:prstGeom>
        </p:spPr>
      </p:pic>
      <p:cxnSp>
        <p:nvCxnSpPr>
          <p:cNvPr id="28" name="Straight Connector 27">
            <a:extLst>
              <a:ext uri="{FF2B5EF4-FFF2-40B4-BE49-F238E27FC236}">
                <a16:creationId xmlns="" xmlns:a16="http://schemas.microsoft.com/office/drawing/2014/main" id="{BA22713B-ABB6-4391-97F9-0449A2B9B664}"/>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 xmlns:a16="http://schemas.microsoft.com/office/drawing/2014/main" id="{8D4480B4-953D-41FA-9052-09AB3A02694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ooter Placeholder 8"/>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173558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741B58E-3B65-4A01-A276-975AB2CF8A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7AAC67C3-831B-4AB1-A259-DFB839CAFA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6" y="0"/>
            <a:ext cx="4648593"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 xmlns:a16="http://schemas.microsoft.com/office/drawing/2014/main" id="{7DF54128-2222-484C-87C7-3283A1F19217}"/>
              </a:ext>
            </a:extLst>
          </p:cNvPr>
          <p:cNvSpPr>
            <a:spLocks noGrp="1"/>
          </p:cNvSpPr>
          <p:nvPr>
            <p:ph type="title"/>
          </p:nvPr>
        </p:nvSpPr>
        <p:spPr>
          <a:xfrm>
            <a:off x="492369" y="605896"/>
            <a:ext cx="3642309" cy="5646208"/>
          </a:xfrm>
        </p:spPr>
        <p:txBody>
          <a:bodyPr anchor="ctr">
            <a:normAutofit/>
          </a:bodyPr>
          <a:lstStyle/>
          <a:p>
            <a:r>
              <a:rPr lang="en-US">
                <a:solidFill>
                  <a:srgbClr val="FFFFFF"/>
                </a:solidFill>
                <a:ea typeface="+mj-lt"/>
                <a:cs typeface="+mj-lt"/>
              </a:rPr>
              <a:t>Types of e-governance</a:t>
            </a:r>
            <a:endParaRPr lang="en-US">
              <a:solidFill>
                <a:srgbClr val="FFFFFF"/>
              </a:solidFill>
            </a:endParaRPr>
          </a:p>
        </p:txBody>
      </p:sp>
      <p:sp>
        <p:nvSpPr>
          <p:cNvPr id="3" name="Content Placeholder 2">
            <a:extLst>
              <a:ext uri="{FF2B5EF4-FFF2-40B4-BE49-F238E27FC236}">
                <a16:creationId xmlns="" xmlns:a16="http://schemas.microsoft.com/office/drawing/2014/main" id="{30FC9A3B-72CB-4843-B8DA-C2E9D6582263}"/>
              </a:ext>
            </a:extLst>
          </p:cNvPr>
          <p:cNvSpPr>
            <a:spLocks noGrp="1"/>
          </p:cNvSpPr>
          <p:nvPr>
            <p:ph idx="1"/>
          </p:nvPr>
        </p:nvSpPr>
        <p:spPr>
          <a:xfrm>
            <a:off x="5231958" y="605896"/>
            <a:ext cx="5923721" cy="5646208"/>
          </a:xfrm>
        </p:spPr>
        <p:txBody>
          <a:bodyPr vert="horz" lIns="0" tIns="45720" rIns="0" bIns="45720" rtlCol="0" anchor="ctr">
            <a:normAutofit/>
          </a:bodyPr>
          <a:lstStyle/>
          <a:p>
            <a:r>
              <a:rPr lang="en-US" sz="2400">
                <a:ea typeface="+mn-lt"/>
                <a:cs typeface="+mn-lt"/>
              </a:rPr>
              <a:t>G2G(Government to Government)</a:t>
            </a:r>
            <a:endParaRPr lang="en-US" sz="2400"/>
          </a:p>
          <a:p>
            <a:r>
              <a:rPr lang="en-US" sz="2400">
                <a:ea typeface="+mn-lt"/>
                <a:cs typeface="+mn-lt"/>
              </a:rPr>
              <a:t>G2C(Government to Citizen)</a:t>
            </a:r>
            <a:endParaRPr lang="en-US" sz="2400"/>
          </a:p>
          <a:p>
            <a:r>
              <a:rPr lang="en-US" sz="2400">
                <a:ea typeface="+mn-lt"/>
                <a:cs typeface="+mn-lt"/>
              </a:rPr>
              <a:t>G2B(Government to Business)</a:t>
            </a:r>
            <a:endParaRPr lang="en-US" sz="2400"/>
          </a:p>
          <a:p>
            <a:r>
              <a:rPr lang="en-US" sz="2400">
                <a:ea typeface="+mn-lt"/>
                <a:cs typeface="+mn-lt"/>
              </a:rPr>
              <a:t>G2E(Government to Employee)</a:t>
            </a:r>
            <a:endParaRPr lang="en-US" sz="2400"/>
          </a:p>
          <a:p>
            <a:endParaRPr lang="en-US" sz="2400"/>
          </a:p>
        </p:txBody>
      </p:sp>
      <p:sp>
        <p:nvSpPr>
          <p:cNvPr id="6" name="Footer Placeholder 5"/>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38510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 xmlns:a16="http://schemas.microsoft.com/office/drawing/2014/main" id="{F64BBAA4-C62B-4146-B49F-FE4CC4655EE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 xmlns:a16="http://schemas.microsoft.com/office/drawing/2014/main" id="{EEB57AA8-F021-480C-A9E2-F89913313611}"/>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close up of a map&#10;&#10;Description automatically generated">
            <a:extLst>
              <a:ext uri="{FF2B5EF4-FFF2-40B4-BE49-F238E27FC236}">
                <a16:creationId xmlns="" xmlns:a16="http://schemas.microsoft.com/office/drawing/2014/main" id="{B252F23F-C7AE-4D52-BD01-E63267E68CA2}"/>
              </a:ext>
            </a:extLst>
          </p:cNvPr>
          <p:cNvPicPr>
            <a:picLocks noChangeAspect="1"/>
          </p:cNvPicPr>
          <p:nvPr/>
        </p:nvPicPr>
        <p:blipFill>
          <a:blip r:embed="rId2"/>
          <a:stretch>
            <a:fillRect/>
          </a:stretch>
        </p:blipFill>
        <p:spPr>
          <a:xfrm>
            <a:off x="2180542" y="928111"/>
            <a:ext cx="6892560" cy="4570066"/>
          </a:xfrm>
          <a:prstGeom prst="rect">
            <a:avLst/>
          </a:prstGeom>
        </p:spPr>
      </p:pic>
      <p:sp>
        <p:nvSpPr>
          <p:cNvPr id="15" name="Rectangle 14">
            <a:extLst>
              <a:ext uri="{FF2B5EF4-FFF2-40B4-BE49-F238E27FC236}">
                <a16:creationId xmlns="" xmlns:a16="http://schemas.microsoft.com/office/drawing/2014/main" id="{6BF36B24-6632-4516-9692-731462896C1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Footer Placeholder 5"/>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866807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8DA4E9-A7A0-451B-82A1-40952574803B}"/>
              </a:ext>
            </a:extLst>
          </p:cNvPr>
          <p:cNvSpPr>
            <a:spLocks noGrp="1"/>
          </p:cNvSpPr>
          <p:nvPr>
            <p:ph type="title"/>
          </p:nvPr>
        </p:nvSpPr>
        <p:spPr/>
        <p:txBody>
          <a:bodyPr/>
          <a:lstStyle/>
          <a:p>
            <a:r>
              <a:rPr lang="en-US">
                <a:ea typeface="+mj-lt"/>
                <a:cs typeface="+mj-lt"/>
              </a:rPr>
              <a:t>Government-to-Citizen (G2C): </a:t>
            </a:r>
          </a:p>
          <a:p>
            <a:endParaRPr lang="en-US"/>
          </a:p>
        </p:txBody>
      </p:sp>
      <p:sp>
        <p:nvSpPr>
          <p:cNvPr id="3" name="Content Placeholder 2">
            <a:extLst>
              <a:ext uri="{FF2B5EF4-FFF2-40B4-BE49-F238E27FC236}">
                <a16:creationId xmlns="" xmlns:a16="http://schemas.microsoft.com/office/drawing/2014/main" id="{1E781F19-0DED-49AC-8EF8-80074EAACE3D}"/>
              </a:ext>
            </a:extLst>
          </p:cNvPr>
          <p:cNvSpPr>
            <a:spLocks noGrp="1"/>
          </p:cNvSpPr>
          <p:nvPr>
            <p:ph idx="1"/>
          </p:nvPr>
        </p:nvSpPr>
        <p:spPr/>
        <p:txBody>
          <a:bodyPr vert="horz" lIns="0" tIns="45720" rIns="0" bIns="45720" rtlCol="0" anchor="t">
            <a:normAutofit fontScale="92500" lnSpcReduction="10000"/>
          </a:bodyPr>
          <a:lstStyle/>
          <a:p>
            <a:pPr marL="285750" indent="-285750">
              <a:buFont typeface="Wingdings" panose="020F0502020204030204" pitchFamily="34" charset="0"/>
              <a:buChar char="Ø"/>
            </a:pPr>
            <a:r>
              <a:rPr lang="en-US">
                <a:ea typeface="+mn-lt"/>
                <a:cs typeface="+mn-lt"/>
              </a:rPr>
              <a:t>The Government-to-citizen mentions the government services that are acquired by the citizens. </a:t>
            </a:r>
          </a:p>
          <a:p>
            <a:pPr marL="285750" indent="-285750">
              <a:buFont typeface="Wingdings" panose="020F0502020204030204" pitchFamily="34" charset="0"/>
              <a:buChar char="Ø"/>
            </a:pPr>
            <a:r>
              <a:rPr lang="en-US">
                <a:ea typeface="+mn-lt"/>
                <a:cs typeface="+mn-lt"/>
              </a:rPr>
              <a:t>Most of the government services come under G2C. </a:t>
            </a:r>
          </a:p>
          <a:p>
            <a:pPr marL="285750" indent="-285750">
              <a:buFont typeface="Wingdings" panose="020F0502020204030204" pitchFamily="34" charset="0"/>
              <a:buChar char="Ø"/>
            </a:pPr>
            <a:r>
              <a:rPr lang="en-US">
                <a:ea typeface="+mn-lt"/>
                <a:cs typeface="+mn-lt"/>
              </a:rPr>
              <a:t>Similarly, the primary aim of Government-to-citizen is to supply facilities to the citizens. </a:t>
            </a:r>
          </a:p>
          <a:p>
            <a:pPr marL="285750" indent="-285750">
              <a:buFont typeface="Wingdings" panose="020F0502020204030204" pitchFamily="34" charset="0"/>
              <a:buChar char="Ø"/>
            </a:pPr>
            <a:r>
              <a:rPr lang="en-US">
                <a:ea typeface="+mn-lt"/>
                <a:cs typeface="+mn-lt"/>
              </a:rPr>
              <a:t>It also helps the ordinary people to minimize the time and cost to carry out a transaction. </a:t>
            </a:r>
          </a:p>
          <a:p>
            <a:pPr marL="285750" indent="-285750">
              <a:buFont typeface="Wingdings" panose="020F0502020204030204" pitchFamily="34" charset="0"/>
              <a:buChar char="Ø"/>
            </a:pPr>
            <a:r>
              <a:rPr lang="en-US">
                <a:ea typeface="+mn-lt"/>
                <a:cs typeface="+mn-lt"/>
              </a:rPr>
              <a:t>A citizen can retrieve the facilities anytime from anywhere. </a:t>
            </a:r>
          </a:p>
          <a:p>
            <a:pPr marL="285750" indent="-285750">
              <a:buFont typeface="Wingdings" panose="020F0502020204030204" pitchFamily="34" charset="0"/>
              <a:buChar char="Ø"/>
            </a:pPr>
            <a:r>
              <a:rPr lang="en-US">
                <a:ea typeface="+mn-lt"/>
                <a:cs typeface="+mn-lt"/>
              </a:rPr>
              <a:t>Paying the administrative fee online is also possible due to G2C. </a:t>
            </a:r>
          </a:p>
          <a:p>
            <a:pPr marL="285750" indent="-285750">
              <a:buFont typeface="Wingdings" panose="020F0502020204030204" pitchFamily="34" charset="0"/>
              <a:buChar char="Ø"/>
            </a:pPr>
            <a:r>
              <a:rPr lang="en-US">
                <a:ea typeface="+mn-lt"/>
                <a:cs typeface="+mn-lt"/>
              </a:rPr>
              <a:t>The facility of Government-to-Citizen allows the ordinary citizen to outclass time limitation.</a:t>
            </a:r>
          </a:p>
          <a:p>
            <a:pPr marL="285750" indent="-285750">
              <a:buFont typeface="Wingdings" panose="020F0502020204030204" pitchFamily="34" charset="0"/>
              <a:buChar char="Ø"/>
            </a:pPr>
            <a:r>
              <a:rPr lang="en-US">
                <a:ea typeface="+mn-lt"/>
                <a:cs typeface="+mn-lt"/>
              </a:rPr>
              <a:t> It also focuses on geographic land barriers.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57281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CB9D96-0EBA-4279-835B-4CCF0C054479}"/>
              </a:ext>
            </a:extLst>
          </p:cNvPr>
          <p:cNvSpPr>
            <a:spLocks noGrp="1"/>
          </p:cNvSpPr>
          <p:nvPr>
            <p:ph type="title"/>
          </p:nvPr>
        </p:nvSpPr>
        <p:spPr/>
        <p:txBody>
          <a:bodyPr/>
          <a:lstStyle/>
          <a:p>
            <a:r>
              <a:rPr lang="en-US">
                <a:ea typeface="+mj-lt"/>
                <a:cs typeface="+mj-lt"/>
              </a:rPr>
              <a:t>Government-to-business (G2B): </a:t>
            </a:r>
          </a:p>
          <a:p>
            <a:endParaRPr lang="en-US"/>
          </a:p>
        </p:txBody>
      </p:sp>
      <p:sp>
        <p:nvSpPr>
          <p:cNvPr id="3" name="Content Placeholder 2">
            <a:extLst>
              <a:ext uri="{FF2B5EF4-FFF2-40B4-BE49-F238E27FC236}">
                <a16:creationId xmlns="" xmlns:a16="http://schemas.microsoft.com/office/drawing/2014/main" id="{9D1E4EBD-53EE-498C-817A-A1F0F7229643}"/>
              </a:ext>
            </a:extLst>
          </p:cNvPr>
          <p:cNvSpPr>
            <a:spLocks noGrp="1"/>
          </p:cNvSpPr>
          <p:nvPr>
            <p:ph idx="1"/>
          </p:nvPr>
        </p:nvSpPr>
        <p:spPr/>
        <p:txBody>
          <a:bodyPr vert="horz" lIns="0" tIns="45720" rIns="0" bIns="45720" rtlCol="0" anchor="t">
            <a:normAutofit fontScale="92500" lnSpcReduction="10000"/>
          </a:bodyPr>
          <a:lstStyle/>
          <a:p>
            <a:pPr marL="285750" indent="-285750">
              <a:buFont typeface="Wingdings" panose="020F0502020204030204" pitchFamily="34" charset="0"/>
              <a:buChar char="Ø"/>
            </a:pPr>
            <a:r>
              <a:rPr lang="en-US" dirty="0">
                <a:ea typeface="+mn-lt"/>
                <a:cs typeface="+mn-lt"/>
              </a:rPr>
              <a:t>The Government-to-business is the interchange of services between Government and Business firms. </a:t>
            </a:r>
          </a:p>
          <a:p>
            <a:pPr marL="285750" indent="-285750">
              <a:buFont typeface="Wingdings" panose="020F0502020204030204" pitchFamily="34" charset="0"/>
              <a:buChar char="Ø"/>
            </a:pPr>
            <a:r>
              <a:rPr lang="en-US" dirty="0">
                <a:ea typeface="+mn-lt"/>
                <a:cs typeface="+mn-lt"/>
              </a:rPr>
              <a:t>It is productive for both government and business firms. G2B provides access to pertinent forms needed to observe. </a:t>
            </a:r>
          </a:p>
          <a:p>
            <a:pPr marL="285750" indent="-285750">
              <a:buFont typeface="Wingdings" panose="020F0502020204030204" pitchFamily="34" charset="0"/>
              <a:buChar char="Ø"/>
            </a:pPr>
            <a:r>
              <a:rPr lang="en-US" dirty="0">
                <a:ea typeface="+mn-lt"/>
                <a:cs typeface="+mn-lt"/>
              </a:rPr>
              <a:t>It also contains many services interchanged between business sectors and government. </a:t>
            </a:r>
          </a:p>
          <a:p>
            <a:pPr marL="285750" indent="-285750">
              <a:buFont typeface="Wingdings" panose="020F0502020204030204" pitchFamily="34" charset="0"/>
              <a:buChar char="Ø"/>
            </a:pPr>
            <a:r>
              <a:rPr lang="en-US" dirty="0">
                <a:ea typeface="+mn-lt"/>
                <a:cs typeface="+mn-lt"/>
              </a:rPr>
              <a:t>Similarly, the Government-to-business provides timely business information. </a:t>
            </a:r>
          </a:p>
          <a:p>
            <a:pPr marL="285750" indent="-285750">
              <a:buFont typeface="Wingdings" panose="020F0502020204030204" pitchFamily="34" charset="0"/>
              <a:buChar char="Ø"/>
            </a:pPr>
            <a:r>
              <a:rPr lang="en-US" dirty="0">
                <a:ea typeface="+mn-lt"/>
                <a:cs typeface="+mn-lt"/>
              </a:rPr>
              <a:t>A business organization can have easy and easy online access to government agencies. G2B plays a important role in business development. </a:t>
            </a:r>
          </a:p>
          <a:p>
            <a:pPr marL="285750" indent="-285750">
              <a:buFont typeface="Wingdings" panose="020F0502020204030204" pitchFamily="34" charset="0"/>
              <a:buChar char="Ø"/>
            </a:pPr>
            <a:r>
              <a:rPr lang="en-US" dirty="0">
                <a:ea typeface="+mn-lt"/>
                <a:cs typeface="+mn-lt"/>
              </a:rPr>
              <a:t>It upgrades the efficiency and quality of communication and transparency of government projects. </a:t>
            </a:r>
            <a:endParaRPr lang="en-US" dirty="0" smtClean="0">
              <a:ea typeface="+mn-lt"/>
              <a:cs typeface="+mn-lt"/>
            </a:endParaRPr>
          </a:p>
          <a:p>
            <a:pPr marL="285750" indent="-285750">
              <a:buFont typeface="Wingdings" panose="020F0502020204030204" pitchFamily="34" charset="0"/>
              <a:buChar char="Ø"/>
            </a:pPr>
            <a:r>
              <a:rPr lang="en-US" dirty="0" err="1" smtClean="0">
                <a:ea typeface="+mn-lt"/>
                <a:cs typeface="+mn-lt"/>
              </a:rPr>
              <a:t>Eg</a:t>
            </a:r>
            <a:r>
              <a:rPr lang="en-US" dirty="0" smtClean="0">
                <a:ea typeface="+mn-lt"/>
                <a:cs typeface="+mn-lt"/>
              </a:rPr>
              <a:t>: Insurance, taxation</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99578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780F6C-E50F-4DA7-8E73-3CEDFB94231D}"/>
              </a:ext>
            </a:extLst>
          </p:cNvPr>
          <p:cNvSpPr>
            <a:spLocks noGrp="1"/>
          </p:cNvSpPr>
          <p:nvPr>
            <p:ph type="title"/>
          </p:nvPr>
        </p:nvSpPr>
        <p:spPr/>
        <p:txBody>
          <a:bodyPr/>
          <a:lstStyle/>
          <a:p>
            <a:r>
              <a:rPr lang="en-US">
                <a:ea typeface="+mj-lt"/>
                <a:cs typeface="+mj-lt"/>
              </a:rPr>
              <a:t>Government-to-Government (G2G): </a:t>
            </a:r>
          </a:p>
          <a:p>
            <a:endParaRPr lang="en-US"/>
          </a:p>
        </p:txBody>
      </p:sp>
      <p:sp>
        <p:nvSpPr>
          <p:cNvPr id="3" name="Content Placeholder 2">
            <a:extLst>
              <a:ext uri="{FF2B5EF4-FFF2-40B4-BE49-F238E27FC236}">
                <a16:creationId xmlns="" xmlns:a16="http://schemas.microsoft.com/office/drawing/2014/main" id="{96C9653E-1A7F-4D3E-AB6B-139F3DFCB8DA}"/>
              </a:ext>
            </a:extLst>
          </p:cNvPr>
          <p:cNvSpPr>
            <a:spLocks noGrp="1"/>
          </p:cNvSpPr>
          <p:nvPr>
            <p:ph idx="1"/>
          </p:nvPr>
        </p:nvSpPr>
        <p:spPr/>
        <p:txBody>
          <a:bodyPr vert="horz" lIns="0" tIns="45720" rIns="0" bIns="45720" rtlCol="0" anchor="t">
            <a:normAutofit fontScale="92500" lnSpcReduction="20000"/>
          </a:bodyPr>
          <a:lstStyle/>
          <a:p>
            <a:pPr marL="285750" indent="-285750">
              <a:buFont typeface="Wingdings" panose="020F0502020204030204" pitchFamily="34" charset="0"/>
              <a:buChar char="Ø"/>
            </a:pPr>
            <a:r>
              <a:rPr lang="en-US">
                <a:ea typeface="+mn-lt"/>
                <a:cs typeface="+mn-lt"/>
              </a:rPr>
              <a:t>The Government-to-Government mentions the interaction between different government departments, firms and agencies.</a:t>
            </a:r>
          </a:p>
          <a:p>
            <a:pPr marL="285750" indent="-285750">
              <a:buFont typeface="Wingdings" panose="020F0502020204030204" pitchFamily="34" charset="0"/>
              <a:buChar char="Ø"/>
            </a:pPr>
            <a:r>
              <a:rPr lang="en-US">
                <a:ea typeface="+mn-lt"/>
                <a:cs typeface="+mn-lt"/>
              </a:rPr>
              <a:t> This increases the efficiency of government processes. </a:t>
            </a:r>
          </a:p>
          <a:p>
            <a:pPr marL="285750" indent="-285750">
              <a:buFont typeface="Wingdings" panose="020F0502020204030204" pitchFamily="34" charset="0"/>
              <a:buChar char="Ø"/>
            </a:pPr>
            <a:r>
              <a:rPr lang="en-US">
                <a:ea typeface="+mn-lt"/>
                <a:cs typeface="+mn-lt"/>
              </a:rPr>
              <a:t>In G2G, government agencies can share the same database using online communication. The government departments can work together.</a:t>
            </a:r>
          </a:p>
          <a:p>
            <a:pPr marL="285750" indent="-285750">
              <a:buFont typeface="Wingdings" panose="020F0502020204030204" pitchFamily="34" charset="0"/>
              <a:buChar char="Ø"/>
            </a:pPr>
            <a:r>
              <a:rPr lang="en-US">
                <a:ea typeface="+mn-lt"/>
                <a:cs typeface="+mn-lt"/>
              </a:rPr>
              <a:t> This service can increase international discretion and relations. </a:t>
            </a:r>
          </a:p>
          <a:p>
            <a:pPr marL="285750" indent="-285750">
              <a:buFont typeface="Wingdings" panose="020F0502020204030204" pitchFamily="34" charset="0"/>
              <a:buChar char="Ø"/>
            </a:pPr>
            <a:r>
              <a:rPr lang="en-US">
                <a:ea typeface="+mn-lt"/>
                <a:cs typeface="+mn-lt"/>
              </a:rPr>
              <a:t>G2G services can be at the local level or at the international level. It can convey with both global government and local government. </a:t>
            </a:r>
          </a:p>
          <a:p>
            <a:pPr marL="285750" indent="-285750">
              <a:buFont typeface="Wingdings" panose="020F0502020204030204" pitchFamily="34" charset="0"/>
              <a:buChar char="Ø"/>
            </a:pPr>
            <a:r>
              <a:rPr lang="en-US">
                <a:ea typeface="+mn-lt"/>
                <a:cs typeface="+mn-lt"/>
              </a:rPr>
              <a:t>It also provides safe and secure inter-relationship between domestic or foreign government. G2G builds a universal database for all members to upgrade service.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434635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A8E9C91B-7EAD-4562-AB0E-DFB9663AECE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Picture 4" descr="A screenshot of a cell phone&#10;&#10;Description automatically generated">
            <a:extLst>
              <a:ext uri="{FF2B5EF4-FFF2-40B4-BE49-F238E27FC236}">
                <a16:creationId xmlns="" xmlns:a16="http://schemas.microsoft.com/office/drawing/2014/main" id="{ACA84E95-7FED-489A-85B9-1AA19FB3D174}"/>
              </a:ext>
            </a:extLst>
          </p:cNvPr>
          <p:cNvPicPr>
            <a:picLocks noGrp="1" noChangeAspect="1"/>
          </p:cNvPicPr>
          <p:nvPr>
            <p:ph idx="1"/>
          </p:nvPr>
        </p:nvPicPr>
        <p:blipFill rotWithShape="1">
          <a:blip r:embed="rId2"/>
          <a:srcRect/>
          <a:stretch/>
        </p:blipFill>
        <p:spPr>
          <a:xfrm>
            <a:off x="20" y="10"/>
            <a:ext cx="12191980" cy="6857990"/>
          </a:xfrm>
          <a:prstGeom prst="rect">
            <a:avLst/>
          </a:prstGeom>
        </p:spPr>
      </p:pic>
      <p:sp>
        <p:nvSpPr>
          <p:cNvPr id="5" name="Footer Placeholder 4"/>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79994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A8E9C91B-7EAD-4562-AB0E-DFB9663AECE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BCD2D517-BC35-4439-AC31-06DF764F25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rgbClr val="1014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 xmlns:a16="http://schemas.microsoft.com/office/drawing/2014/main" id="{2DD3F846-0483-40F5-A881-0C1AD2A0CAD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close up of text on a white background&#10;&#10;Description automatically generated">
            <a:extLst>
              <a:ext uri="{FF2B5EF4-FFF2-40B4-BE49-F238E27FC236}">
                <a16:creationId xmlns="" xmlns:a16="http://schemas.microsoft.com/office/drawing/2014/main" id="{942A44CB-3648-485A-B5AE-47E8FE387393}"/>
              </a:ext>
            </a:extLst>
          </p:cNvPr>
          <p:cNvPicPr>
            <a:picLocks noGrp="1" noChangeAspect="1"/>
          </p:cNvPicPr>
          <p:nvPr>
            <p:ph idx="1"/>
          </p:nvPr>
        </p:nvPicPr>
        <p:blipFill>
          <a:blip r:embed="rId2"/>
          <a:stretch>
            <a:fillRect/>
          </a:stretch>
        </p:blipFill>
        <p:spPr>
          <a:xfrm>
            <a:off x="2131297" y="801793"/>
            <a:ext cx="7929406" cy="5273056"/>
          </a:xfrm>
          <a:prstGeom prst="rect">
            <a:avLst/>
          </a:prstGeom>
        </p:spPr>
      </p:pic>
      <p:sp>
        <p:nvSpPr>
          <p:cNvPr id="6" name="Footer Placeholder 5"/>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874889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39E3965E-AC41-4711-9D10-E25ABB132D8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 xmlns:a16="http://schemas.microsoft.com/office/drawing/2014/main" id="{1F5DC8C3-BA5F-4EED-BB9A-A14272BD82A1}"/>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 xmlns:a16="http://schemas.microsoft.com/office/drawing/2014/main" id="{990BAFCD-EA0A-47F4-8B00-AAB1E67A90C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close up of a logo&#10;&#10;Description automatically generated">
            <a:extLst>
              <a:ext uri="{FF2B5EF4-FFF2-40B4-BE49-F238E27FC236}">
                <a16:creationId xmlns="" xmlns:a16="http://schemas.microsoft.com/office/drawing/2014/main" id="{3BEE0C70-A7A3-44B7-80CC-B43720FB4F5E}"/>
              </a:ext>
            </a:extLst>
          </p:cNvPr>
          <p:cNvPicPr>
            <a:picLocks noGrp="1" noChangeAspect="1"/>
          </p:cNvPicPr>
          <p:nvPr>
            <p:ph idx="1"/>
          </p:nvPr>
        </p:nvPicPr>
        <p:blipFill>
          <a:blip r:embed="rId2"/>
          <a:stretch>
            <a:fillRect/>
          </a:stretch>
        </p:blipFill>
        <p:spPr>
          <a:xfrm>
            <a:off x="792974" y="643538"/>
            <a:ext cx="10607152" cy="3618586"/>
          </a:xfrm>
          <a:prstGeom prst="rect">
            <a:avLst/>
          </a:prstGeom>
        </p:spPr>
      </p:pic>
      <p:sp>
        <p:nvSpPr>
          <p:cNvPr id="15" name="Rectangle 14">
            <a:extLst>
              <a:ext uri="{FF2B5EF4-FFF2-40B4-BE49-F238E27FC236}">
                <a16:creationId xmlns="" xmlns:a16="http://schemas.microsoft.com/office/drawing/2014/main" id="{2F9C61D6-37CC-4AD4-83C3-022D0887417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white">
          <a:xfrm>
            <a:off x="0" y="4551037"/>
            <a:ext cx="12192000" cy="2306963"/>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 xmlns:a16="http://schemas.microsoft.com/office/drawing/2014/main" id="{368C4698-C6CB-47BD-A543-959D255AF513}"/>
              </a:ext>
            </a:extLst>
          </p:cNvPr>
          <p:cNvSpPr>
            <a:spLocks noGrp="1"/>
          </p:cNvSpPr>
          <p:nvPr>
            <p:ph type="title"/>
          </p:nvPr>
        </p:nvSpPr>
        <p:spPr>
          <a:xfrm>
            <a:off x="632900" y="4905662"/>
            <a:ext cx="7330353" cy="1541176"/>
          </a:xfrm>
        </p:spPr>
        <p:txBody>
          <a:bodyPr vert="horz" lIns="91440" tIns="45720" rIns="91440" bIns="45720" rtlCol="0" anchor="ctr">
            <a:normAutofit/>
          </a:bodyPr>
          <a:lstStyle/>
          <a:p>
            <a:pPr algn="r"/>
            <a:endParaRPr lang="en-US" sz="4800">
              <a:solidFill>
                <a:srgbClr val="FFFFFF"/>
              </a:solidFill>
            </a:endParaRPr>
          </a:p>
        </p:txBody>
      </p:sp>
      <p:cxnSp>
        <p:nvCxnSpPr>
          <p:cNvPr id="17" name="Straight Connector 16">
            <a:extLst>
              <a:ext uri="{FF2B5EF4-FFF2-40B4-BE49-F238E27FC236}">
                <a16:creationId xmlns="" xmlns:a16="http://schemas.microsoft.com/office/drawing/2014/main" id="{2669285E-35F6-4010-B084-229A808458CD}"/>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rot="16200000">
            <a:off x="7532847" y="5676251"/>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Footer Placeholder 9"/>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465518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FA7C61-CCC5-44D2-9D51-A85B3BA412B8}"/>
              </a:ext>
            </a:extLst>
          </p:cNvPr>
          <p:cNvSpPr>
            <a:spLocks noGrp="1"/>
          </p:cNvSpPr>
          <p:nvPr>
            <p:ph type="title"/>
          </p:nvPr>
        </p:nvSpPr>
        <p:spPr/>
        <p:txBody>
          <a:bodyPr/>
          <a:lstStyle/>
          <a:p>
            <a:r>
              <a:rPr lang="en-US"/>
              <a:t>NEED OF E GOVERNANCE</a:t>
            </a:r>
          </a:p>
        </p:txBody>
      </p:sp>
      <p:sp>
        <p:nvSpPr>
          <p:cNvPr id="3" name="Content Placeholder 2">
            <a:extLst>
              <a:ext uri="{FF2B5EF4-FFF2-40B4-BE49-F238E27FC236}">
                <a16:creationId xmlns="" xmlns:a16="http://schemas.microsoft.com/office/drawing/2014/main" id="{C7C046B9-42F8-418B-890C-F8FF54B1454D}"/>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To provide SMART government.</a:t>
            </a:r>
          </a:p>
          <a:p>
            <a:pPr>
              <a:buFont typeface="Wingdings" panose="020F0502020204030204" pitchFamily="34" charset="0"/>
              <a:buChar char="Ø"/>
            </a:pPr>
            <a:r>
              <a:rPr lang="en-US">
                <a:ea typeface="+mn-lt"/>
                <a:cs typeface="+mn-lt"/>
              </a:rPr>
              <a:t>Information delivery is greatly simplified for citizens and businesses.</a:t>
            </a:r>
            <a:endParaRPr lang="en-US"/>
          </a:p>
          <a:p>
            <a:pPr>
              <a:buFont typeface="Wingdings" panose="020F0502020204030204" pitchFamily="34" charset="0"/>
              <a:buChar char="Ø"/>
            </a:pPr>
            <a:r>
              <a:rPr lang="en-US">
                <a:ea typeface="+mn-lt"/>
                <a:cs typeface="+mn-lt"/>
              </a:rPr>
              <a:t>It gives varied departments’ information to the public and helps in decision making.</a:t>
            </a:r>
            <a:endParaRPr lang="en-US"/>
          </a:p>
          <a:p>
            <a:pPr>
              <a:buFont typeface="Wingdings" panose="020F0502020204030204" pitchFamily="34" charset="0"/>
              <a:buChar char="Ø"/>
            </a:pPr>
            <a:r>
              <a:rPr lang="en-US">
                <a:ea typeface="+mn-lt"/>
                <a:cs typeface="+mn-lt"/>
              </a:rPr>
              <a:t>It ensures citizen participation at all levels of governance.</a:t>
            </a:r>
            <a:endParaRPr lang="en-US"/>
          </a:p>
          <a:p>
            <a:pPr>
              <a:buFont typeface="Wingdings" panose="020F0502020204030204" pitchFamily="34" charset="0"/>
              <a:buChar char="Ø"/>
            </a:pPr>
            <a:r>
              <a:rPr lang="en-US">
                <a:ea typeface="+mn-lt"/>
                <a:cs typeface="+mn-lt"/>
              </a:rPr>
              <a:t>It leads to automated services so that all works of public welfare is available to all citizens.</a:t>
            </a:r>
            <a:endParaRPr lang="en-US"/>
          </a:p>
          <a:p>
            <a:pPr>
              <a:buFont typeface="Wingdings" panose="020F0502020204030204" pitchFamily="34" charset="0"/>
              <a:buChar char="Ø"/>
            </a:pP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525501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AD37AD-E237-4B12-A2C0-E70B30C60E7D}"/>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B614DBA4-E225-4C66-ACCD-E6055D9F044A}"/>
              </a:ext>
            </a:extLst>
          </p:cNvPr>
          <p:cNvSpPr>
            <a:spLocks noGrp="1"/>
          </p:cNvSpPr>
          <p:nvPr>
            <p:ph idx="1"/>
          </p:nvPr>
        </p:nvSpPr>
        <p:spPr/>
        <p:txBody>
          <a:bodyPr vert="horz" lIns="0" tIns="45720" rIns="0" bIns="45720" rtlCol="0" anchor="t">
            <a:normAutofit/>
          </a:bodyPr>
          <a:lstStyle/>
          <a:p>
            <a:pPr>
              <a:buFont typeface="Wingdings,Sans-Serif" panose="020F0502020204030204" pitchFamily="34" charset="0"/>
              <a:buChar char="Ø"/>
            </a:pPr>
            <a:r>
              <a:rPr lang="en-US">
                <a:ea typeface="+mn-lt"/>
                <a:cs typeface="+mn-lt"/>
              </a:rPr>
              <a:t>It revolutionizes the functions of the government and ensures transparency.</a:t>
            </a:r>
          </a:p>
          <a:p>
            <a:pPr>
              <a:buFont typeface="Wingdings,Sans-Serif" panose="020F0502020204030204" pitchFamily="34" charset="0"/>
              <a:buChar char="Ø"/>
            </a:pPr>
            <a:r>
              <a:rPr lang="en-US">
                <a:ea typeface="+mn-lt"/>
                <a:cs typeface="+mn-lt"/>
              </a:rPr>
              <a:t>Each department and its actions is closely monitored.</a:t>
            </a:r>
          </a:p>
          <a:p>
            <a:pPr>
              <a:buFont typeface="Wingdings,Sans-Serif" panose="020F0502020204030204" pitchFamily="34" charset="0"/>
              <a:buChar char="Ø"/>
            </a:pPr>
            <a:r>
              <a:rPr lang="en-US">
                <a:ea typeface="+mn-lt"/>
                <a:cs typeface="+mn-lt"/>
              </a:rPr>
              <a:t>Public can get their work smartly done and save their time.</a:t>
            </a:r>
          </a:p>
          <a:p>
            <a:pPr>
              <a:buFont typeface="Wingdings,Sans-Serif" panose="020F0502020204030204" pitchFamily="34" charset="0"/>
              <a:buChar char="Ø"/>
            </a:pPr>
            <a:r>
              <a:rPr lang="en-US">
                <a:ea typeface="+mn-lt"/>
                <a:cs typeface="+mn-lt"/>
              </a:rPr>
              <a:t>It provides better services to citizens and brings government close to public. Public can be in touch with the government agency.</a:t>
            </a:r>
          </a:p>
          <a:p>
            <a:pPr>
              <a:buFont typeface="Wingdings,Sans-Serif" panose="020F0502020204030204" pitchFamily="34" charset="0"/>
              <a:buChar char="Ø"/>
            </a:pPr>
            <a:endParaRPr lang="en-US">
              <a:ea typeface="+mn-lt"/>
              <a:cs typeface="+mn-lt"/>
            </a:endParaRPr>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638185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66A65B-4185-4F28-A6ED-5F3B5CBB8C1A}"/>
              </a:ext>
            </a:extLst>
          </p:cNvPr>
          <p:cNvSpPr>
            <a:spLocks noGrp="1"/>
          </p:cNvSpPr>
          <p:nvPr>
            <p:ph type="title"/>
          </p:nvPr>
        </p:nvSpPr>
        <p:spPr/>
        <p:txBody>
          <a:bodyPr/>
          <a:lstStyle/>
          <a:p>
            <a:r>
              <a:rPr lang="en-US"/>
              <a:t>MIDDLEMAN PROBLEM</a:t>
            </a:r>
          </a:p>
        </p:txBody>
      </p:sp>
      <p:sp>
        <p:nvSpPr>
          <p:cNvPr id="3" name="Content Placeholder 2">
            <a:extLst>
              <a:ext uri="{FF2B5EF4-FFF2-40B4-BE49-F238E27FC236}">
                <a16:creationId xmlns="" xmlns:a16="http://schemas.microsoft.com/office/drawing/2014/main" id="{A239F3D4-35BE-4EA9-A027-C7BB13BC0513}"/>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It cuts middlemen and bribery if any from the picture.</a:t>
            </a:r>
            <a:endParaRPr lang="en-US"/>
          </a:p>
          <a:p>
            <a:pPr>
              <a:buFont typeface="Wingdings" panose="020F0502020204030204" pitchFamily="34" charset="0"/>
              <a:buChar char="Ø"/>
            </a:pPr>
            <a:r>
              <a:rPr lang="en-US">
                <a:ea typeface="+mn-lt"/>
                <a:cs typeface="+mn-lt"/>
              </a:rPr>
              <a:t>The main difficulty faced by peoples while dealing with government work is the delay and the problem created by the middleman.  </a:t>
            </a:r>
            <a:endParaRPr lang="en-US"/>
          </a:p>
          <a:p>
            <a:pPr>
              <a:buFont typeface="Wingdings" panose="020F0502020204030204" pitchFamily="34" charset="0"/>
              <a:buChar char="Ø"/>
            </a:pPr>
            <a:r>
              <a:rPr lang="en-US">
                <a:ea typeface="+mn-lt"/>
                <a:cs typeface="+mn-lt"/>
              </a:rPr>
              <a:t>Hence to minimize the interruption of middleman and make it easy for people to get all the services provided by the government.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608224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819CFB-2A62-4128-8602-A9F96B0E73C4}"/>
              </a:ext>
            </a:extLst>
          </p:cNvPr>
          <p:cNvSpPr>
            <a:spLocks noGrp="1"/>
          </p:cNvSpPr>
          <p:nvPr>
            <p:ph type="title"/>
          </p:nvPr>
        </p:nvSpPr>
        <p:spPr>
          <a:xfrm>
            <a:off x="1097280" y="99698"/>
            <a:ext cx="10058400" cy="1781436"/>
          </a:xfrm>
        </p:spPr>
        <p:txBody>
          <a:bodyPr>
            <a:normAutofit/>
          </a:bodyPr>
          <a:lstStyle/>
          <a:p>
            <a:r>
              <a:rPr lang="en-US"/>
              <a:t>Evolution of E-Governance, Its Scope and Content </a:t>
            </a:r>
          </a:p>
          <a:p>
            <a:endParaRPr lang="en-US"/>
          </a:p>
        </p:txBody>
      </p:sp>
      <p:sp>
        <p:nvSpPr>
          <p:cNvPr id="3" name="Content Placeholder 2">
            <a:extLst>
              <a:ext uri="{FF2B5EF4-FFF2-40B4-BE49-F238E27FC236}">
                <a16:creationId xmlns="" xmlns:a16="http://schemas.microsoft.com/office/drawing/2014/main" id="{02046A18-10A2-47F9-A5D2-B0DC2CCD9F05}"/>
              </a:ext>
            </a:extLst>
          </p:cNvPr>
          <p:cNvSpPr>
            <a:spLocks noGrp="1"/>
          </p:cNvSpPr>
          <p:nvPr>
            <p:ph idx="1"/>
          </p:nvPr>
        </p:nvSpPr>
        <p:spPr>
          <a:xfrm>
            <a:off x="1312940" y="2007559"/>
            <a:ext cx="10058400" cy="3760891"/>
          </a:xfrm>
        </p:spPr>
        <p:txBody>
          <a:bodyPr vert="horz" lIns="0" tIns="45720" rIns="0" bIns="45720" rtlCol="0" anchor="t">
            <a:normAutofit fontScale="85000" lnSpcReduction="10000"/>
          </a:bodyPr>
          <a:lstStyle/>
          <a:p>
            <a:pPr>
              <a:buFont typeface="Wingdings" panose="020F0502020204030204" pitchFamily="34" charset="0"/>
              <a:buChar char="Ø"/>
            </a:pPr>
            <a:r>
              <a:rPr lang="en-US">
                <a:ea typeface="+mn-lt"/>
                <a:cs typeface="+mn-lt"/>
              </a:rPr>
              <a:t>Initiatives were take up as early as 1972 by Chile</a:t>
            </a:r>
            <a:endParaRPr lang="en-US"/>
          </a:p>
          <a:p>
            <a:pPr>
              <a:buFont typeface="Wingdings" panose="020F0502020204030204" pitchFamily="34" charset="0"/>
              <a:buChar char="Ø"/>
            </a:pPr>
            <a:r>
              <a:rPr lang="en-US">
                <a:ea typeface="+mn-lt"/>
                <a:cs typeface="+mn-lt"/>
              </a:rPr>
              <a:t>Prof. Stafford Beer implemented for President Allende of Chile, the first governance software that would help the government survive a severe crisis.</a:t>
            </a:r>
            <a:endParaRPr lang="en-US"/>
          </a:p>
          <a:p>
            <a:pPr>
              <a:buFont typeface="Wingdings" panose="020F0502020204030204" pitchFamily="34" charset="0"/>
              <a:buChar char="Ø"/>
            </a:pPr>
            <a:r>
              <a:rPr lang="en-US">
                <a:ea typeface="+mn-lt"/>
                <a:cs typeface="+mn-lt"/>
              </a:rPr>
              <a:t>Major contribution by US Vice President Al Gore in early 1990s which rooted worldwide in the information superhighway.</a:t>
            </a:r>
            <a:endParaRPr lang="en-US"/>
          </a:p>
          <a:p>
            <a:pPr>
              <a:buFont typeface="Wingdings" panose="020F0502020204030204" pitchFamily="34" charset="0"/>
              <a:buChar char="Ø"/>
            </a:pPr>
            <a:r>
              <a:rPr lang="en-US">
                <a:ea typeface="+mn-lt"/>
                <a:cs typeface="+mn-lt"/>
              </a:rPr>
              <a:t>Widespread in US, UK, Canada, Australia and India</a:t>
            </a:r>
            <a:endParaRPr lang="en-US"/>
          </a:p>
          <a:p>
            <a:pPr>
              <a:buFont typeface="Wingdings" panose="020F0502020204030204" pitchFamily="34" charset="0"/>
              <a:buChar char="Ø"/>
            </a:pPr>
            <a:r>
              <a:rPr lang="en-US">
                <a:ea typeface="+mn-lt"/>
                <a:cs typeface="+mn-lt"/>
              </a:rPr>
              <a:t>Focus largely on development of infrastructure such as fiber optic networks.</a:t>
            </a:r>
            <a:endParaRPr lang="en-US"/>
          </a:p>
          <a:p>
            <a:pPr>
              <a:buFont typeface="Wingdings" panose="020F0502020204030204" pitchFamily="34" charset="0"/>
              <a:buChar char="Ø"/>
            </a:pPr>
            <a:r>
              <a:rPr lang="en-US">
                <a:ea typeface="+mn-lt"/>
                <a:cs typeface="+mn-lt"/>
              </a:rPr>
              <a:t>Concept of Information Society or Knowledge Society evolved</a:t>
            </a:r>
            <a:endParaRPr lang="en-US"/>
          </a:p>
          <a:p>
            <a:pPr>
              <a:buFont typeface="Wingdings" panose="020F0502020204030204" pitchFamily="34" charset="0"/>
              <a:buChar char="Ø"/>
            </a:pPr>
            <a:r>
              <a:rPr lang="en-US">
                <a:ea typeface="+mn-lt"/>
                <a:cs typeface="+mn-lt"/>
              </a:rPr>
              <a:t>E-governance came into a formalized and focused manner with partial success to implement Information System in the government departments and public organizations</a:t>
            </a:r>
            <a:endParaRPr lang="en-US"/>
          </a:p>
          <a:p>
            <a:pPr>
              <a:buFont typeface="Wingdings" panose="020F0502020204030204" pitchFamily="34" charset="0"/>
              <a:buChar char="Ø"/>
            </a:pP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551175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B6B005-CAF8-4AF2-840B-B991ADD8010F}"/>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6073971D-E086-4592-A329-911BA7688AF1}"/>
              </a:ext>
            </a:extLst>
          </p:cNvPr>
          <p:cNvSpPr>
            <a:spLocks noGrp="1"/>
          </p:cNvSpPr>
          <p:nvPr>
            <p:ph idx="1"/>
          </p:nvPr>
        </p:nvSpPr>
        <p:spPr/>
        <p:txBody>
          <a:bodyPr vert="horz" lIns="0" tIns="45720" rIns="0" bIns="45720" rtlCol="0" anchor="t">
            <a:normAutofit fontScale="85000" lnSpcReduction="10000"/>
          </a:bodyPr>
          <a:lstStyle/>
          <a:p>
            <a:pPr>
              <a:buFont typeface="Wingdings" panose="020F0502020204030204" pitchFamily="34" charset="0"/>
              <a:buChar char="Ø"/>
            </a:pPr>
            <a:r>
              <a:rPr lang="en-US">
                <a:ea typeface="+mn-lt"/>
                <a:cs typeface="+mn-lt"/>
              </a:rPr>
              <a:t>During 1980s and 90s, govt. all over the world lagged behind the commercial world in accepting and implementing ICT.</a:t>
            </a:r>
            <a:endParaRPr lang="en-US"/>
          </a:p>
          <a:p>
            <a:pPr>
              <a:buFont typeface="Wingdings" panose="020F0502020204030204" pitchFamily="34" charset="0"/>
              <a:buChar char="Ø"/>
            </a:pPr>
            <a:r>
              <a:rPr lang="en-US">
                <a:ea typeface="+mn-lt"/>
                <a:cs typeface="+mn-lt"/>
              </a:rPr>
              <a:t>Commercial and industrial world went far ahead all over the world in harnessing the potential of ICT in their core and peripheral activities. </a:t>
            </a:r>
          </a:p>
          <a:p>
            <a:pPr>
              <a:buFont typeface="Wingdings" panose="020F0502020204030204" pitchFamily="34" charset="0"/>
              <a:buChar char="Ø"/>
            </a:pPr>
            <a:r>
              <a:rPr lang="en-US">
                <a:ea typeface="+mn-lt"/>
                <a:cs typeface="+mn-lt"/>
              </a:rPr>
              <a:t>They used ICT to reach out to their customers and business partners, thereby impressively enhancing their quality, speed and convenience.</a:t>
            </a:r>
            <a:endParaRPr lang="en-US"/>
          </a:p>
          <a:p>
            <a:pPr>
              <a:buFont typeface="Wingdings" panose="020F0502020204030204" pitchFamily="34" charset="0"/>
              <a:buChar char="Ø"/>
            </a:pPr>
            <a:r>
              <a:rPr lang="en-US">
                <a:ea typeface="+mn-lt"/>
                <a:cs typeface="+mn-lt"/>
              </a:rPr>
              <a:t>Visible success cases of use of ICT</a:t>
            </a:r>
            <a:endParaRPr lang="en-US"/>
          </a:p>
          <a:p>
            <a:pPr marL="0" indent="0">
              <a:buNone/>
            </a:pPr>
            <a:r>
              <a:rPr lang="en-US">
                <a:ea typeface="+mn-lt"/>
                <a:cs typeface="+mn-lt"/>
              </a:rPr>
              <a:t>–       ATM services </a:t>
            </a:r>
          </a:p>
          <a:p>
            <a:pPr marL="0" indent="0">
              <a:buNone/>
            </a:pPr>
            <a:r>
              <a:rPr lang="en-US">
                <a:ea typeface="+mn-lt"/>
                <a:cs typeface="+mn-lt"/>
              </a:rPr>
              <a:t>–       24 hour call center </a:t>
            </a:r>
            <a:endParaRPr lang="en-US"/>
          </a:p>
          <a:p>
            <a:pPr marL="0" indent="0">
              <a:buNone/>
            </a:pPr>
            <a:r>
              <a:rPr lang="en-US">
                <a:ea typeface="+mn-lt"/>
                <a:cs typeface="+mn-lt"/>
              </a:rPr>
              <a:t>–       E-Shopping </a:t>
            </a:r>
            <a:endParaRPr lang="en-US"/>
          </a:p>
          <a:p>
            <a:pPr>
              <a:buFont typeface="Wingdings" panose="020F0502020204030204" pitchFamily="34" charset="0"/>
              <a:buChar char="Ø"/>
            </a:pP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002652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8ABEB8-2352-4378-8B56-44B936531AD2}"/>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E420C228-9C34-43D2-88A7-01F4DABF3111}"/>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Software export increase (banking, financial, aviation, industrial sector from India, Ireland, Israel, China)</a:t>
            </a:r>
            <a:endParaRPr lang="en-US"/>
          </a:p>
          <a:p>
            <a:pPr>
              <a:buFont typeface="Wingdings" panose="020F0502020204030204" pitchFamily="34" charset="0"/>
              <a:buChar char="Ø"/>
            </a:pPr>
            <a:r>
              <a:rPr lang="en-US">
                <a:ea typeface="+mn-lt"/>
                <a:cs typeface="+mn-lt"/>
              </a:rPr>
              <a:t>1990s and 2000 - Development of ITES (IT enabled Society)</a:t>
            </a:r>
          </a:p>
          <a:p>
            <a:pPr marL="0" indent="0">
              <a:buNone/>
            </a:pPr>
            <a:r>
              <a:rPr lang="en-US">
                <a:ea typeface="+mn-lt"/>
                <a:cs typeface="+mn-lt"/>
              </a:rPr>
              <a:t>–           resulted in remote services like call centers, data entry </a:t>
            </a:r>
          </a:p>
          <a:p>
            <a:pPr>
              <a:buFont typeface="Wingdings" panose="020F0502020204030204" pitchFamily="34" charset="0"/>
              <a:buChar char="Ø"/>
            </a:pPr>
            <a:r>
              <a:rPr lang="en-US">
                <a:ea typeface="+mn-lt"/>
                <a:cs typeface="+mn-lt"/>
              </a:rPr>
              <a:t>Initial Efforts in E-governance: </a:t>
            </a:r>
          </a:p>
          <a:p>
            <a:pPr marL="0" indent="0">
              <a:buNone/>
            </a:pPr>
            <a:r>
              <a:rPr lang="en-US">
                <a:ea typeface="+mn-lt"/>
                <a:cs typeface="+mn-lt"/>
              </a:rPr>
              <a:t>– Partial automation of existing paper based manual process </a:t>
            </a:r>
          </a:p>
          <a:p>
            <a:pPr marL="0" indent="0">
              <a:buNone/>
            </a:pPr>
            <a:r>
              <a:rPr lang="en-US">
                <a:ea typeface="+mn-lt"/>
                <a:cs typeface="+mn-lt"/>
              </a:rPr>
              <a:t>– Did not result in significant Business Reengineering Process compared to private sector </a:t>
            </a:r>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533901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93DD59-890F-4FE2-8E2F-3A9E123F4D90}"/>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0C85F46A-FFDB-4C28-883A-F780ACE8C936}"/>
              </a:ext>
            </a:extLst>
          </p:cNvPr>
          <p:cNvSpPr>
            <a:spLocks noGrp="1"/>
          </p:cNvSpPr>
          <p:nvPr>
            <p:ph idx="1"/>
          </p:nvPr>
        </p:nvSpPr>
        <p:spPr/>
        <p:txBody>
          <a:bodyPr vert="horz" lIns="0" tIns="45720" rIns="0" bIns="45720" rtlCol="0" anchor="t">
            <a:normAutofit fontScale="85000" lnSpcReduction="20000"/>
          </a:bodyPr>
          <a:lstStyle/>
          <a:p>
            <a:r>
              <a:rPr lang="en-US">
                <a:ea typeface="+mn-lt"/>
                <a:cs typeface="+mn-lt"/>
              </a:rPr>
              <a:t>– No big changes seen in government enterprises due to Conservatism, Resistance to change ,    Rigidity of legislative body </a:t>
            </a:r>
            <a:endParaRPr lang="en-US"/>
          </a:p>
          <a:p>
            <a:pPr>
              <a:buFont typeface="Wingdings" panose="020F0502020204030204" pitchFamily="34" charset="0"/>
              <a:buChar char="Ø"/>
            </a:pPr>
            <a:r>
              <a:rPr lang="en-US">
                <a:ea typeface="+mn-lt"/>
                <a:cs typeface="+mn-lt"/>
              </a:rPr>
              <a:t>Thus, the scope of ICT implementation in government machinery can result in : </a:t>
            </a:r>
            <a:endParaRPr lang="en-US"/>
          </a:p>
          <a:p>
            <a:pPr>
              <a:buFont typeface="Wingdings" panose="020F0502020204030204" pitchFamily="34" charset="0"/>
              <a:buChar char="Ø"/>
            </a:pPr>
            <a:r>
              <a:rPr lang="en-US">
                <a:ea typeface="+mn-lt"/>
                <a:cs typeface="+mn-lt"/>
              </a:rPr>
              <a:t>improvement of efficiency and effectiveness of the executive functions of the government, including delivery of public services; </a:t>
            </a:r>
            <a:endParaRPr lang="en-US"/>
          </a:p>
          <a:p>
            <a:pPr>
              <a:buFont typeface="Wingdings" panose="020F0502020204030204" pitchFamily="34" charset="0"/>
              <a:buChar char="Ø"/>
            </a:pPr>
            <a:r>
              <a:rPr lang="en-US">
                <a:ea typeface="+mn-lt"/>
                <a:cs typeface="+mn-lt"/>
              </a:rPr>
              <a:t>greater transparency of government to citizens and business, permitting greater access to the information generated or collated by the government; </a:t>
            </a:r>
            <a:endParaRPr lang="en-US"/>
          </a:p>
          <a:p>
            <a:pPr>
              <a:buFont typeface="Wingdings" panose="020F0502020204030204" pitchFamily="34" charset="0"/>
              <a:buChar char="Ø"/>
            </a:pPr>
            <a:r>
              <a:rPr lang="en-US">
                <a:ea typeface="+mn-lt"/>
                <a:cs typeface="+mn-lt"/>
              </a:rPr>
              <a:t>fundamental changes and improvement in relation between citizen and the state thereby improving the democratic process; and better interactions and relationships amongst different </a:t>
            </a:r>
            <a:endParaRPr lang="en-US"/>
          </a:p>
          <a:p>
            <a:pPr marL="383540" lvl="1"/>
            <a:r>
              <a:rPr lang="en-US">
                <a:ea typeface="+mn-lt"/>
                <a:cs typeface="+mn-lt"/>
              </a:rPr>
              <a:t>wings of the same government </a:t>
            </a:r>
            <a:endParaRPr lang="en-US"/>
          </a:p>
          <a:p>
            <a:pPr marL="383540" lvl="1"/>
            <a:r>
              <a:rPr lang="en-US">
                <a:ea typeface="+mn-lt"/>
                <a:cs typeface="+mn-lt"/>
              </a:rPr>
              <a:t>state of local governments within a country, </a:t>
            </a:r>
            <a:endParaRPr lang="en-US"/>
          </a:p>
          <a:p>
            <a:pPr marL="383540" lvl="1"/>
            <a:r>
              <a:rPr lang="en-US">
                <a:ea typeface="+mn-lt"/>
                <a:cs typeface="+mn-lt"/>
              </a:rPr>
              <a:t>countries whose governments are web-enabled. </a:t>
            </a:r>
            <a:endParaRPr lang="en-US"/>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249840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A6A300-8C1A-4C52-8F97-B856D16B5196}"/>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78D0CEE1-1EDF-45DC-80C3-60DD6B7AA9E6}"/>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Any e-governance activity/project involves appropriate : </a:t>
            </a:r>
            <a:endParaRPr lang="en-US"/>
          </a:p>
          <a:p>
            <a:pPr>
              <a:buFont typeface="Arial" panose="020F0502020204030204" pitchFamily="34" charset="0"/>
              <a:buChar char="•"/>
            </a:pPr>
            <a:r>
              <a:rPr lang="en-US">
                <a:ea typeface="+mn-lt"/>
                <a:cs typeface="+mn-lt"/>
              </a:rPr>
              <a:t>hardware and corresponding system software, </a:t>
            </a:r>
            <a:endParaRPr lang="en-US"/>
          </a:p>
          <a:p>
            <a:pPr>
              <a:buFont typeface="Arial" panose="020F0502020204030204" pitchFamily="34" charset="0"/>
              <a:buChar char="•"/>
            </a:pPr>
            <a:r>
              <a:rPr lang="en-US">
                <a:ea typeface="+mn-lt"/>
                <a:cs typeface="+mn-lt"/>
              </a:rPr>
              <a:t>networking of the hardware identified above—both the Internet and Intranet environment, and </a:t>
            </a:r>
            <a:endParaRPr lang="en-US"/>
          </a:p>
          <a:p>
            <a:pPr>
              <a:buFont typeface="Arial" panose="020F0502020204030204" pitchFamily="34" charset="0"/>
              <a:buChar char="•"/>
            </a:pPr>
            <a:r>
              <a:rPr lang="en-US">
                <a:ea typeface="+mn-lt"/>
                <a:cs typeface="+mn-lt"/>
              </a:rPr>
              <a:t>application software along with appropriate database management software </a:t>
            </a:r>
            <a:endParaRPr lang="en-US"/>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736154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E71384-CFB5-4F89-97A7-2D57B50E6F9C}"/>
              </a:ext>
            </a:extLst>
          </p:cNvPr>
          <p:cNvSpPr>
            <a:spLocks noGrp="1"/>
          </p:cNvSpPr>
          <p:nvPr>
            <p:ph type="title"/>
          </p:nvPr>
        </p:nvSpPr>
        <p:spPr>
          <a:xfrm>
            <a:off x="1097280" y="-944"/>
            <a:ext cx="10058400" cy="1709550"/>
          </a:xfrm>
        </p:spPr>
        <p:txBody>
          <a:bodyPr/>
          <a:lstStyle/>
          <a:p>
            <a:r>
              <a:rPr lang="en-US"/>
              <a:t>Present Global Trends of Growth in E-Governance: Other Issues </a:t>
            </a:r>
          </a:p>
          <a:p>
            <a:endParaRPr lang="en-US"/>
          </a:p>
        </p:txBody>
      </p:sp>
      <p:sp>
        <p:nvSpPr>
          <p:cNvPr id="3" name="Content Placeholder 2">
            <a:extLst>
              <a:ext uri="{FF2B5EF4-FFF2-40B4-BE49-F238E27FC236}">
                <a16:creationId xmlns="" xmlns:a16="http://schemas.microsoft.com/office/drawing/2014/main" id="{61B886B9-E6F5-4A8C-83F6-C003C5D2F12D}"/>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Governments are called to </a:t>
            </a:r>
            <a:r>
              <a:rPr lang="en-US" b="1">
                <a:ea typeface="+mn-lt"/>
                <a:cs typeface="+mn-lt"/>
              </a:rPr>
              <a:t>take on a new role in this favorable convergence</a:t>
            </a:r>
            <a:r>
              <a:rPr lang="en-US">
                <a:ea typeface="+mn-lt"/>
                <a:cs typeface="+mn-lt"/>
              </a:rPr>
              <a:t>. </a:t>
            </a:r>
          </a:p>
          <a:p>
            <a:pPr>
              <a:buFont typeface="Wingdings" panose="020F0502020204030204" pitchFamily="34" charset="0"/>
              <a:buChar char="Ø"/>
            </a:pPr>
            <a:r>
              <a:rPr lang="en-US">
                <a:ea typeface="+mn-lt"/>
                <a:cs typeface="+mn-lt"/>
              </a:rPr>
              <a:t>The focus must now lie on the </a:t>
            </a:r>
            <a:r>
              <a:rPr lang="en-US" b="1">
                <a:ea typeface="+mn-lt"/>
                <a:cs typeface="+mn-lt"/>
              </a:rPr>
              <a:t>digital transformation of society as a whole</a:t>
            </a:r>
            <a:r>
              <a:rPr lang="en-US">
                <a:ea typeface="+mn-lt"/>
                <a:cs typeface="+mn-lt"/>
              </a:rPr>
              <a:t>. </a:t>
            </a:r>
          </a:p>
          <a:p>
            <a:pPr>
              <a:buFont typeface="Wingdings" panose="020F0502020204030204" pitchFamily="34" charset="0"/>
              <a:buChar char="Ø"/>
            </a:pPr>
            <a:r>
              <a:rPr lang="en-US">
                <a:ea typeface="+mn-lt"/>
                <a:cs typeface="+mn-lt"/>
              </a:rPr>
              <a:t>Governments are no longer only providing services to end users, whether these are citizens or businesses. </a:t>
            </a:r>
            <a:endParaRPr lang="en-US"/>
          </a:p>
          <a:p>
            <a:pPr>
              <a:buFont typeface="Wingdings" panose="020F0502020204030204" pitchFamily="34" charset="0"/>
              <a:buChar char="Ø"/>
            </a:pPr>
            <a:r>
              <a:rPr lang="en-US">
                <a:ea typeface="+mn-lt"/>
                <a:cs typeface="+mn-lt"/>
              </a:rPr>
              <a:t>Press reports (during the end of 2002) indicate a trend of global growth in e-governance utilization by people in different categories. They indicate the following: </a:t>
            </a:r>
            <a:endParaRPr lang="en-US"/>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347059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AFA11E-711B-4603-85A0-13420FCAA25E}"/>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A1E9EE99-91E6-407B-8C9A-D71DF41D60C9}"/>
              </a:ext>
            </a:extLst>
          </p:cNvPr>
          <p:cNvSpPr>
            <a:spLocks noGrp="1"/>
          </p:cNvSpPr>
          <p:nvPr>
            <p:ph idx="1"/>
          </p:nvPr>
        </p:nvSpPr>
        <p:spPr/>
        <p:txBody>
          <a:bodyPr vert="horz" lIns="0" tIns="45720" rIns="0" bIns="45720" rtlCol="0" anchor="t">
            <a:normAutofit/>
          </a:bodyPr>
          <a:lstStyle/>
          <a:p>
            <a:pPr>
              <a:buFont typeface="Wingdings,Sans-Serif" panose="020F0502020204030204" pitchFamily="34" charset="0"/>
              <a:buChar char="Ø"/>
            </a:pPr>
            <a:r>
              <a:rPr lang="en-US">
                <a:ea typeface="+mn-lt"/>
                <a:cs typeface="+mn-lt"/>
              </a:rPr>
              <a:t>The proportion of adults worldwide using the Internet to access government services or products during the past 12 months has increased by around</a:t>
            </a:r>
            <a:r>
              <a:rPr lang="en-US" b="1">
                <a:ea typeface="+mn-lt"/>
                <a:cs typeface="+mn-lt"/>
              </a:rPr>
              <a:t> 15 percent</a:t>
            </a:r>
            <a:r>
              <a:rPr lang="en-US">
                <a:ea typeface="+mn-lt"/>
                <a:cs typeface="+mn-lt"/>
              </a:rPr>
              <a:t>, according to the findings of the second Government Online Study published by Taylor Nelson Sofres. </a:t>
            </a:r>
          </a:p>
          <a:p>
            <a:pPr>
              <a:buFont typeface="Wingdings,Sans-Serif" panose="020F0502020204030204" pitchFamily="34" charset="0"/>
              <a:buChar char="Ø"/>
            </a:pPr>
            <a:r>
              <a:rPr lang="en-US">
                <a:ea typeface="+mn-lt"/>
                <a:cs typeface="+mn-lt"/>
              </a:rPr>
              <a:t>Three out of ten citizens (30 percent) globally said that they had accessed government services online compared with only (26 per cent) questioned a year ago.</a:t>
            </a:r>
          </a:p>
          <a:p>
            <a:pPr>
              <a:buFont typeface="Wingdings,Sans-Serif" panose="020F0502020204030204" pitchFamily="34" charset="0"/>
              <a:buChar char="Ø"/>
            </a:pPr>
            <a:r>
              <a:rPr lang="en-US">
                <a:ea typeface="+mn-lt"/>
                <a:cs typeface="+mn-lt"/>
              </a:rPr>
              <a:t> Government online services are most commonly used to search for information (24 per cent users) and to download information (11 per cent of the users).</a:t>
            </a:r>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44686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D370EE-C90A-414F-AB52-7B29E8BB043E}"/>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6C31E9EE-E3F3-4A67-A091-5DFA7241932C}"/>
              </a:ext>
            </a:extLst>
          </p:cNvPr>
          <p:cNvSpPr>
            <a:spLocks noGrp="1"/>
          </p:cNvSpPr>
          <p:nvPr>
            <p:ph idx="1"/>
          </p:nvPr>
        </p:nvSpPr>
        <p:spPr/>
        <p:txBody>
          <a:bodyPr vert="horz" lIns="0" tIns="45720" rIns="0" bIns="45720" rtlCol="0" anchor="t">
            <a:normAutofit fontScale="85000" lnSpcReduction="10000"/>
          </a:bodyPr>
          <a:lstStyle/>
          <a:p>
            <a:pPr>
              <a:buFont typeface="Wingdings" panose="020F0502020204030204" pitchFamily="34" charset="0"/>
              <a:buChar char="Ø"/>
            </a:pPr>
            <a:r>
              <a:rPr lang="en-US">
                <a:ea typeface="+mn-lt"/>
                <a:cs typeface="+mn-lt"/>
              </a:rPr>
              <a:t>The increased use of government online services is primarily due to rise in the proportion of people searching for information (from 20 to 24 per cent during the period from September 2001 to September 2002). </a:t>
            </a:r>
            <a:endParaRPr lang="en-US"/>
          </a:p>
          <a:p>
            <a:pPr>
              <a:buFont typeface="Wingdings" panose="020F0502020204030204" pitchFamily="34" charset="0"/>
              <a:buChar char="Ø"/>
            </a:pPr>
            <a:r>
              <a:rPr lang="en-US">
                <a:ea typeface="+mn-lt"/>
                <a:cs typeface="+mn-lt"/>
              </a:rPr>
              <a:t>Globally, online government transactions increased from just 6 percent to 7 percent during this period and the percentage of those providing personal details to government increased from 7 per cent to 8 per cent. </a:t>
            </a:r>
          </a:p>
          <a:p>
            <a:pPr>
              <a:buFont typeface="Wingdings" panose="020F0502020204030204" pitchFamily="34" charset="0"/>
              <a:buChar char="Ø"/>
            </a:pPr>
            <a:r>
              <a:rPr lang="en-US">
                <a:ea typeface="+mn-lt"/>
                <a:cs typeface="+mn-lt"/>
              </a:rPr>
              <a:t>In some countries, percentage increase has been significantly higher than in others. </a:t>
            </a:r>
            <a:endParaRPr lang="en-US"/>
          </a:p>
          <a:p>
            <a:pPr>
              <a:buFont typeface="Wingdings" panose="020F0502020204030204" pitchFamily="34" charset="0"/>
              <a:buChar char="Ø"/>
            </a:pPr>
            <a:r>
              <a:rPr lang="en-US">
                <a:ea typeface="+mn-lt"/>
                <a:cs typeface="+mn-lt"/>
              </a:rPr>
              <a:t>Among the most significant increases in the use of government services online are Australia (from 31 per cent to 46 per cent), Turkey (from 3 per cent to 13 per cent), the Netherlands (from 31 per cent to 41 per cent), and the US (from 34 per cent to 43 per cent). </a:t>
            </a:r>
            <a:endParaRPr lang="en-US"/>
          </a:p>
          <a:p>
            <a:pPr>
              <a:buFont typeface="Wingdings" panose="020F0502020204030204" pitchFamily="34" charset="0"/>
              <a:buChar char="Ø"/>
            </a:pPr>
            <a:r>
              <a:rPr lang="en-US">
                <a:ea typeface="+mn-lt"/>
                <a:cs typeface="+mn-lt"/>
              </a:rPr>
              <a:t>In contrast, in Japan, however, government online usage fell by 4 per cent (17 per cent to 13 per cent of the citizens) between 2001 and 2002. </a:t>
            </a:r>
            <a:endParaRPr lang="en-US"/>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349763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DDD702-DE3B-46C2-B092-3CB146E85406}"/>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BC56F122-9A6C-4B62-A687-BB268108C441}"/>
              </a:ext>
            </a:extLst>
          </p:cNvPr>
          <p:cNvSpPr>
            <a:spLocks noGrp="1"/>
          </p:cNvSpPr>
          <p:nvPr>
            <p:ph idx="1"/>
          </p:nvPr>
        </p:nvSpPr>
        <p:spPr/>
        <p:txBody>
          <a:bodyPr vert="horz" lIns="0" tIns="45720" rIns="0" bIns="45720" rtlCol="0" anchor="t">
            <a:normAutofit fontScale="92500" lnSpcReduction="20000"/>
          </a:bodyPr>
          <a:lstStyle/>
          <a:p>
            <a:pPr>
              <a:buFont typeface="Wingdings" panose="020F0502020204030204" pitchFamily="34" charset="0"/>
              <a:buChar char="Ø"/>
            </a:pPr>
            <a:r>
              <a:rPr lang="en-US">
                <a:ea typeface="+mn-lt"/>
                <a:cs typeface="+mn-lt"/>
              </a:rPr>
              <a:t>While security issues about accessing government services online were the main concern for many countries during 2001, perceptions of safety improved globally during 2002. </a:t>
            </a:r>
          </a:p>
          <a:p>
            <a:pPr>
              <a:buFont typeface="Wingdings" panose="020F0502020204030204" pitchFamily="34" charset="0"/>
              <a:buChar char="Ø"/>
            </a:pPr>
            <a:r>
              <a:rPr lang="en-US">
                <a:ea typeface="+mn-lt"/>
                <a:cs typeface="+mn-lt"/>
              </a:rPr>
              <a:t>When 23 per cent of citizens worldwide said that they feel safe disclosing personal information such as credit card and bank account numbers online compared to just 14 per cent of citizens in 2001,  representing thus an increase of almost two-thirds (64 per cent). </a:t>
            </a:r>
            <a:endParaRPr lang="en-US"/>
          </a:p>
          <a:p>
            <a:pPr>
              <a:buFont typeface="Wingdings" panose="020F0502020204030204" pitchFamily="34" charset="0"/>
              <a:buChar char="Ø"/>
            </a:pPr>
            <a:r>
              <a:rPr lang="en-US">
                <a:ea typeface="+mn-lt"/>
                <a:cs typeface="+mn-lt"/>
              </a:rPr>
              <a:t>As for the use of government online, the Scandinavian markets (Denmark, Finland, Norway, and Sweden), together with some South East Asian markets (Singapore and Hong Kong), have perceived the highest levels of safety (around one-third of users), in the system.</a:t>
            </a:r>
          </a:p>
          <a:p>
            <a:pPr>
              <a:buFont typeface="Wingdings" panose="020F0502020204030204" pitchFamily="34" charset="0"/>
              <a:buChar char="Ø"/>
            </a:pPr>
            <a:r>
              <a:rPr lang="en-US">
                <a:ea typeface="+mn-lt"/>
                <a:cs typeface="+mn-lt"/>
              </a:rPr>
              <a:t> In contrast, the greatest safety concerns were expressed by citizens in Japan (90 per cent said they felt accessing government service online was "unsafe"), Germany (82 per cent) and France (76 per cent).</a:t>
            </a:r>
            <a:endParaRPr lang="en-US"/>
          </a:p>
          <a:p>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210869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A66469-CF96-4DB6-BFF2-167075894027}"/>
              </a:ext>
            </a:extLst>
          </p:cNvPr>
          <p:cNvSpPr>
            <a:spLocks noGrp="1"/>
          </p:cNvSpPr>
          <p:nvPr>
            <p:ph type="title"/>
          </p:nvPr>
        </p:nvSpPr>
        <p:spPr/>
        <p:txBody>
          <a:bodyPr/>
          <a:lstStyle/>
          <a:p>
            <a:r>
              <a:rPr lang="en-US"/>
              <a:t>Other Issues                              </a:t>
            </a:r>
          </a:p>
        </p:txBody>
      </p:sp>
      <p:sp>
        <p:nvSpPr>
          <p:cNvPr id="3" name="Content Placeholder 2">
            <a:extLst>
              <a:ext uri="{FF2B5EF4-FFF2-40B4-BE49-F238E27FC236}">
                <a16:creationId xmlns="" xmlns:a16="http://schemas.microsoft.com/office/drawing/2014/main" id="{33AA1A57-AD4B-413A-ADC9-1A65D4E31CED}"/>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Globally, government online use is more prevalent among men (33 per cent) than women (26 per cent), and among those aged under 35 compared with other age groups. </a:t>
            </a:r>
            <a:endParaRPr lang="en-US"/>
          </a:p>
          <a:p>
            <a:pPr>
              <a:buFont typeface="Wingdings" panose="020F0502020204030204" pitchFamily="34" charset="0"/>
              <a:buChar char="Ø"/>
            </a:pPr>
            <a:r>
              <a:rPr lang="en-US">
                <a:ea typeface="+mn-lt"/>
                <a:cs typeface="+mn-lt"/>
              </a:rPr>
              <a:t>During the past 12 months substantial increases in government online use have taken place among 35-44 years-old (from 22 per cent to 36 per cent) and 55-64 years-old (from 2 per cent to 18 per cent). </a:t>
            </a:r>
            <a:endParaRPr lang="en-US"/>
          </a:p>
          <a:p>
            <a:pPr>
              <a:buFont typeface="Wingdings" panose="020F0502020204030204" pitchFamily="34" charset="0"/>
              <a:buChar char="Ø"/>
            </a:pPr>
            <a:r>
              <a:rPr lang="en-US">
                <a:ea typeface="+mn-lt"/>
                <a:cs typeface="+mn-lt"/>
              </a:rPr>
              <a:t>In contrast, use among those aged 65 and above decreased (from 7 per cent in 2001 to 5 per cent in 2002). </a:t>
            </a:r>
            <a:endParaRPr lang="en-US"/>
          </a:p>
          <a:p>
            <a:pPr>
              <a:buFont typeface="Wingdings" panose="020F0502020204030204" pitchFamily="34" charset="0"/>
              <a:buChar char="Ø"/>
            </a:pPr>
            <a:r>
              <a:rPr lang="en-US">
                <a:ea typeface="+mn-lt"/>
                <a:cs typeface="+mn-lt"/>
              </a:rPr>
              <a:t>Globally, the proportion of Internet users who have made transactions using government services online is equal to the proportion of users who made online shopping transactions. </a:t>
            </a:r>
            <a:endParaRPr lang="en-US"/>
          </a:p>
          <a:p>
            <a:pPr>
              <a:buFont typeface="Wingdings" panose="020F0502020204030204" pitchFamily="34" charset="0"/>
              <a:buChar char="Ø"/>
            </a:pP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270432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E1B0B1-8126-46E3-B1CB-A5E9E74CDA1C}"/>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6B3A682B-6C36-4AED-A830-6D9374CDAB6C}"/>
              </a:ext>
            </a:extLst>
          </p:cNvPr>
          <p:cNvSpPr>
            <a:spLocks noGrp="1"/>
          </p:cNvSpPr>
          <p:nvPr>
            <p:ph idx="1"/>
          </p:nvPr>
        </p:nvSpPr>
        <p:spPr/>
        <p:txBody>
          <a:bodyPr vert="horz" lIns="0" tIns="45720" rIns="0" bIns="45720" rtlCol="0" anchor="t">
            <a:normAutofit lnSpcReduction="10000"/>
          </a:bodyPr>
          <a:lstStyle/>
          <a:p>
            <a:pPr>
              <a:buFont typeface="Wingdings" panose="020F0502020204030204" pitchFamily="34" charset="0"/>
              <a:buChar char="Ø"/>
            </a:pPr>
            <a:r>
              <a:rPr lang="en-US">
                <a:ea typeface="+mn-lt"/>
                <a:cs typeface="+mn-lt"/>
              </a:rPr>
              <a:t>Fifteen per cent of Internet users have made an online government transaction and in addition 15 per cent have made an online purchase at least once during the past 12 months. </a:t>
            </a:r>
            <a:endParaRPr lang="en-US"/>
          </a:p>
          <a:p>
            <a:pPr>
              <a:buFont typeface="Wingdings" panose="020F0502020204030204" pitchFamily="34" charset="0"/>
              <a:buChar char="Ø"/>
            </a:pPr>
            <a:r>
              <a:rPr lang="en-US">
                <a:ea typeface="+mn-lt"/>
                <a:cs typeface="+mn-lt"/>
              </a:rPr>
              <a:t>The percentage of Internet users who access government online services varies considerably across different countries from 16 per cent in Hungary to 81 per cent in Norway. Wendy Mellor, Director, Taylor Nelson Sofres commented: </a:t>
            </a:r>
            <a:endParaRPr lang="en-US"/>
          </a:p>
          <a:p>
            <a:pPr>
              <a:buFont typeface="Wingdings" panose="020F0502020204030204" pitchFamily="34" charset="0"/>
              <a:buChar char="Ø"/>
            </a:pPr>
            <a:r>
              <a:rPr lang="en-US">
                <a:ea typeface="+mn-lt"/>
                <a:cs typeface="+mn-lt"/>
              </a:rPr>
              <a:t>The increase in the use of government online services at a global level suggests that the public see the Internet as a more acceptable means of getting involved in the government activity at both national and local levels. </a:t>
            </a:r>
          </a:p>
          <a:p>
            <a:pPr>
              <a:buFont typeface="Wingdings" panose="020F0502020204030204" pitchFamily="34" charset="0"/>
              <a:buChar char="Ø"/>
            </a:pPr>
            <a:r>
              <a:rPr lang="en-US">
                <a:ea typeface="+mn-lt"/>
                <a:cs typeface="+mn-lt"/>
              </a:rPr>
              <a:t>However, significant differences exist between countries, may be due to, awareness of services, perceptions of safety, relevance of the site to users, and access to the Internet, among others.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090224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D1ADD6-00D3-4F49-BDBB-ECCB695EAA69}"/>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6A87F179-B474-44BC-B8F3-B711899685AE}"/>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a:ea typeface="+mn-lt"/>
                <a:cs typeface="+mn-lt"/>
              </a:rPr>
              <a:t>In countries such as Singapore, Norway and Sweden, where the use of government services online is high, it is likely that a significant proportion of citizens feel comfortable with this approach of dealing with government. </a:t>
            </a:r>
          </a:p>
          <a:p>
            <a:pPr>
              <a:buFont typeface="Wingdings" panose="020F0502020204030204" pitchFamily="34" charset="0"/>
              <a:buChar char="Ø"/>
            </a:pPr>
            <a:r>
              <a:rPr lang="en-US">
                <a:ea typeface="+mn-lt"/>
                <a:cs typeface="+mn-lt"/>
              </a:rPr>
              <a:t>Yet in countries such as Britain, New Zealand and South Korea, where usage lags behind general Internet use, more needs to be done to assess why uptake of online services is slow and what steps need to be taken to address this. </a:t>
            </a:r>
          </a:p>
          <a:p>
            <a:pPr>
              <a:buFont typeface="Wingdings" panose="020F0502020204030204" pitchFamily="34" charset="0"/>
              <a:buChar char="Ø"/>
            </a:pPr>
            <a:r>
              <a:rPr lang="en-US">
                <a:ea typeface="+mn-lt"/>
                <a:cs typeface="+mn-lt"/>
              </a:rPr>
              <a:t>All the above statistics on usage is time bound. </a:t>
            </a:r>
          </a:p>
          <a:p>
            <a:pPr>
              <a:buFont typeface="Wingdings" panose="020F0502020204030204" pitchFamily="34" charset="0"/>
              <a:buChar char="Ø"/>
            </a:pPr>
            <a:r>
              <a:rPr lang="en-US">
                <a:ea typeface="+mn-lt"/>
                <a:cs typeface="+mn-lt"/>
              </a:rPr>
              <a:t>Over the years there has been a definite rise in the usage of e-governance all over the world.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363018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8B3471-AE6B-4CE0-BA46-81AAE34340B7}"/>
              </a:ext>
            </a:extLst>
          </p:cNvPr>
          <p:cNvSpPr>
            <a:spLocks noGrp="1"/>
          </p:cNvSpPr>
          <p:nvPr>
            <p:ph type="title"/>
          </p:nvPr>
        </p:nvSpPr>
        <p:spPr/>
        <p:txBody>
          <a:bodyPr/>
          <a:lstStyle/>
          <a:p>
            <a:r>
              <a:rPr lang="en-US" b="1" cap="small">
                <a:ea typeface="+mj-lt"/>
                <a:cs typeface="+mj-lt"/>
              </a:rPr>
              <a:t>E-Government as Information System</a:t>
            </a:r>
          </a:p>
        </p:txBody>
      </p:sp>
      <p:sp>
        <p:nvSpPr>
          <p:cNvPr id="3" name="Content Placeholder 2">
            <a:extLst>
              <a:ext uri="{FF2B5EF4-FFF2-40B4-BE49-F238E27FC236}">
                <a16:creationId xmlns="" xmlns:a16="http://schemas.microsoft.com/office/drawing/2014/main" id="{6C723A97-E96A-46D8-9A7E-42E0650A39D9}"/>
              </a:ext>
            </a:extLst>
          </p:cNvPr>
          <p:cNvSpPr>
            <a:spLocks noGrp="1"/>
          </p:cNvSpPr>
          <p:nvPr>
            <p:ph idx="1"/>
          </p:nvPr>
        </p:nvSpPr>
        <p:spPr/>
        <p:txBody>
          <a:bodyPr vert="horz" lIns="0" tIns="45720" rIns="0" bIns="45720" rtlCol="0" anchor="t">
            <a:normAutofit/>
          </a:bodyPr>
          <a:lstStyle/>
          <a:p>
            <a:pPr algn="just"/>
            <a:r>
              <a:rPr lang="en-US" dirty="0">
                <a:ea typeface="+mn-lt"/>
                <a:cs typeface="+mn-lt"/>
              </a:rPr>
              <a:t>To understand this  topics we need to first know some terms like information technology, system information system and E-Government system. </a:t>
            </a:r>
          </a:p>
          <a:p>
            <a:pPr algn="just"/>
            <a:r>
              <a:rPr lang="en-US" dirty="0">
                <a:ea typeface="+mn-lt"/>
                <a:cs typeface="+mn-lt"/>
              </a:rPr>
              <a:t>Information technology (IT) is the use of any computers, storage, networking and other physical devices, infrastructure and processes to create, process, store, secure and exchange all forms of electronic data.</a:t>
            </a:r>
            <a:endParaRPr lang="en-US"/>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89928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FCD65C-9919-488D-90C1-CA1C4D7E8FA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1BAE428A-D056-4C8F-B3E4-E067017319DC}"/>
              </a:ext>
            </a:extLst>
          </p:cNvPr>
          <p:cNvSpPr>
            <a:spLocks noGrp="1"/>
          </p:cNvSpPr>
          <p:nvPr>
            <p:ph idx="1"/>
          </p:nvPr>
        </p:nvSpPr>
        <p:spPr/>
        <p:txBody>
          <a:bodyPr vert="horz" lIns="0" tIns="45720" rIns="0" bIns="45720" rtlCol="0" anchor="t">
            <a:normAutofit/>
          </a:bodyPr>
          <a:lstStyle/>
          <a:p>
            <a:r>
              <a:rPr lang="en-US" b="1" dirty="0">
                <a:ea typeface="+mn-lt"/>
                <a:cs typeface="+mn-lt"/>
              </a:rPr>
              <a:t>System</a:t>
            </a:r>
            <a:r>
              <a:rPr lang="en-US" dirty="0">
                <a:ea typeface="+mn-lt"/>
                <a:cs typeface="+mn-lt"/>
              </a:rPr>
              <a:t> is defined as a set of components for collecting, creating, storing, processing, and distributing </a:t>
            </a:r>
            <a:r>
              <a:rPr lang="en-US" b="1" dirty="0">
                <a:ea typeface="+mn-lt"/>
                <a:cs typeface="+mn-lt"/>
              </a:rPr>
              <a:t>information</a:t>
            </a:r>
            <a:r>
              <a:rPr lang="en-US" dirty="0">
                <a:ea typeface="+mn-lt"/>
                <a:cs typeface="+mn-lt"/>
              </a:rPr>
              <a:t>, typically including hardware and software, </a:t>
            </a:r>
            <a:r>
              <a:rPr lang="en-US" b="1" dirty="0">
                <a:ea typeface="+mn-lt"/>
                <a:cs typeface="+mn-lt"/>
              </a:rPr>
              <a:t>system</a:t>
            </a:r>
            <a:r>
              <a:rPr lang="en-US" dirty="0">
                <a:ea typeface="+mn-lt"/>
                <a:cs typeface="+mn-lt"/>
              </a:rPr>
              <a:t> users, and the data.</a:t>
            </a:r>
            <a:endParaRPr lang="en-US" dirty="0"/>
          </a:p>
          <a:p>
            <a:r>
              <a:rPr lang="en-US" dirty="0">
                <a:ea typeface="+mn-lt"/>
                <a:cs typeface="+mn-lt"/>
              </a:rPr>
              <a:t> “Information systems are interrelated components working together to collect, process, store, and disseminate information to support decision making, coordination, control, analysis, and visualization in an organization.” </a:t>
            </a:r>
            <a:endParaRPr lang="en-US"/>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072352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B42546-EAF6-4356-884C-16B5C031C894}"/>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DA8D4D8A-00AF-4B5E-98A9-AA2A73607178}"/>
              </a:ext>
            </a:extLst>
          </p:cNvPr>
          <p:cNvSpPr>
            <a:spLocks noGrp="1"/>
          </p:cNvSpPr>
          <p:nvPr>
            <p:ph idx="1"/>
          </p:nvPr>
        </p:nvSpPr>
        <p:spPr/>
        <p:txBody>
          <a:bodyPr vert="horz" lIns="0" tIns="45720" rIns="0" bIns="45720" rtlCol="0" anchor="t">
            <a:normAutofit/>
          </a:bodyPr>
          <a:lstStyle/>
          <a:p>
            <a:pPr algn="just"/>
            <a:r>
              <a:rPr lang="en-US" dirty="0">
                <a:ea typeface="+mn-lt"/>
                <a:cs typeface="+mn-lt"/>
              </a:rPr>
              <a:t>E-Government means office automation and internal management information systems and expert systems, as well as client-facing web sites.  it must be seen to consist of technology plus information plus people who give the system purpose and meaning plus work processes that are undertaken. </a:t>
            </a:r>
            <a:endParaRPr lang="en-US" dirty="0"/>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862177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866E6C-ADB6-49C7-8744-23A2A8ED9E6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86CA1C81-BCD2-4593-BDF3-0C4B0553E5F3}"/>
              </a:ext>
            </a:extLst>
          </p:cNvPr>
          <p:cNvSpPr>
            <a:spLocks noGrp="1"/>
          </p:cNvSpPr>
          <p:nvPr>
            <p:ph idx="1"/>
          </p:nvPr>
        </p:nvSpPr>
        <p:spPr/>
        <p:txBody>
          <a:bodyPr vert="horz" lIns="0" tIns="45720" rIns="0" bIns="45720" rtlCol="0" anchor="t">
            <a:normAutofit/>
          </a:bodyPr>
          <a:lstStyle/>
          <a:p>
            <a:pPr algn="just"/>
            <a:r>
              <a:rPr lang="en-US" dirty="0">
                <a:ea typeface="+mn-lt"/>
                <a:cs typeface="+mn-lt"/>
              </a:rPr>
              <a:t>E-Government as Information System can be represented as  ‘onion-ring’ model. It consist of two parts: one inner part and other outer part. </a:t>
            </a:r>
            <a:endParaRPr lang="en-US" dirty="0"/>
          </a:p>
          <a:p>
            <a:pPr algn="just"/>
            <a:r>
              <a:rPr lang="en-US" dirty="0">
                <a:ea typeface="+mn-lt"/>
                <a:cs typeface="+mn-lt"/>
              </a:rPr>
              <a:t>Inner part represent the Information system and the outer part consist of Organization and Environment.</a:t>
            </a:r>
            <a:endParaRPr lang="en-US" dirty="0"/>
          </a:p>
          <a:p>
            <a:pPr algn="just"/>
            <a:r>
              <a:rPr lang="en-US" b="1" dirty="0">
                <a:ea typeface="+mn-lt"/>
                <a:cs typeface="+mn-lt"/>
              </a:rPr>
              <a:t>Information:</a:t>
            </a:r>
            <a:r>
              <a:rPr lang="en-US" dirty="0">
                <a:ea typeface="+mn-lt"/>
                <a:cs typeface="+mn-lt"/>
              </a:rPr>
              <a:t> Information is a set of data which is processed in a meaningful way according to the given requirement. Information is processed, structured, or presented in a given context to make it meaningful and useful. </a:t>
            </a:r>
          </a:p>
          <a:p>
            <a:pPr algn="just"/>
            <a:r>
              <a:rPr lang="en-US" dirty="0">
                <a:ea typeface="+mn-lt"/>
                <a:cs typeface="+mn-lt"/>
              </a:rPr>
              <a:t>Data is a raw and unorganized fact that required to be processed to make it meaningful.</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7678080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A8E9C91B-7EAD-4562-AB0E-DFB9663AECE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 xmlns:a16="http://schemas.microsoft.com/office/drawing/2014/main" id="{41497DE5-0939-4D1D-9350-0C5E1B209C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 xmlns:a16="http://schemas.microsoft.com/office/drawing/2014/main" id="{5CCC70ED-6C63-4537-B7EB-51990D6C0A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 xmlns:a16="http://schemas.microsoft.com/office/drawing/2014/main" id="{B76E24C1-2968-40DC-A36E-F6B85F0F075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A close up of a piece of paper&#10;&#10;Description automatically generated">
            <a:extLst>
              <a:ext uri="{FF2B5EF4-FFF2-40B4-BE49-F238E27FC236}">
                <a16:creationId xmlns="" xmlns:a16="http://schemas.microsoft.com/office/drawing/2014/main" id="{F2FDF5EC-69C9-4650-BD60-29760CC7E46B}"/>
              </a:ext>
            </a:extLst>
          </p:cNvPr>
          <p:cNvPicPr>
            <a:picLocks noGrp="1" noChangeAspect="1"/>
          </p:cNvPicPr>
          <p:nvPr>
            <p:ph idx="1"/>
          </p:nvPr>
        </p:nvPicPr>
        <p:blipFill>
          <a:blip r:embed="rId2"/>
          <a:stretch>
            <a:fillRect/>
          </a:stretch>
        </p:blipFill>
        <p:spPr>
          <a:xfrm>
            <a:off x="2550356" y="905933"/>
            <a:ext cx="7123291" cy="5039728"/>
          </a:xfrm>
          <a:prstGeom prst="rect">
            <a:avLst/>
          </a:prstGeom>
        </p:spPr>
      </p:pic>
      <p:sp>
        <p:nvSpPr>
          <p:cNvPr id="7" name="Footer Placeholder 6"/>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963515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618FAA-420E-4654-802E-A467CDD8782D}"/>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99AF1685-20E5-48DD-B518-9FEFCEDF39AD}"/>
              </a:ext>
            </a:extLst>
          </p:cNvPr>
          <p:cNvSpPr>
            <a:spLocks noGrp="1"/>
          </p:cNvSpPr>
          <p:nvPr>
            <p:ph idx="1"/>
          </p:nvPr>
        </p:nvSpPr>
        <p:spPr/>
        <p:txBody>
          <a:bodyPr vert="horz" lIns="0" tIns="45720" rIns="0" bIns="45720" rtlCol="0" anchor="t">
            <a:normAutofit/>
          </a:bodyPr>
          <a:lstStyle/>
          <a:p>
            <a:pPr algn="just"/>
            <a:r>
              <a:rPr lang="en-US" dirty="0">
                <a:ea typeface="+mn-lt"/>
                <a:cs typeface="+mn-lt"/>
              </a:rPr>
              <a:t>Knowledge is facts, information, and skills acquired through experience or education; the theoretical or practical understanding of a subject.</a:t>
            </a:r>
            <a:endParaRPr lang="en-US"/>
          </a:p>
          <a:p>
            <a:pPr algn="just"/>
            <a:r>
              <a:rPr lang="en-US" b="1" dirty="0">
                <a:ea typeface="+mn-lt"/>
                <a:cs typeface="+mn-lt"/>
              </a:rPr>
              <a:t>Technology:</a:t>
            </a:r>
            <a:r>
              <a:rPr lang="en-US" dirty="0">
                <a:ea typeface="+mn-lt"/>
                <a:cs typeface="+mn-lt"/>
              </a:rPr>
              <a:t> Technology is the sum of techniques, skills, methods, and processes used in the production of goods or services or in the accomplishment of objectives, such as scientific investigation. It consist of Hardware, Software, Telecom etc.</a:t>
            </a:r>
          </a:p>
          <a:p>
            <a:pPr algn="just"/>
            <a:r>
              <a:rPr lang="en-US" dirty="0">
                <a:ea typeface="+mn-lt"/>
                <a:cs typeface="+mn-lt"/>
              </a:rPr>
              <a:t>Information systems are interrelated components working together to collect, process, store, and disseminate information to support decision making, coordination, control, analysis, and visualization in an organization.</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725073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3BD56B-82F9-440A-AA59-AC602C759AB2}"/>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7DF32273-FDBF-485E-B6AA-7E54E1D96A7D}"/>
              </a:ext>
            </a:extLst>
          </p:cNvPr>
          <p:cNvSpPr>
            <a:spLocks noGrp="1"/>
          </p:cNvSpPr>
          <p:nvPr>
            <p:ph idx="1"/>
          </p:nvPr>
        </p:nvSpPr>
        <p:spPr/>
        <p:txBody>
          <a:bodyPr vert="horz" lIns="0" tIns="45720" rIns="0" bIns="45720" rtlCol="0" anchor="t">
            <a:normAutofit/>
          </a:bodyPr>
          <a:lstStyle/>
          <a:p>
            <a:pPr algn="just"/>
            <a:r>
              <a:rPr lang="en-US" b="1" dirty="0">
                <a:ea typeface="+mn-lt"/>
                <a:cs typeface="+mn-lt"/>
              </a:rPr>
              <a:t>Processes:</a:t>
            </a:r>
            <a:r>
              <a:rPr lang="en-US" dirty="0">
                <a:ea typeface="+mn-lt"/>
                <a:cs typeface="+mn-lt"/>
              </a:rPr>
              <a:t> The activities undertaken by the relevant stakeholders for whom the e-government system operates, both information-related processes and broader business processes.</a:t>
            </a:r>
          </a:p>
          <a:p>
            <a:pPr algn="just"/>
            <a:r>
              <a:rPr lang="en-US" b="1" dirty="0">
                <a:ea typeface="+mn-lt"/>
                <a:cs typeface="+mn-lt"/>
              </a:rPr>
              <a:t>Objectives and values:</a:t>
            </a:r>
            <a:r>
              <a:rPr lang="en-US" dirty="0">
                <a:ea typeface="+mn-lt"/>
                <a:cs typeface="+mn-lt"/>
              </a:rPr>
              <a:t> Often the most important dimension since the objectives component covers issues of self-interest and organizational politics, and can even be seen to </a:t>
            </a:r>
            <a:r>
              <a:rPr lang="en-US">
                <a:ea typeface="+mn-lt"/>
                <a:cs typeface="+mn-lt"/>
              </a:rPr>
              <a:t>incorporate formal organizational strategies; the  values component covers culture: what </a:t>
            </a:r>
            <a:r>
              <a:rPr lang="en-US" dirty="0">
                <a:ea typeface="+mn-lt"/>
                <a:cs typeface="+mn-lt"/>
              </a:rPr>
              <a:t>stakeholders feel are the right and wrong ways to do things.</a:t>
            </a:r>
          </a:p>
          <a:p>
            <a:pPr algn="just"/>
            <a:r>
              <a:rPr lang="en-US" b="1" dirty="0">
                <a:ea typeface="+mn-lt"/>
                <a:cs typeface="+mn-lt"/>
              </a:rPr>
              <a:t>Staffing and skills:</a:t>
            </a:r>
            <a:r>
              <a:rPr lang="en-US" dirty="0">
                <a:ea typeface="+mn-lt"/>
                <a:cs typeface="+mn-lt"/>
              </a:rPr>
              <a:t> Covers the number of staff involved with the e-government system, and the competencies of those staff and other users.</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668171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1530B8-0456-400F-89B1-A275B04BC1D5}"/>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E95513C8-39D7-4BD9-AAD7-D811C0D12A87}"/>
              </a:ext>
            </a:extLst>
          </p:cNvPr>
          <p:cNvSpPr>
            <a:spLocks noGrp="1"/>
          </p:cNvSpPr>
          <p:nvPr>
            <p:ph idx="1"/>
          </p:nvPr>
        </p:nvSpPr>
        <p:spPr/>
        <p:txBody>
          <a:bodyPr vert="horz" lIns="0" tIns="45720" rIns="0" bIns="45720" rtlCol="0" anchor="t">
            <a:normAutofit/>
          </a:bodyPr>
          <a:lstStyle/>
          <a:p>
            <a:pPr algn="just"/>
            <a:r>
              <a:rPr lang="en-US" b="1" dirty="0">
                <a:ea typeface="+mn-lt"/>
                <a:cs typeface="+mn-lt"/>
              </a:rPr>
              <a:t>Management systems and structures:</a:t>
            </a:r>
            <a:r>
              <a:rPr lang="en-US" dirty="0">
                <a:ea typeface="+mn-lt"/>
                <a:cs typeface="+mn-lt"/>
              </a:rPr>
              <a:t> The overall management systems required to organize operation and use of the e-government system, plus the way in which stakeholder agencies/groups are structured, both formally and informally.</a:t>
            </a:r>
          </a:p>
          <a:p>
            <a:pPr algn="just"/>
            <a:r>
              <a:rPr lang="en-US" b="1" dirty="0">
                <a:ea typeface="+mn-lt"/>
                <a:cs typeface="+mn-lt"/>
              </a:rPr>
              <a:t>Other resources:</a:t>
            </a:r>
            <a:r>
              <a:rPr lang="en-US" dirty="0">
                <a:ea typeface="+mn-lt"/>
                <a:cs typeface="+mn-lt"/>
              </a:rPr>
              <a:t> Principally, the time and money required to implement and operate the e-government system.</a:t>
            </a:r>
          </a:p>
          <a:p>
            <a:pPr algn="just"/>
            <a:r>
              <a:rPr lang="en-US" b="1" dirty="0">
                <a:ea typeface="+mn-lt"/>
                <a:cs typeface="+mn-lt"/>
              </a:rPr>
              <a:t>Outside world:</a:t>
            </a:r>
            <a:r>
              <a:rPr lang="en-US" dirty="0">
                <a:ea typeface="+mn-lt"/>
                <a:cs typeface="+mn-lt"/>
              </a:rPr>
              <a:t> The political, economic, socio-cultural, technological and legal </a:t>
            </a:r>
            <a:r>
              <a:rPr lang="en-US" dirty="0" smtClean="0">
                <a:ea typeface="+mn-lt"/>
                <a:cs typeface="+mn-lt"/>
              </a:rPr>
              <a:t>factors</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890430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B2F721-CCDF-4488-9E8D-2F3E05BB1A7E}"/>
              </a:ext>
            </a:extLst>
          </p:cNvPr>
          <p:cNvSpPr>
            <a:spLocks noGrp="1"/>
          </p:cNvSpPr>
          <p:nvPr>
            <p:ph type="title"/>
          </p:nvPr>
        </p:nvSpPr>
        <p:spPr/>
        <p:txBody>
          <a:bodyPr/>
          <a:lstStyle/>
          <a:p>
            <a:r>
              <a:rPr lang="en-US" b="1" cap="small">
                <a:ea typeface="+mj-lt"/>
                <a:cs typeface="+mj-lt"/>
              </a:rPr>
              <a:t>E-Government Life Cycle</a:t>
            </a:r>
          </a:p>
        </p:txBody>
      </p:sp>
      <p:sp>
        <p:nvSpPr>
          <p:cNvPr id="3" name="Content Placeholder 2">
            <a:extLst>
              <a:ext uri="{FF2B5EF4-FFF2-40B4-BE49-F238E27FC236}">
                <a16:creationId xmlns="" xmlns:a16="http://schemas.microsoft.com/office/drawing/2014/main" id="{769A94F0-715D-4F95-86AF-13CF0598ABFC}"/>
              </a:ext>
            </a:extLst>
          </p:cNvPr>
          <p:cNvSpPr>
            <a:spLocks noGrp="1"/>
          </p:cNvSpPr>
          <p:nvPr>
            <p:ph idx="1"/>
          </p:nvPr>
        </p:nvSpPr>
        <p:spPr/>
        <p:txBody>
          <a:bodyPr vert="horz" lIns="0" tIns="45720" rIns="0" bIns="45720" rtlCol="0" anchor="t">
            <a:normAutofit/>
          </a:bodyPr>
          <a:lstStyle/>
          <a:p>
            <a:r>
              <a:rPr lang="en-US">
                <a:ea typeface="+mn-lt"/>
                <a:cs typeface="+mn-lt"/>
              </a:rPr>
              <a:t>E-Government development project typically consists of five stages; (1) project assessment, (2) analysis of current reality, (3) design of the new system, (4) system construction, and (5) implementation and beyond. </a:t>
            </a:r>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861587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A8E9C91B-7EAD-4562-AB0E-DFB9663AECE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 xmlns:a16="http://schemas.microsoft.com/office/drawing/2014/main" id="{BCD2D517-BC35-4439-AC31-06DF764F25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 xmlns:a16="http://schemas.microsoft.com/office/drawing/2014/main" id="{2DD3F846-0483-40F5-A881-0C1AD2A0CAD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A screenshot of a cell phone&#10;&#10;Description automatically generated">
            <a:extLst>
              <a:ext uri="{FF2B5EF4-FFF2-40B4-BE49-F238E27FC236}">
                <a16:creationId xmlns="" xmlns:a16="http://schemas.microsoft.com/office/drawing/2014/main" id="{03C6C621-9AD1-403F-BAF9-B7EBEFE70079}"/>
              </a:ext>
            </a:extLst>
          </p:cNvPr>
          <p:cNvPicPr>
            <a:picLocks noGrp="1" noChangeAspect="1"/>
          </p:cNvPicPr>
          <p:nvPr>
            <p:ph idx="1"/>
          </p:nvPr>
        </p:nvPicPr>
        <p:blipFill>
          <a:blip r:embed="rId2"/>
          <a:stretch>
            <a:fillRect/>
          </a:stretch>
        </p:blipFill>
        <p:spPr>
          <a:xfrm>
            <a:off x="2880722" y="801793"/>
            <a:ext cx="6430556" cy="5273056"/>
          </a:xfrm>
          <a:prstGeom prst="rect">
            <a:avLst/>
          </a:prstGeom>
        </p:spPr>
      </p:pic>
      <p:sp>
        <p:nvSpPr>
          <p:cNvPr id="7" name="Footer Placeholder 6"/>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770748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DFCE6A-5E58-4BC2-984E-74BB11BF7EBA}"/>
              </a:ext>
            </a:extLst>
          </p:cNvPr>
          <p:cNvSpPr>
            <a:spLocks noGrp="1"/>
          </p:cNvSpPr>
          <p:nvPr>
            <p:ph type="title"/>
          </p:nvPr>
        </p:nvSpPr>
        <p:spPr/>
        <p:txBody>
          <a:bodyPr/>
          <a:lstStyle/>
          <a:p>
            <a:r>
              <a:rPr lang="en-US" dirty="0">
                <a:ea typeface="+mj-lt"/>
                <a:cs typeface="+mj-lt"/>
              </a:rPr>
              <a:t>Project assessment</a:t>
            </a:r>
            <a:endParaRPr lang="en-US" dirty="0"/>
          </a:p>
        </p:txBody>
      </p:sp>
      <p:sp>
        <p:nvSpPr>
          <p:cNvPr id="3" name="Content Placeholder 2">
            <a:extLst>
              <a:ext uri="{FF2B5EF4-FFF2-40B4-BE49-F238E27FC236}">
                <a16:creationId xmlns="" xmlns:a16="http://schemas.microsoft.com/office/drawing/2014/main" id="{91F2F56A-EFA1-441C-A7FC-74F3DD77FF38}"/>
              </a:ext>
            </a:extLst>
          </p:cNvPr>
          <p:cNvSpPr>
            <a:spLocks noGrp="1"/>
          </p:cNvSpPr>
          <p:nvPr>
            <p:ph idx="1"/>
          </p:nvPr>
        </p:nvSpPr>
        <p:spPr/>
        <p:txBody>
          <a:bodyPr vert="horz" lIns="0" tIns="45720" rIns="0" bIns="45720" rtlCol="0" anchor="t">
            <a:normAutofit/>
          </a:bodyPr>
          <a:lstStyle/>
          <a:p>
            <a:pPr algn="just"/>
            <a:r>
              <a:rPr lang="en-US" dirty="0">
                <a:ea typeface="+mn-lt"/>
                <a:cs typeface="+mn-lt"/>
              </a:rPr>
              <a:t>Project assessment, in the development model is the identification of possible e-government projects. </a:t>
            </a:r>
          </a:p>
          <a:p>
            <a:pPr algn="just"/>
            <a:r>
              <a:rPr lang="en-US" dirty="0">
                <a:ea typeface="+mn-lt"/>
                <a:cs typeface="+mn-lt"/>
              </a:rPr>
              <a:t>At this stage the outline of basic project parameters is completed, with the assessment of whether or not to proceed with a project. </a:t>
            </a:r>
            <a:endParaRPr lang="en-US">
              <a:ea typeface="+mn-lt"/>
              <a:cs typeface="+mn-lt"/>
            </a:endParaRPr>
          </a:p>
          <a:p>
            <a:pPr algn="just"/>
            <a:r>
              <a:rPr lang="en-US" dirty="0">
                <a:ea typeface="+mn-lt"/>
                <a:cs typeface="+mn-lt"/>
              </a:rPr>
              <a:t>New e-government projects are typically initiated based on: “a problem that needs to be solved” or “identification of an opportunity which could be seized”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110351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AFD23B-8401-437E-8A87-78C2D427F77D}"/>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99CF573C-2DA4-4F37-8E8A-03EDE3445858}"/>
              </a:ext>
            </a:extLst>
          </p:cNvPr>
          <p:cNvSpPr>
            <a:spLocks noGrp="1"/>
          </p:cNvSpPr>
          <p:nvPr>
            <p:ph idx="1"/>
          </p:nvPr>
        </p:nvSpPr>
        <p:spPr/>
        <p:txBody>
          <a:bodyPr vert="horz" lIns="0" tIns="45720" rIns="0" bIns="45720" rtlCol="0" anchor="t">
            <a:normAutofit/>
          </a:bodyPr>
          <a:lstStyle/>
          <a:p>
            <a:r>
              <a:rPr lang="en-US" dirty="0">
                <a:ea typeface="+mn-lt"/>
                <a:cs typeface="+mn-lt"/>
              </a:rPr>
              <a:t>That kind of opportunity can arise from several different sources, such as from internal sources or external (environmental) sources.</a:t>
            </a:r>
            <a:endParaRPr lang="en-US" dirty="0"/>
          </a:p>
          <a:p>
            <a:r>
              <a:rPr lang="en-US" dirty="0">
                <a:ea typeface="+mn-lt"/>
                <a:cs typeface="+mn-lt"/>
              </a:rPr>
              <a:t> Examples of external sources are: complaints from the media, politicians or citizens, new legislations or directives, technological innovation, and economic crises. </a:t>
            </a:r>
          </a:p>
          <a:p>
            <a:r>
              <a:rPr lang="en-US" dirty="0">
                <a:ea typeface="+mn-lt"/>
                <a:cs typeface="+mn-lt"/>
              </a:rPr>
              <a:t>Examples of internal sources are: strategic planning, staff problems, and the individual’s desire to give his/her career a boost .</a:t>
            </a:r>
            <a:endParaRPr lang="en-US"/>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334474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0201C5-951E-4186-998F-711D6BEEB584}"/>
              </a:ext>
            </a:extLst>
          </p:cNvPr>
          <p:cNvSpPr>
            <a:spLocks noGrp="1"/>
          </p:cNvSpPr>
          <p:nvPr>
            <p:ph type="title"/>
          </p:nvPr>
        </p:nvSpPr>
        <p:spPr/>
        <p:txBody>
          <a:bodyPr/>
          <a:lstStyle/>
          <a:p>
            <a:r>
              <a:rPr lang="en-US" dirty="0">
                <a:ea typeface="+mj-lt"/>
                <a:cs typeface="+mj-lt"/>
              </a:rPr>
              <a:t>Analysis of current reality</a:t>
            </a:r>
            <a:endParaRPr lang="en-US" dirty="0"/>
          </a:p>
        </p:txBody>
      </p:sp>
      <p:sp>
        <p:nvSpPr>
          <p:cNvPr id="3" name="Content Placeholder 2">
            <a:extLst>
              <a:ext uri="{FF2B5EF4-FFF2-40B4-BE49-F238E27FC236}">
                <a16:creationId xmlns="" xmlns:a16="http://schemas.microsoft.com/office/drawing/2014/main" id="{62D94480-AFE3-4400-89EF-7E6BF0CC7BE9}"/>
              </a:ext>
            </a:extLst>
          </p:cNvPr>
          <p:cNvSpPr>
            <a:spLocks noGrp="1"/>
          </p:cNvSpPr>
          <p:nvPr>
            <p:ph idx="1"/>
          </p:nvPr>
        </p:nvSpPr>
        <p:spPr/>
        <p:txBody>
          <a:bodyPr vert="horz" lIns="0" tIns="45720" rIns="0" bIns="45720" rtlCol="0" anchor="t">
            <a:normAutofit/>
          </a:bodyPr>
          <a:lstStyle/>
          <a:p>
            <a:r>
              <a:rPr lang="en-US" dirty="0">
                <a:ea typeface="+mn-lt"/>
                <a:cs typeface="+mn-lt"/>
              </a:rPr>
              <a:t>Analysis of current reality means that descriptions of information, technology, processes, objectives and values, staffing and skills, management systems and structures, and other resources such as money and time are created. </a:t>
            </a:r>
            <a:endParaRPr lang="en-US"/>
          </a:p>
          <a:p>
            <a:r>
              <a:rPr lang="en-US" dirty="0">
                <a:ea typeface="+mn-lt"/>
                <a:cs typeface="+mn-lt"/>
              </a:rPr>
              <a:t>This stage consists of a mixture of hard and soft techniques such as an information systems audit, an information systems analysis, a problem analysis, a context analysis, etc., in order to build an overall picture. </a:t>
            </a:r>
            <a:endParaRPr lang="en-US">
              <a:ea typeface="+mn-lt"/>
              <a:cs typeface="+mn-lt"/>
            </a:endParaRPr>
          </a:p>
          <a:p>
            <a:r>
              <a:rPr lang="en-US" dirty="0">
                <a:ea typeface="+mn-lt"/>
                <a:cs typeface="+mn-lt"/>
              </a:rPr>
              <a:t>A SWOT-analysis can, for example, be performed .</a:t>
            </a:r>
            <a:endParaRPr lang="en-US" dirty="0"/>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146146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B01A25-219C-43C2-B71B-A32A64A441EA}"/>
              </a:ext>
            </a:extLst>
          </p:cNvPr>
          <p:cNvSpPr>
            <a:spLocks noGrp="1"/>
          </p:cNvSpPr>
          <p:nvPr>
            <p:ph type="title"/>
          </p:nvPr>
        </p:nvSpPr>
        <p:spPr/>
        <p:txBody>
          <a:bodyPr/>
          <a:lstStyle/>
          <a:p>
            <a:r>
              <a:rPr lang="en-US">
                <a:ea typeface="+mj-lt"/>
                <a:cs typeface="+mj-lt"/>
              </a:rPr>
              <a:t>Design stage</a:t>
            </a:r>
            <a:endParaRPr lang="en-US"/>
          </a:p>
        </p:txBody>
      </p:sp>
      <p:sp>
        <p:nvSpPr>
          <p:cNvPr id="3" name="Content Placeholder 2">
            <a:extLst>
              <a:ext uri="{FF2B5EF4-FFF2-40B4-BE49-F238E27FC236}">
                <a16:creationId xmlns="" xmlns:a16="http://schemas.microsoft.com/office/drawing/2014/main" id="{808C4CD3-E129-441B-B2B8-32DCBC77022F}"/>
              </a:ext>
            </a:extLst>
          </p:cNvPr>
          <p:cNvSpPr>
            <a:spLocks noGrp="1"/>
          </p:cNvSpPr>
          <p:nvPr>
            <p:ph idx="1"/>
          </p:nvPr>
        </p:nvSpPr>
        <p:spPr/>
        <p:txBody>
          <a:bodyPr vert="horz" lIns="0" tIns="45720" rIns="0" bIns="45720" rtlCol="0" anchor="t">
            <a:normAutofit/>
          </a:bodyPr>
          <a:lstStyle/>
          <a:p>
            <a:r>
              <a:rPr lang="en-US" dirty="0">
                <a:ea typeface="+mn-lt"/>
                <a:cs typeface="+mn-lt"/>
              </a:rPr>
              <a:t>The design stage of the proposed new situation consists of setting objectives related to the above mentioned dimensions of the new system – putting together the different objectives for the new system to meet.</a:t>
            </a:r>
            <a:endParaRPr lang="en-US" dirty="0"/>
          </a:p>
          <a:p>
            <a:r>
              <a:rPr lang="en-US" dirty="0">
                <a:ea typeface="+mn-lt"/>
                <a:cs typeface="+mn-lt"/>
              </a:rPr>
              <a:t> In this stage issues of software and hardware need to be dealt with.</a:t>
            </a:r>
          </a:p>
          <a:p>
            <a:r>
              <a:rPr lang="en-US" dirty="0">
                <a:ea typeface="+mn-lt"/>
                <a:cs typeface="+mn-lt"/>
              </a:rPr>
              <a:t> Work processes are also necessary to take into account from a design perspective, and not just the front-end processes, but also the underlying processes. </a:t>
            </a:r>
            <a:endParaRPr lang="en-US"/>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3536583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DD3383-D9CF-442D-BD22-ADABFC131C84}"/>
              </a:ext>
            </a:extLst>
          </p:cNvPr>
          <p:cNvSpPr>
            <a:spLocks noGrp="1"/>
          </p:cNvSpPr>
          <p:nvPr>
            <p:ph type="title"/>
          </p:nvPr>
        </p:nvSpPr>
        <p:spPr/>
        <p:txBody>
          <a:bodyPr/>
          <a:lstStyle/>
          <a:p>
            <a:r>
              <a:rPr lang="en-US" dirty="0">
                <a:ea typeface="+mj-lt"/>
                <a:cs typeface="+mj-lt"/>
              </a:rPr>
              <a:t>System construction</a:t>
            </a:r>
            <a:endParaRPr lang="en-US" dirty="0"/>
          </a:p>
        </p:txBody>
      </p:sp>
      <p:sp>
        <p:nvSpPr>
          <p:cNvPr id="3" name="Content Placeholder 2">
            <a:extLst>
              <a:ext uri="{FF2B5EF4-FFF2-40B4-BE49-F238E27FC236}">
                <a16:creationId xmlns="" xmlns:a16="http://schemas.microsoft.com/office/drawing/2014/main" id="{3F5DF0A2-92CD-4173-9B23-C48D3BD51671}"/>
              </a:ext>
            </a:extLst>
          </p:cNvPr>
          <p:cNvSpPr>
            <a:spLocks noGrp="1"/>
          </p:cNvSpPr>
          <p:nvPr>
            <p:ph idx="1"/>
          </p:nvPr>
        </p:nvSpPr>
        <p:spPr/>
        <p:txBody>
          <a:bodyPr vert="horz" lIns="0" tIns="45720" rIns="0" bIns="45720" rtlCol="0" anchor="t">
            <a:normAutofit/>
          </a:bodyPr>
          <a:lstStyle/>
          <a:p>
            <a:r>
              <a:rPr lang="en-US" dirty="0">
                <a:ea typeface="+mn-lt"/>
                <a:cs typeface="+mn-lt"/>
              </a:rPr>
              <a:t>System construction consists of the process and activities in acquiring any new IT, undertaking detailed design of the new e-government system (for example a system installation), building it, testing it, and documenting it. </a:t>
            </a:r>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2402507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48191C-C9E9-4412-89D9-7410353745E8}"/>
              </a:ext>
            </a:extLst>
          </p:cNvPr>
          <p:cNvSpPr>
            <a:spLocks noGrp="1"/>
          </p:cNvSpPr>
          <p:nvPr>
            <p:ph type="title"/>
          </p:nvPr>
        </p:nvSpPr>
        <p:spPr/>
        <p:txBody>
          <a:bodyPr/>
          <a:lstStyle/>
          <a:p>
            <a:r>
              <a:rPr lang="en-US" dirty="0">
                <a:ea typeface="+mj-lt"/>
                <a:cs typeface="+mj-lt"/>
              </a:rPr>
              <a:t>Implementation</a:t>
            </a:r>
            <a:endParaRPr lang="en-US" dirty="0"/>
          </a:p>
        </p:txBody>
      </p:sp>
      <p:sp>
        <p:nvSpPr>
          <p:cNvPr id="3" name="Content Placeholder 2">
            <a:extLst>
              <a:ext uri="{FF2B5EF4-FFF2-40B4-BE49-F238E27FC236}">
                <a16:creationId xmlns="" xmlns:a16="http://schemas.microsoft.com/office/drawing/2014/main" id="{45C66DC1-1B7D-4F83-A60E-E59D86BE2F08}"/>
              </a:ext>
            </a:extLst>
          </p:cNvPr>
          <p:cNvSpPr>
            <a:spLocks noGrp="1"/>
          </p:cNvSpPr>
          <p:nvPr>
            <p:ph idx="1"/>
          </p:nvPr>
        </p:nvSpPr>
        <p:spPr/>
        <p:txBody>
          <a:bodyPr vert="horz" lIns="0" tIns="45720" rIns="0" bIns="45720" rtlCol="0" anchor="t">
            <a:normAutofit/>
          </a:bodyPr>
          <a:lstStyle/>
          <a:p>
            <a:pPr algn="just"/>
            <a:endParaRPr lang="en-US" dirty="0">
              <a:ea typeface="+mn-lt"/>
              <a:cs typeface="+mn-lt"/>
            </a:endParaRPr>
          </a:p>
          <a:p>
            <a:pPr algn="just"/>
            <a:r>
              <a:rPr lang="en-US" dirty="0">
                <a:ea typeface="+mn-lt"/>
                <a:cs typeface="+mn-lt"/>
              </a:rPr>
              <a:t>Implementation and beyond is represented by the planning of implementation processes,</a:t>
            </a:r>
          </a:p>
          <a:p>
            <a:pPr algn="just"/>
            <a:r>
              <a:rPr lang="en-US" dirty="0">
                <a:ea typeface="+mn-lt"/>
                <a:cs typeface="+mn-lt"/>
              </a:rPr>
              <a:t> for example: training users to use the new information system; converting data from old to new formats; systems maintenance activities; introducing the new e-government system; monitoring and evaluating its performance and context; and undertaking necessary activities . </a:t>
            </a:r>
            <a:endParaRPr lang="en-US">
              <a:ea typeface="+mn-lt"/>
              <a:cs typeface="+mn-lt"/>
            </a:endParaRPr>
          </a:p>
          <a:p>
            <a:pPr algn="just"/>
            <a:r>
              <a:rPr lang="en-US" dirty="0">
                <a:ea typeface="+mn-lt"/>
                <a:cs typeface="+mn-lt"/>
              </a:rPr>
              <a:t>The efforts concerning post implementation tasks such as marketing and support, in order to avoid the common “build it and they will come”  strategy, are also important .</a:t>
            </a:r>
            <a:endParaRPr lang="en-US"/>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564402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D16518-9039-4D99-87D6-9E6D3C6DCC2E}"/>
              </a:ext>
            </a:extLst>
          </p:cNvPr>
          <p:cNvSpPr>
            <a:spLocks noGrp="1"/>
          </p:cNvSpPr>
          <p:nvPr>
            <p:ph type="title"/>
          </p:nvPr>
        </p:nvSpPr>
        <p:spPr/>
        <p:txBody>
          <a:bodyPr/>
          <a:lstStyle/>
          <a:p>
            <a:r>
              <a:rPr lang="en-US" b="1" cap="small">
                <a:ea typeface="+mj-lt"/>
                <a:cs typeface="+mj-lt"/>
              </a:rPr>
              <a:t>Online Service Delivery and Electronic Service Delivery</a:t>
            </a:r>
          </a:p>
        </p:txBody>
      </p:sp>
      <p:sp>
        <p:nvSpPr>
          <p:cNvPr id="3" name="Content Placeholder 2">
            <a:extLst>
              <a:ext uri="{FF2B5EF4-FFF2-40B4-BE49-F238E27FC236}">
                <a16:creationId xmlns="" xmlns:a16="http://schemas.microsoft.com/office/drawing/2014/main" id="{13689C99-E34A-43FE-841F-C10478AF0838}"/>
              </a:ext>
            </a:extLst>
          </p:cNvPr>
          <p:cNvSpPr>
            <a:spLocks noGrp="1"/>
          </p:cNvSpPr>
          <p:nvPr>
            <p:ph idx="1"/>
          </p:nvPr>
        </p:nvSpPr>
        <p:spPr/>
        <p:txBody>
          <a:bodyPr vert="horz" lIns="0" tIns="45720" rIns="0" bIns="45720" rtlCol="0" anchor="t">
            <a:normAutofit fontScale="85000" lnSpcReduction="10000"/>
          </a:bodyPr>
          <a:lstStyle/>
          <a:p>
            <a:pPr algn="just"/>
            <a:r>
              <a:rPr lang="en-US">
                <a:ea typeface="+mn-lt"/>
                <a:cs typeface="+mn-lt"/>
              </a:rPr>
              <a:t>Online service delivery is an effective way to build closer relationships with customers, partners, and the public while simultaneously cutting costs and reducing delays.</a:t>
            </a:r>
          </a:p>
          <a:p>
            <a:pPr algn="just"/>
            <a:r>
              <a:rPr lang="en-US">
                <a:ea typeface="+mn-lt"/>
                <a:cs typeface="+mn-lt"/>
              </a:rPr>
              <a:t>Increasingly, organizations across a number of sectors are offering external-facing online services. They are also looking for the best ways to overcome challenges presented by registering and managing external identities, providing secure authentication, and managing access rights.</a:t>
            </a:r>
          </a:p>
          <a:p>
            <a:pPr algn="just"/>
            <a:r>
              <a:rPr lang="en-US">
                <a:ea typeface="+mn-lt"/>
                <a:cs typeface="+mn-lt"/>
              </a:rPr>
              <a:t>Electronis Service delivery or ESD refers to providing government service through the internet or other electronics means. It is related to e- service and e -government . </a:t>
            </a:r>
          </a:p>
          <a:p>
            <a:pPr algn="just"/>
            <a:r>
              <a:rPr lang="en-US">
                <a:ea typeface="+mn-lt"/>
                <a:cs typeface="+mn-lt"/>
              </a:rPr>
              <a:t>E service is highly generic term usially referring to " The provision of service via the internet".</a:t>
            </a:r>
          </a:p>
          <a:p>
            <a:pPr algn="just"/>
            <a:r>
              <a:rPr lang="en-US">
                <a:ea typeface="+mn-lt"/>
                <a:cs typeface="+mn-lt"/>
              </a:rPr>
              <a:t>Thus e service may also include e commerce although it may also include non commercial sevices(online) which is usually provided by the government (Main focus is government service provide by government to public)</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1976407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4DDE15-F4F3-4241-A91A-A0F7D4D4F982}"/>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2EC9DA02-2E54-4242-9C7C-DD25919F0979}"/>
              </a:ext>
            </a:extLst>
          </p:cNvPr>
          <p:cNvSpPr>
            <a:spLocks noGrp="1"/>
          </p:cNvSpPr>
          <p:nvPr>
            <p:ph idx="1"/>
          </p:nvPr>
        </p:nvSpPr>
        <p:spPr/>
        <p:txBody>
          <a:bodyPr vert="horz" lIns="0" tIns="45720" rIns="0" bIns="45720" rtlCol="0" anchor="t">
            <a:normAutofit fontScale="85000" lnSpcReduction="10000"/>
          </a:bodyPr>
          <a:lstStyle/>
          <a:p>
            <a:pPr algn="just"/>
            <a:r>
              <a:rPr lang="en-US" b="1">
                <a:ea typeface="+mn-lt"/>
                <a:cs typeface="+mn-lt"/>
              </a:rPr>
              <a:t>E-Participation</a:t>
            </a:r>
          </a:p>
          <a:p>
            <a:pPr algn="just"/>
            <a:r>
              <a:rPr lang="en-US">
                <a:ea typeface="+mn-lt"/>
                <a:cs typeface="+mn-lt"/>
              </a:rPr>
              <a:t>E-Participation is a medium that is provided to engage citizens in policy-making, decision-making and design services through the use of information and communication technologies. Citizen engagement through e-participation has always been recognized by the Government so that the agency can:</a:t>
            </a:r>
          </a:p>
          <a:p>
            <a:pPr algn="just"/>
            <a:r>
              <a:rPr lang="en-US">
                <a:ea typeface="+mn-lt"/>
                <a:cs typeface="+mn-lt"/>
              </a:rPr>
              <a:t>1. Local development / new services and insights from the perspective of the people,</a:t>
            </a:r>
          </a:p>
          <a:p>
            <a:pPr algn="just"/>
            <a:r>
              <a:rPr lang="en-US">
                <a:ea typeface="+mn-lt"/>
                <a:cs typeface="+mn-lt"/>
              </a:rPr>
              <a:t>2. Identify sources of information/services needed by the people,</a:t>
            </a:r>
          </a:p>
          <a:p>
            <a:pPr algn="just"/>
            <a:r>
              <a:rPr lang="en-US">
                <a:ea typeface="+mn-lt"/>
                <a:cs typeface="+mn-lt"/>
              </a:rPr>
              <a:t>3. Decision-making and progress with regard to the potential reserves of the people.</a:t>
            </a:r>
          </a:p>
          <a:p>
            <a:pPr algn="just"/>
            <a:r>
              <a:rPr lang="en-US">
                <a:ea typeface="+mn-lt"/>
                <a:cs typeface="+mn-lt"/>
              </a:rPr>
              <a:t>However, people have to abide by the terms and conditions of a predetermined time to provide feedback. E-Participation initiative provided in the Ministry / Department / Agency is such as e-information, e-consultation and e-decision.</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1015557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536442-5904-4747-B353-716D529399E7}"/>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C5545711-BE97-4A18-AD6D-C601A575A9AB}"/>
              </a:ext>
            </a:extLst>
          </p:cNvPr>
          <p:cNvSpPr>
            <a:spLocks noGrp="1"/>
          </p:cNvSpPr>
          <p:nvPr>
            <p:ph idx="1"/>
          </p:nvPr>
        </p:nvSpPr>
        <p:spPr/>
        <p:txBody>
          <a:bodyPr vert="horz" lIns="0" tIns="45720" rIns="0" bIns="45720" rtlCol="0" anchor="t">
            <a:normAutofit fontScale="85000" lnSpcReduction="20000"/>
          </a:bodyPr>
          <a:lstStyle/>
          <a:p>
            <a:pPr algn="just"/>
            <a:r>
              <a:rPr lang="en-US">
                <a:ea typeface="+mn-lt"/>
                <a:cs typeface="+mn-lt"/>
              </a:rPr>
              <a:t>Electronic services delivery or ESD refers to providing government services through the Internet or other electronic means. It is related to e-services and e-government.</a:t>
            </a:r>
          </a:p>
          <a:p>
            <a:pPr algn="just"/>
            <a:r>
              <a:rPr lang="en-US">
                <a:ea typeface="+mn-lt"/>
                <a:cs typeface="+mn-lt"/>
              </a:rPr>
              <a:t>E-service (or eservice) is a highly generic term usually referring to ‘The provision of services via the Internet (the prefix 'e' standing for ‘electronic’, as it does in many other usages), thus e-Service may also include e-Commerce, although it may also include non-commercial services (online), which is usually provided by the government.’ (Alexei Pavlichev &amp; G. David Garson, 2004: 169-170; Muhammad Rais &amp; Nazariah, 2003: 59, 70-71).</a:t>
            </a:r>
          </a:p>
          <a:p>
            <a:pPr algn="just"/>
            <a:r>
              <a:rPr lang="en-US">
                <a:ea typeface="+mn-lt"/>
                <a:cs typeface="+mn-lt"/>
              </a:rPr>
              <a:t>‘An umbrella term for services available on the Internet, e-Service include e-Commerce transaction services for handling online orders, application hosting by application service providers (ASPs) and any processing capability that is obtainable on the Web.’ (Computer Desktop Encyclopedia, 2009)</a:t>
            </a:r>
          </a:p>
          <a:p>
            <a:pPr algn="just"/>
            <a:r>
              <a:rPr lang="en-US">
                <a:ea typeface="+mn-lt"/>
                <a:cs typeface="+mn-lt"/>
              </a:rPr>
              <a:t>E-Service or 'electronic service' constitutes the online services available on the Internet, whereby a valid transaction of buying and selling (procurement) is possible, as opposed to the traditional websites, whereby only descriptive information are available, and no online transaction is made possible.</a:t>
            </a:r>
          </a:p>
          <a:p>
            <a:endParaRPr lang="en-US" dirty="0"/>
          </a:p>
        </p:txBody>
      </p:sp>
      <p:sp>
        <p:nvSpPr>
          <p:cNvPr id="4" name="Footer Placeholder 3"/>
          <p:cNvSpPr>
            <a:spLocks noGrp="1"/>
          </p:cNvSpPr>
          <p:nvPr>
            <p:ph type="ftr" sz="quarter" idx="11"/>
          </p:nvPr>
        </p:nvSpPr>
        <p:spPr/>
        <p:txBody>
          <a:bodyPr/>
          <a:lstStyle/>
          <a:p>
            <a:r>
              <a:rPr lang="en-US" smtClean="0"/>
              <a:t>BY ANKU JAISWAL</a:t>
            </a:r>
            <a:endParaRPr lang="en-US"/>
          </a:p>
        </p:txBody>
      </p:sp>
    </p:spTree>
    <p:extLst>
      <p:ext uri="{BB962C8B-B14F-4D97-AF65-F5344CB8AC3E}">
        <p14:creationId xmlns="" xmlns:p14="http://schemas.microsoft.com/office/powerpoint/2010/main" val="4289036007"/>
      </p:ext>
    </p:extLst>
  </p:cSld>
  <p:clrMapOvr>
    <a:masterClrMapping/>
  </p:clrMapOvr>
</p:sld>
</file>

<file path=ppt/theme/theme1.xml><?xml version="1.0" encoding="utf-8"?>
<a:theme xmlns:a="http://schemas.openxmlformats.org/drawingml/2006/main" name="RetrospectVTI">
  <a:themeElements>
    <a:clrScheme name="Office">
      <a:dk1>
        <a:srgbClr val="000000"/>
      </a:dk1>
      <a:lt1>
        <a:srgbClr val="FFFFFF"/>
      </a:lt1>
      <a:dk2>
        <a:srgbClr val="2E3948"/>
      </a:dk2>
      <a:lt2>
        <a:srgbClr val="E7E6E6"/>
      </a:lt2>
      <a:accent1>
        <a:srgbClr val="5A82CB"/>
      </a:accent1>
      <a:accent2>
        <a:srgbClr val="ED7D31"/>
      </a:accent2>
      <a:accent3>
        <a:srgbClr val="A3A3A3"/>
      </a:accent3>
      <a:accent4>
        <a:srgbClr val="CF9B00"/>
      </a:accent4>
      <a:accent5>
        <a:srgbClr val="5B9BD5"/>
      </a:accent5>
      <a:accent6>
        <a:srgbClr val="70AD47"/>
      </a:accent6>
      <a:hlink>
        <a:srgbClr val="D26012"/>
      </a:hlink>
      <a:folHlink>
        <a:srgbClr val="A9718D"/>
      </a:folHlink>
    </a:clrScheme>
    <a:fontScheme name="Retrospect">
      <a:majorFont>
        <a:latin typeface="Univers Condense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Univer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TotalTime>
  <Words>1412</Words>
  <Application>Microsoft Office PowerPoint</Application>
  <PresentationFormat>Custom</PresentationFormat>
  <Paragraphs>258</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RetrospectVTI</vt:lpstr>
      <vt:lpstr>UNIT-1 INTRODUCTION </vt:lpstr>
      <vt:lpstr>SYLLABUS</vt:lpstr>
      <vt:lpstr>E-government </vt:lpstr>
      <vt:lpstr>Four Domains of e-Government</vt:lpstr>
      <vt:lpstr>Benefits of e-Government </vt:lpstr>
      <vt:lpstr>E GOVERNANCE </vt:lpstr>
      <vt:lpstr>Benefits of e-Governance </vt:lpstr>
      <vt:lpstr>Key difference between e-Government &amp; e-Governance?</vt:lpstr>
      <vt:lpstr>Good Governance</vt:lpstr>
      <vt:lpstr>Slide 10</vt:lpstr>
      <vt:lpstr>Phase of e- Governance</vt:lpstr>
      <vt:lpstr>Types of e-governance</vt:lpstr>
      <vt:lpstr>Slide 13</vt:lpstr>
      <vt:lpstr>Government-to-Citizen (G2C):  </vt:lpstr>
      <vt:lpstr>Government-to-business (G2B):  </vt:lpstr>
      <vt:lpstr>Government-to-Government (G2G):  </vt:lpstr>
      <vt:lpstr>Slide 17</vt:lpstr>
      <vt:lpstr>Slide 18</vt:lpstr>
      <vt:lpstr>Slide 19</vt:lpstr>
      <vt:lpstr>NEED OF E GOVERNANCE</vt:lpstr>
      <vt:lpstr>Slide 21</vt:lpstr>
      <vt:lpstr>MIDDLEMAN PROBLEM</vt:lpstr>
      <vt:lpstr>Evolution of E-Governance, Its Scope and Content  </vt:lpstr>
      <vt:lpstr>Slide 24</vt:lpstr>
      <vt:lpstr>Slide 25</vt:lpstr>
      <vt:lpstr>Slide 26</vt:lpstr>
      <vt:lpstr>Slide 27</vt:lpstr>
      <vt:lpstr>Present Global Trends of Growth in E-Governance: Other Issues  </vt:lpstr>
      <vt:lpstr>Slide 29</vt:lpstr>
      <vt:lpstr>Slide 30</vt:lpstr>
      <vt:lpstr>Slide 31</vt:lpstr>
      <vt:lpstr>Other Issues                              </vt:lpstr>
      <vt:lpstr>Slide 33</vt:lpstr>
      <vt:lpstr>Slide 34</vt:lpstr>
      <vt:lpstr>E-Government as Information System</vt:lpstr>
      <vt:lpstr>Slide 36</vt:lpstr>
      <vt:lpstr>Slide 37</vt:lpstr>
      <vt:lpstr>Slide 38</vt:lpstr>
      <vt:lpstr>Slide 39</vt:lpstr>
      <vt:lpstr>Slide 40</vt:lpstr>
      <vt:lpstr>Slide 41</vt:lpstr>
      <vt:lpstr>Slide 42</vt:lpstr>
      <vt:lpstr>E-Government Life Cycle</vt:lpstr>
      <vt:lpstr>Slide 44</vt:lpstr>
      <vt:lpstr>Project assessment</vt:lpstr>
      <vt:lpstr>Slide 46</vt:lpstr>
      <vt:lpstr>Analysis of current reality</vt:lpstr>
      <vt:lpstr>Design stage</vt:lpstr>
      <vt:lpstr>System construction</vt:lpstr>
      <vt:lpstr>Implementation</vt:lpstr>
      <vt:lpstr>Online Service Delivery and Electronic Service Delivery</vt:lpstr>
      <vt:lpstr>Slide 52</vt:lpstr>
      <vt:lpstr>Slide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vivo book</cp:lastModifiedBy>
  <cp:revision>133</cp:revision>
  <dcterms:created xsi:type="dcterms:W3CDTF">2020-08-21T12:51:44Z</dcterms:created>
  <dcterms:modified xsi:type="dcterms:W3CDTF">2022-04-25T14:26:06Z</dcterms:modified>
</cp:coreProperties>
</file>