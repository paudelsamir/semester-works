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54"/>
  </p:notesMasterIdLst>
  <p:sldIdLst>
    <p:sldId id="256" r:id="rId2"/>
    <p:sldId id="257" r:id="rId3"/>
    <p:sldId id="287" r:id="rId4"/>
    <p:sldId id="286" r:id="rId5"/>
    <p:sldId id="262" r:id="rId6"/>
    <p:sldId id="263" r:id="rId7"/>
    <p:sldId id="261" r:id="rId8"/>
    <p:sldId id="288" r:id="rId9"/>
    <p:sldId id="260" r:id="rId10"/>
    <p:sldId id="259" r:id="rId11"/>
    <p:sldId id="258" r:id="rId12"/>
    <p:sldId id="264" r:id="rId13"/>
    <p:sldId id="307" r:id="rId14"/>
    <p:sldId id="269" r:id="rId15"/>
    <p:sldId id="268" r:id="rId16"/>
    <p:sldId id="267" r:id="rId17"/>
    <p:sldId id="266" r:id="rId18"/>
    <p:sldId id="275" r:id="rId19"/>
    <p:sldId id="265" r:id="rId20"/>
    <p:sldId id="274" r:id="rId21"/>
    <p:sldId id="273" r:id="rId22"/>
    <p:sldId id="272" r:id="rId23"/>
    <p:sldId id="271" r:id="rId24"/>
    <p:sldId id="270" r:id="rId25"/>
    <p:sldId id="289" r:id="rId26"/>
    <p:sldId id="276" r:id="rId27"/>
    <p:sldId id="277" r:id="rId28"/>
    <p:sldId id="293" r:id="rId29"/>
    <p:sldId id="291" r:id="rId30"/>
    <p:sldId id="294" r:id="rId31"/>
    <p:sldId id="290"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278" r:id="rId45"/>
    <p:sldId id="279" r:id="rId46"/>
    <p:sldId id="292" r:id="rId47"/>
    <p:sldId id="280" r:id="rId48"/>
    <p:sldId id="281" r:id="rId49"/>
    <p:sldId id="282" r:id="rId50"/>
    <p:sldId id="283" r:id="rId51"/>
    <p:sldId id="284" r:id="rId52"/>
    <p:sldId id="28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D6CF0-BED3-476E-25D4-89410ABC0BF6}" v="154" dt="2020-09-11T03:18:56.736"/>
    <p1510:client id="{599838D9-980C-4152-86F5-5EA0C20C9709}" v="55" dt="2020-09-02T03:39:32.818"/>
    <p1510:client id="{6257B61D-260B-44CF-1A5D-72C07AFD0BB2}" v="7" dt="2020-09-08T02:36:41.394"/>
    <p1510:client id="{EAABB792-97B4-4901-2CE3-5330E8E5FC7A}" v="352" dt="2020-09-09T04:46:50.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9972" autoAdjust="0"/>
    <p:restoredTop sz="94660"/>
  </p:normalViewPr>
  <p:slideViewPr>
    <p:cSldViewPr snapToGrid="0">
      <p:cViewPr varScale="1">
        <p:scale>
          <a:sx n="69" d="100"/>
          <a:sy n="69" d="100"/>
        </p:scale>
        <p:origin x="-372"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 Jaiswal" userId="15fa42f86696cacf" providerId="Windows Live" clId="Web-{EAABB792-97B4-4901-2CE3-5330E8E5FC7A}"/>
    <pc:docChg chg="addSld modSld">
      <pc:chgData name="Anku Jaiswal" userId="15fa42f86696cacf" providerId="Windows Live" clId="Web-{EAABB792-97B4-4901-2CE3-5330E8E5FC7A}" dt="2020-09-09T04:46:50.770" v="336" actId="20577"/>
      <pc:docMkLst>
        <pc:docMk/>
      </pc:docMkLst>
      <pc:sldChg chg="modSp">
        <pc:chgData name="Anku Jaiswal" userId="15fa42f86696cacf" providerId="Windows Live" clId="Web-{EAABB792-97B4-4901-2CE3-5330E8E5FC7A}" dt="2020-09-09T03:57:17.052" v="212" actId="20577"/>
        <pc:sldMkLst>
          <pc:docMk/>
          <pc:sldMk cId="3957338137" sldId="257"/>
        </pc:sldMkLst>
        <pc:spChg chg="mod">
          <ac:chgData name="Anku Jaiswal" userId="15fa42f86696cacf" providerId="Windows Live" clId="Web-{EAABB792-97B4-4901-2CE3-5330E8E5FC7A}" dt="2020-09-09T03:57:17.052" v="212" actId="20577"/>
          <ac:spMkLst>
            <pc:docMk/>
            <pc:sldMk cId="3957338137" sldId="257"/>
            <ac:spMk id="3" creationId="{C352820B-4302-4595-BD74-93E109E08EEB}"/>
          </ac:spMkLst>
        </pc:spChg>
      </pc:sldChg>
      <pc:sldChg chg="modSp">
        <pc:chgData name="Anku Jaiswal" userId="15fa42f86696cacf" providerId="Windows Live" clId="Web-{EAABB792-97B4-4901-2CE3-5330E8E5FC7A}" dt="2020-09-09T04:06:13.367" v="263" actId="20577"/>
        <pc:sldMkLst>
          <pc:docMk/>
          <pc:sldMk cId="1283266772" sldId="258"/>
        </pc:sldMkLst>
        <pc:spChg chg="mod">
          <ac:chgData name="Anku Jaiswal" userId="15fa42f86696cacf" providerId="Windows Live" clId="Web-{EAABB792-97B4-4901-2CE3-5330E8E5FC7A}" dt="2020-09-09T04:06:13.367" v="263" actId="20577"/>
          <ac:spMkLst>
            <pc:docMk/>
            <pc:sldMk cId="1283266772" sldId="258"/>
            <ac:spMk id="3" creationId="{4CC3D0E1-805B-48F9-A4F6-01412601FF59}"/>
          </ac:spMkLst>
        </pc:spChg>
      </pc:sldChg>
      <pc:sldChg chg="modSp">
        <pc:chgData name="Anku Jaiswal" userId="15fa42f86696cacf" providerId="Windows Live" clId="Web-{EAABB792-97B4-4901-2CE3-5330E8E5FC7A}" dt="2020-09-09T04:06:07.430" v="261" actId="20577"/>
        <pc:sldMkLst>
          <pc:docMk/>
          <pc:sldMk cId="2483007963" sldId="259"/>
        </pc:sldMkLst>
        <pc:spChg chg="mod">
          <ac:chgData name="Anku Jaiswal" userId="15fa42f86696cacf" providerId="Windows Live" clId="Web-{EAABB792-97B4-4901-2CE3-5330E8E5FC7A}" dt="2020-09-09T04:06:07.430" v="261" actId="20577"/>
          <ac:spMkLst>
            <pc:docMk/>
            <pc:sldMk cId="2483007963" sldId="259"/>
            <ac:spMk id="3" creationId="{249723CC-1E05-4831-9F46-7E38AC46A6A8}"/>
          </ac:spMkLst>
        </pc:spChg>
      </pc:sldChg>
      <pc:sldChg chg="modSp">
        <pc:chgData name="Anku Jaiswal" userId="15fa42f86696cacf" providerId="Windows Live" clId="Web-{EAABB792-97B4-4901-2CE3-5330E8E5FC7A}" dt="2020-09-09T04:02:35.725" v="257" actId="20577"/>
        <pc:sldMkLst>
          <pc:docMk/>
          <pc:sldMk cId="1904496747" sldId="260"/>
        </pc:sldMkLst>
        <pc:spChg chg="mod">
          <ac:chgData name="Anku Jaiswal" userId="15fa42f86696cacf" providerId="Windows Live" clId="Web-{EAABB792-97B4-4901-2CE3-5330E8E5FC7A}" dt="2020-09-09T04:02:35.725" v="257" actId="20577"/>
          <ac:spMkLst>
            <pc:docMk/>
            <pc:sldMk cId="1904496747" sldId="260"/>
            <ac:spMk id="3" creationId="{FD38CAD7-60A7-46C6-A733-C4E1DA9D842A}"/>
          </ac:spMkLst>
        </pc:spChg>
      </pc:sldChg>
      <pc:sldChg chg="modSp">
        <pc:chgData name="Anku Jaiswal" userId="15fa42f86696cacf" providerId="Windows Live" clId="Web-{EAABB792-97B4-4901-2CE3-5330E8E5FC7A}" dt="2020-09-09T04:02:01.256" v="235" actId="20577"/>
        <pc:sldMkLst>
          <pc:docMk/>
          <pc:sldMk cId="3759582681" sldId="261"/>
        </pc:sldMkLst>
        <pc:spChg chg="mod">
          <ac:chgData name="Anku Jaiswal" userId="15fa42f86696cacf" providerId="Windows Live" clId="Web-{EAABB792-97B4-4901-2CE3-5330E8E5FC7A}" dt="2020-09-09T04:02:01.256" v="235" actId="20577"/>
          <ac:spMkLst>
            <pc:docMk/>
            <pc:sldMk cId="3759582681" sldId="261"/>
            <ac:spMk id="3" creationId="{D723B1A0-4D19-4EE2-B5B3-85074989924E}"/>
          </ac:spMkLst>
        </pc:spChg>
      </pc:sldChg>
      <pc:sldChg chg="modSp">
        <pc:chgData name="Anku Jaiswal" userId="15fa42f86696cacf" providerId="Windows Live" clId="Web-{EAABB792-97B4-4901-2CE3-5330E8E5FC7A}" dt="2020-09-09T03:58:16.286" v="224" actId="20577"/>
        <pc:sldMkLst>
          <pc:docMk/>
          <pc:sldMk cId="868243801" sldId="262"/>
        </pc:sldMkLst>
        <pc:spChg chg="mod">
          <ac:chgData name="Anku Jaiswal" userId="15fa42f86696cacf" providerId="Windows Live" clId="Web-{EAABB792-97B4-4901-2CE3-5330E8E5FC7A}" dt="2020-09-09T03:58:16.286" v="224" actId="20577"/>
          <ac:spMkLst>
            <pc:docMk/>
            <pc:sldMk cId="868243801" sldId="262"/>
            <ac:spMk id="3" creationId="{2691DAD0-8994-48E1-B841-5BE0317AE6D0}"/>
          </ac:spMkLst>
        </pc:spChg>
      </pc:sldChg>
      <pc:sldChg chg="modSp">
        <pc:chgData name="Anku Jaiswal" userId="15fa42f86696cacf" providerId="Windows Live" clId="Web-{EAABB792-97B4-4901-2CE3-5330E8E5FC7A}" dt="2020-09-09T03:58:53.162" v="230" actId="20577"/>
        <pc:sldMkLst>
          <pc:docMk/>
          <pc:sldMk cId="2461918059" sldId="263"/>
        </pc:sldMkLst>
        <pc:spChg chg="mod">
          <ac:chgData name="Anku Jaiswal" userId="15fa42f86696cacf" providerId="Windows Live" clId="Web-{EAABB792-97B4-4901-2CE3-5330E8E5FC7A}" dt="2020-09-09T03:58:53.162" v="230" actId="20577"/>
          <ac:spMkLst>
            <pc:docMk/>
            <pc:sldMk cId="2461918059" sldId="263"/>
            <ac:spMk id="3" creationId="{156C27CE-6D8D-429A-B200-30102090EE09}"/>
          </ac:spMkLst>
        </pc:spChg>
      </pc:sldChg>
      <pc:sldChg chg="modSp">
        <pc:chgData name="Anku Jaiswal" userId="15fa42f86696cacf" providerId="Windows Live" clId="Web-{EAABB792-97B4-4901-2CE3-5330E8E5FC7A}" dt="2020-09-09T04:06:28.289" v="268" actId="20577"/>
        <pc:sldMkLst>
          <pc:docMk/>
          <pc:sldMk cId="56905096" sldId="264"/>
        </pc:sldMkLst>
        <pc:spChg chg="mod">
          <ac:chgData name="Anku Jaiswal" userId="15fa42f86696cacf" providerId="Windows Live" clId="Web-{EAABB792-97B4-4901-2CE3-5330E8E5FC7A}" dt="2020-09-09T04:06:28.289" v="268" actId="20577"/>
          <ac:spMkLst>
            <pc:docMk/>
            <pc:sldMk cId="56905096" sldId="264"/>
            <ac:spMk id="3" creationId="{5B303C36-3685-4CA3-8D73-BB3B74543CA0}"/>
          </ac:spMkLst>
        </pc:spChg>
      </pc:sldChg>
      <pc:sldChg chg="modSp new">
        <pc:chgData name="Anku Jaiswal" userId="15fa42f86696cacf" providerId="Windows Live" clId="Web-{EAABB792-97B4-4901-2CE3-5330E8E5FC7A}" dt="2020-09-09T04:41:42.943" v="294" actId="20577"/>
        <pc:sldMkLst>
          <pc:docMk/>
          <pc:sldMk cId="3846998616" sldId="265"/>
        </pc:sldMkLst>
        <pc:spChg chg="mod">
          <ac:chgData name="Anku Jaiswal" userId="15fa42f86696cacf" providerId="Windows Live" clId="Web-{EAABB792-97B4-4901-2CE3-5330E8E5FC7A}" dt="2020-09-09T04:41:42.943" v="294" actId="20577"/>
          <ac:spMkLst>
            <pc:docMk/>
            <pc:sldMk cId="3846998616" sldId="265"/>
            <ac:spMk id="3" creationId="{D1FA2E0A-979B-4E17-84A6-DCDCE874D03F}"/>
          </ac:spMkLst>
        </pc:spChg>
      </pc:sldChg>
      <pc:sldChg chg="modSp new">
        <pc:chgData name="Anku Jaiswal" userId="15fa42f86696cacf" providerId="Windows Live" clId="Web-{EAABB792-97B4-4901-2CE3-5330E8E5FC7A}" dt="2020-09-09T04:41:41.600" v="292" actId="20577"/>
        <pc:sldMkLst>
          <pc:docMk/>
          <pc:sldMk cId="2763305687" sldId="266"/>
        </pc:sldMkLst>
        <pc:spChg chg="mod">
          <ac:chgData name="Anku Jaiswal" userId="15fa42f86696cacf" providerId="Windows Live" clId="Web-{EAABB792-97B4-4901-2CE3-5330E8E5FC7A}" dt="2020-09-09T04:41:41.600" v="292" actId="20577"/>
          <ac:spMkLst>
            <pc:docMk/>
            <pc:sldMk cId="2763305687" sldId="266"/>
            <ac:spMk id="3" creationId="{FCEC471F-4D2C-43A2-A551-84B0CFE248F4}"/>
          </ac:spMkLst>
        </pc:spChg>
      </pc:sldChg>
      <pc:sldChg chg="modSp new">
        <pc:chgData name="Anku Jaiswal" userId="15fa42f86696cacf" providerId="Windows Live" clId="Web-{EAABB792-97B4-4901-2CE3-5330E8E5FC7A}" dt="2020-09-09T04:41:29.443" v="286" actId="20577"/>
        <pc:sldMkLst>
          <pc:docMk/>
          <pc:sldMk cId="3011194389" sldId="267"/>
        </pc:sldMkLst>
        <pc:spChg chg="mod">
          <ac:chgData name="Anku Jaiswal" userId="15fa42f86696cacf" providerId="Windows Live" clId="Web-{EAABB792-97B4-4901-2CE3-5330E8E5FC7A}" dt="2020-09-09T03:20:02.540" v="73" actId="20577"/>
          <ac:spMkLst>
            <pc:docMk/>
            <pc:sldMk cId="3011194389" sldId="267"/>
            <ac:spMk id="2" creationId="{EE423EA2-EFA5-4C71-A222-6E1D0EB4E3DA}"/>
          </ac:spMkLst>
        </pc:spChg>
        <pc:spChg chg="mod">
          <ac:chgData name="Anku Jaiswal" userId="15fa42f86696cacf" providerId="Windows Live" clId="Web-{EAABB792-97B4-4901-2CE3-5330E8E5FC7A}" dt="2020-09-09T04:41:29.443" v="286" actId="20577"/>
          <ac:spMkLst>
            <pc:docMk/>
            <pc:sldMk cId="3011194389" sldId="267"/>
            <ac:spMk id="3" creationId="{A1E8CBA1-4BCC-4F70-A44D-BE05EBB72FF6}"/>
          </ac:spMkLst>
        </pc:spChg>
      </pc:sldChg>
      <pc:sldChg chg="addSp delSp modSp new mod setBg">
        <pc:chgData name="Anku Jaiswal" userId="15fa42f86696cacf" providerId="Windows Live" clId="Web-{EAABB792-97B4-4901-2CE3-5330E8E5FC7A}" dt="2020-09-09T03:19:45.321" v="72"/>
        <pc:sldMkLst>
          <pc:docMk/>
          <pc:sldMk cId="3476423458" sldId="268"/>
        </pc:sldMkLst>
        <pc:spChg chg="del mod">
          <ac:chgData name="Anku Jaiswal" userId="15fa42f86696cacf" providerId="Windows Live" clId="Web-{EAABB792-97B4-4901-2CE3-5330E8E5FC7A}" dt="2020-09-09T03:19:20.493" v="20"/>
          <ac:spMkLst>
            <pc:docMk/>
            <pc:sldMk cId="3476423458" sldId="268"/>
            <ac:spMk id="2" creationId="{24E2EAEE-CF4E-4571-B6C7-9E5740F37395}"/>
          </ac:spMkLst>
        </pc:spChg>
        <pc:spChg chg="del">
          <ac:chgData name="Anku Jaiswal" userId="15fa42f86696cacf" providerId="Windows Live" clId="Web-{EAABB792-97B4-4901-2CE3-5330E8E5FC7A}" dt="2020-09-09T03:18:48.196" v="12"/>
          <ac:spMkLst>
            <pc:docMk/>
            <pc:sldMk cId="3476423458" sldId="268"/>
            <ac:spMk id="3" creationId="{96FCDB5F-17D7-4B91-93C7-666885CAA9FF}"/>
          </ac:spMkLst>
        </pc:spChg>
        <pc:spChg chg="add mod">
          <ac:chgData name="Anku Jaiswal" userId="15fa42f86696cacf" providerId="Windows Live" clId="Web-{EAABB792-97B4-4901-2CE3-5330E8E5FC7A}" dt="2020-09-09T03:18:48.211" v="14"/>
          <ac:spMkLst>
            <pc:docMk/>
            <pc:sldMk cId="3476423458" sldId="268"/>
            <ac:spMk id="6" creationId="{1728182A-22FF-410A-8F35-B5EDBBD262CB}"/>
          </ac:spMkLst>
        </pc:spChg>
        <pc:spChg chg="add">
          <ac:chgData name="Anku Jaiswal" userId="15fa42f86696cacf" providerId="Windows Live" clId="Web-{EAABB792-97B4-4901-2CE3-5330E8E5FC7A}" dt="2020-09-09T03:19:04.446" v="17"/>
          <ac:spMkLst>
            <pc:docMk/>
            <pc:sldMk cId="3476423458" sldId="268"/>
            <ac:spMk id="11" creationId="{60B7752B-728D-4CA3-8923-C4F7F77029E3}"/>
          </ac:spMkLst>
        </pc:spChg>
        <pc:spChg chg="add">
          <ac:chgData name="Anku Jaiswal" userId="15fa42f86696cacf" providerId="Windows Live" clId="Web-{EAABB792-97B4-4901-2CE3-5330E8E5FC7A}" dt="2020-09-09T03:19:04.446" v="17"/>
          <ac:spMkLst>
            <pc:docMk/>
            <pc:sldMk cId="3476423458" sldId="268"/>
            <ac:spMk id="13" creationId="{88392DC7-0988-443B-A0D0-E726C7DB622B}"/>
          </ac:spMkLst>
        </pc:spChg>
        <pc:graphicFrameChg chg="add mod ord modGraphic">
          <ac:chgData name="Anku Jaiswal" userId="15fa42f86696cacf" providerId="Windows Live" clId="Web-{EAABB792-97B4-4901-2CE3-5330E8E5FC7A}" dt="2020-09-09T03:19:45.321" v="72"/>
          <ac:graphicFrameMkLst>
            <pc:docMk/>
            <pc:sldMk cId="3476423458" sldId="268"/>
            <ac:graphicFrameMk id="5" creationId="{0DF3A14C-DE77-424A-82AA-5C34A57D2417}"/>
          </ac:graphicFrameMkLst>
        </pc:graphicFrameChg>
      </pc:sldChg>
      <pc:sldChg chg="modSp new">
        <pc:chgData name="Anku Jaiswal" userId="15fa42f86696cacf" providerId="Windows Live" clId="Web-{EAABB792-97B4-4901-2CE3-5330E8E5FC7A}" dt="2020-09-09T04:13:49.448" v="276" actId="20577"/>
        <pc:sldMkLst>
          <pc:docMk/>
          <pc:sldMk cId="333312550" sldId="269"/>
        </pc:sldMkLst>
        <pc:spChg chg="mod">
          <ac:chgData name="Anku Jaiswal" userId="15fa42f86696cacf" providerId="Windows Live" clId="Web-{EAABB792-97B4-4901-2CE3-5330E8E5FC7A}" dt="2020-09-09T03:18:20.571" v="5" actId="20577"/>
          <ac:spMkLst>
            <pc:docMk/>
            <pc:sldMk cId="333312550" sldId="269"/>
            <ac:spMk id="2" creationId="{1B70B7B0-ED57-47F8-B385-8A0B571B7A6D}"/>
          </ac:spMkLst>
        </pc:spChg>
        <pc:spChg chg="mod">
          <ac:chgData name="Anku Jaiswal" userId="15fa42f86696cacf" providerId="Windows Live" clId="Web-{EAABB792-97B4-4901-2CE3-5330E8E5FC7A}" dt="2020-09-09T04:13:49.448" v="276" actId="20577"/>
          <ac:spMkLst>
            <pc:docMk/>
            <pc:sldMk cId="333312550" sldId="269"/>
            <ac:spMk id="3" creationId="{4B17BA02-1B55-4C11-8267-7AEC0A742396}"/>
          </ac:spMkLst>
        </pc:spChg>
      </pc:sldChg>
      <pc:sldChg chg="modSp new">
        <pc:chgData name="Anku Jaiswal" userId="15fa42f86696cacf" providerId="Windows Live" clId="Web-{EAABB792-97B4-4901-2CE3-5330E8E5FC7A}" dt="2020-09-09T04:42:44.537" v="300" actId="20577"/>
        <pc:sldMkLst>
          <pc:docMk/>
          <pc:sldMk cId="3099829424" sldId="270"/>
        </pc:sldMkLst>
        <pc:spChg chg="mod">
          <ac:chgData name="Anku Jaiswal" userId="15fa42f86696cacf" providerId="Windows Live" clId="Web-{EAABB792-97B4-4901-2CE3-5330E8E5FC7A}" dt="2020-09-09T03:24:51.401" v="128" actId="20577"/>
          <ac:spMkLst>
            <pc:docMk/>
            <pc:sldMk cId="3099829424" sldId="270"/>
            <ac:spMk id="2" creationId="{82080660-AACD-4591-9C68-24D0A12816AA}"/>
          </ac:spMkLst>
        </pc:spChg>
        <pc:spChg chg="mod">
          <ac:chgData name="Anku Jaiswal" userId="15fa42f86696cacf" providerId="Windows Live" clId="Web-{EAABB792-97B4-4901-2CE3-5330E8E5FC7A}" dt="2020-09-09T04:42:44.537" v="300" actId="20577"/>
          <ac:spMkLst>
            <pc:docMk/>
            <pc:sldMk cId="3099829424" sldId="270"/>
            <ac:spMk id="3" creationId="{F2DFAA74-91B8-46B5-8BC8-CC6270903F8D}"/>
          </ac:spMkLst>
        </pc:spChg>
      </pc:sldChg>
      <pc:sldChg chg="modSp new">
        <pc:chgData name="Anku Jaiswal" userId="15fa42f86696cacf" providerId="Windows Live" clId="Web-{EAABB792-97B4-4901-2CE3-5330E8E5FC7A}" dt="2020-09-09T03:24:40.338" v="126" actId="20577"/>
        <pc:sldMkLst>
          <pc:docMk/>
          <pc:sldMk cId="1545766982" sldId="271"/>
        </pc:sldMkLst>
        <pc:spChg chg="mod">
          <ac:chgData name="Anku Jaiswal" userId="15fa42f86696cacf" providerId="Windows Live" clId="Web-{EAABB792-97B4-4901-2CE3-5330E8E5FC7A}" dt="2020-09-09T03:24:28.838" v="121" actId="20577"/>
          <ac:spMkLst>
            <pc:docMk/>
            <pc:sldMk cId="1545766982" sldId="271"/>
            <ac:spMk id="2" creationId="{D883A466-C0C8-4275-AD9E-EF6191D87538}"/>
          </ac:spMkLst>
        </pc:spChg>
        <pc:spChg chg="mod">
          <ac:chgData name="Anku Jaiswal" userId="15fa42f86696cacf" providerId="Windows Live" clId="Web-{EAABB792-97B4-4901-2CE3-5330E8E5FC7A}" dt="2020-09-09T03:24:40.338" v="126" actId="20577"/>
          <ac:spMkLst>
            <pc:docMk/>
            <pc:sldMk cId="1545766982" sldId="271"/>
            <ac:spMk id="3" creationId="{6AE70C92-13A8-4237-AE0B-95E411F76675}"/>
          </ac:spMkLst>
        </pc:spChg>
      </pc:sldChg>
      <pc:sldChg chg="modSp new">
        <pc:chgData name="Anku Jaiswal" userId="15fa42f86696cacf" providerId="Windows Live" clId="Web-{EAABB792-97B4-4901-2CE3-5330E8E5FC7A}" dt="2020-09-09T03:24:16.869" v="119" actId="20577"/>
        <pc:sldMkLst>
          <pc:docMk/>
          <pc:sldMk cId="3287686124" sldId="272"/>
        </pc:sldMkLst>
        <pc:spChg chg="mod">
          <ac:chgData name="Anku Jaiswal" userId="15fa42f86696cacf" providerId="Windows Live" clId="Web-{EAABB792-97B4-4901-2CE3-5330E8E5FC7A}" dt="2020-09-09T03:23:58.151" v="114" actId="20577"/>
          <ac:spMkLst>
            <pc:docMk/>
            <pc:sldMk cId="3287686124" sldId="272"/>
            <ac:spMk id="2" creationId="{4DB308F9-86A9-43ED-8604-7207100C18B1}"/>
          </ac:spMkLst>
        </pc:spChg>
        <pc:spChg chg="mod">
          <ac:chgData name="Anku Jaiswal" userId="15fa42f86696cacf" providerId="Windows Live" clId="Web-{EAABB792-97B4-4901-2CE3-5330E8E5FC7A}" dt="2020-09-09T03:24:16.869" v="119" actId="20577"/>
          <ac:spMkLst>
            <pc:docMk/>
            <pc:sldMk cId="3287686124" sldId="272"/>
            <ac:spMk id="3" creationId="{133EA555-1E9E-40F1-B700-F7DBB4B29BF4}"/>
          </ac:spMkLst>
        </pc:spChg>
      </pc:sldChg>
      <pc:sldChg chg="modSp new">
        <pc:chgData name="Anku Jaiswal" userId="15fa42f86696cacf" providerId="Windows Live" clId="Web-{EAABB792-97B4-4901-2CE3-5330E8E5FC7A}" dt="2020-09-09T03:23:49.838" v="112" actId="20577"/>
        <pc:sldMkLst>
          <pc:docMk/>
          <pc:sldMk cId="3329131323" sldId="273"/>
        </pc:sldMkLst>
        <pc:spChg chg="mod">
          <ac:chgData name="Anku Jaiswal" userId="15fa42f86696cacf" providerId="Windows Live" clId="Web-{EAABB792-97B4-4901-2CE3-5330E8E5FC7A}" dt="2020-09-09T03:23:33.025" v="107" actId="20577"/>
          <ac:spMkLst>
            <pc:docMk/>
            <pc:sldMk cId="3329131323" sldId="273"/>
            <ac:spMk id="2" creationId="{C9966C01-D49B-478B-9F7C-C5243533048D}"/>
          </ac:spMkLst>
        </pc:spChg>
        <pc:spChg chg="mod">
          <ac:chgData name="Anku Jaiswal" userId="15fa42f86696cacf" providerId="Windows Live" clId="Web-{EAABB792-97B4-4901-2CE3-5330E8E5FC7A}" dt="2020-09-09T03:23:49.838" v="112" actId="20577"/>
          <ac:spMkLst>
            <pc:docMk/>
            <pc:sldMk cId="3329131323" sldId="273"/>
            <ac:spMk id="3" creationId="{CEB60675-014D-4E5D-B1D6-6AC7F3F986E7}"/>
          </ac:spMkLst>
        </pc:spChg>
      </pc:sldChg>
      <pc:sldChg chg="modSp new">
        <pc:chgData name="Anku Jaiswal" userId="15fa42f86696cacf" providerId="Windows Live" clId="Web-{EAABB792-97B4-4901-2CE3-5330E8E5FC7A}" dt="2020-09-09T03:21:14.759" v="97" actId="20577"/>
        <pc:sldMkLst>
          <pc:docMk/>
          <pc:sldMk cId="2840015830" sldId="274"/>
        </pc:sldMkLst>
        <pc:spChg chg="mod">
          <ac:chgData name="Anku Jaiswal" userId="15fa42f86696cacf" providerId="Windows Live" clId="Web-{EAABB792-97B4-4901-2CE3-5330E8E5FC7A}" dt="2020-09-09T03:21:14.759" v="97" actId="20577"/>
          <ac:spMkLst>
            <pc:docMk/>
            <pc:sldMk cId="2840015830" sldId="274"/>
            <ac:spMk id="3" creationId="{70B55EC5-8302-4CD3-970B-ED1D7D669C78}"/>
          </ac:spMkLst>
        </pc:spChg>
      </pc:sldChg>
      <pc:sldChg chg="addSp delSp modSp new">
        <pc:chgData name="Anku Jaiswal" userId="15fa42f86696cacf" providerId="Windows Live" clId="Web-{EAABB792-97B4-4901-2CE3-5330E8E5FC7A}" dt="2020-09-09T03:23:09.947" v="106" actId="14100"/>
        <pc:sldMkLst>
          <pc:docMk/>
          <pc:sldMk cId="4169252063" sldId="275"/>
        </pc:sldMkLst>
        <pc:spChg chg="del">
          <ac:chgData name="Anku Jaiswal" userId="15fa42f86696cacf" providerId="Windows Live" clId="Web-{EAABB792-97B4-4901-2CE3-5330E8E5FC7A}" dt="2020-09-09T03:22:58.853" v="103"/>
          <ac:spMkLst>
            <pc:docMk/>
            <pc:sldMk cId="4169252063" sldId="275"/>
            <ac:spMk id="2" creationId="{297A96B6-F619-4AC2-BFCA-7DE2C92EF28F}"/>
          </ac:spMkLst>
        </pc:spChg>
        <pc:spChg chg="del">
          <ac:chgData name="Anku Jaiswal" userId="15fa42f86696cacf" providerId="Windows Live" clId="Web-{EAABB792-97B4-4901-2CE3-5330E8E5FC7A}" dt="2020-09-09T03:22:50.416" v="100"/>
          <ac:spMkLst>
            <pc:docMk/>
            <pc:sldMk cId="4169252063" sldId="275"/>
            <ac:spMk id="3" creationId="{1A086779-1720-4DFE-B9C1-E8BA0B86B20E}"/>
          </ac:spMkLst>
        </pc:spChg>
        <pc:picChg chg="add mod ord">
          <ac:chgData name="Anku Jaiswal" userId="15fa42f86696cacf" providerId="Windows Live" clId="Web-{EAABB792-97B4-4901-2CE3-5330E8E5FC7A}" dt="2020-09-09T03:23:09.947" v="106" actId="14100"/>
          <ac:picMkLst>
            <pc:docMk/>
            <pc:sldMk cId="4169252063" sldId="275"/>
            <ac:picMk id="4" creationId="{40FA937A-FEFE-4F9A-AA04-B1457E896A4A}"/>
          </ac:picMkLst>
        </pc:picChg>
      </pc:sldChg>
      <pc:sldChg chg="modSp new">
        <pc:chgData name="Anku Jaiswal" userId="15fa42f86696cacf" providerId="Windows Live" clId="Web-{EAABB792-97B4-4901-2CE3-5330E8E5FC7A}" dt="2020-09-09T04:43:35.865" v="307" actId="20577"/>
        <pc:sldMkLst>
          <pc:docMk/>
          <pc:sldMk cId="606421030" sldId="276"/>
        </pc:sldMkLst>
        <pc:spChg chg="mod">
          <ac:chgData name="Anku Jaiswal" userId="15fa42f86696cacf" providerId="Windows Live" clId="Web-{EAABB792-97B4-4901-2CE3-5330E8E5FC7A}" dt="2020-09-09T04:43:35.865" v="307" actId="20577"/>
          <ac:spMkLst>
            <pc:docMk/>
            <pc:sldMk cId="606421030" sldId="276"/>
            <ac:spMk id="3" creationId="{27BA7DCF-6A8A-4A75-81AC-883812B847B4}"/>
          </ac:spMkLst>
        </pc:spChg>
      </pc:sldChg>
      <pc:sldChg chg="modSp new">
        <pc:chgData name="Anku Jaiswal" userId="15fa42f86696cacf" providerId="Windows Live" clId="Web-{EAABB792-97B4-4901-2CE3-5330E8E5FC7A}" dt="2020-09-09T04:46:50.317" v="322" actId="20577"/>
        <pc:sldMkLst>
          <pc:docMk/>
          <pc:sldMk cId="1029199177" sldId="277"/>
        </pc:sldMkLst>
        <pc:spChg chg="mod">
          <ac:chgData name="Anku Jaiswal" userId="15fa42f86696cacf" providerId="Windows Live" clId="Web-{EAABB792-97B4-4901-2CE3-5330E8E5FC7A}" dt="2020-09-09T03:26:03.682" v="141" actId="20577"/>
          <ac:spMkLst>
            <pc:docMk/>
            <pc:sldMk cId="1029199177" sldId="277"/>
            <ac:spMk id="2" creationId="{EAC204DC-90F0-4F7C-925C-11CE4CF10DFA}"/>
          </ac:spMkLst>
        </pc:spChg>
        <pc:spChg chg="mod">
          <ac:chgData name="Anku Jaiswal" userId="15fa42f86696cacf" providerId="Windows Live" clId="Web-{EAABB792-97B4-4901-2CE3-5330E8E5FC7A}" dt="2020-09-09T04:46:50.317" v="322" actId="20577"/>
          <ac:spMkLst>
            <pc:docMk/>
            <pc:sldMk cId="1029199177" sldId="277"/>
            <ac:spMk id="3" creationId="{CB716231-2D9A-482F-B93E-F02E69BC98C8}"/>
          </ac:spMkLst>
        </pc:spChg>
      </pc:sldChg>
      <pc:sldChg chg="modSp new">
        <pc:chgData name="Anku Jaiswal" userId="15fa42f86696cacf" providerId="Windows Live" clId="Web-{EAABB792-97B4-4901-2CE3-5330E8E5FC7A}" dt="2020-09-09T04:46:50.770" v="335" actId="20577"/>
        <pc:sldMkLst>
          <pc:docMk/>
          <pc:sldMk cId="3568163198" sldId="278"/>
        </pc:sldMkLst>
        <pc:spChg chg="mod">
          <ac:chgData name="Anku Jaiswal" userId="15fa42f86696cacf" providerId="Windows Live" clId="Web-{EAABB792-97B4-4901-2CE3-5330E8E5FC7A}" dt="2020-09-09T04:46:50.770" v="335" actId="20577"/>
          <ac:spMkLst>
            <pc:docMk/>
            <pc:sldMk cId="3568163198" sldId="278"/>
            <ac:spMk id="3" creationId="{07BEA8C3-A255-47D0-8522-5094E7641A76}"/>
          </ac:spMkLst>
        </pc:spChg>
      </pc:sldChg>
      <pc:sldChg chg="modSp new">
        <pc:chgData name="Anku Jaiswal" userId="15fa42f86696cacf" providerId="Windows Live" clId="Web-{EAABB792-97B4-4901-2CE3-5330E8E5FC7A}" dt="2020-09-09T03:27:01.214" v="158" actId="20577"/>
        <pc:sldMkLst>
          <pc:docMk/>
          <pc:sldMk cId="2496006144" sldId="279"/>
        </pc:sldMkLst>
        <pc:spChg chg="mod">
          <ac:chgData name="Anku Jaiswal" userId="15fa42f86696cacf" providerId="Windows Live" clId="Web-{EAABB792-97B4-4901-2CE3-5330E8E5FC7A}" dt="2020-09-09T03:26:44.167" v="155" actId="20577"/>
          <ac:spMkLst>
            <pc:docMk/>
            <pc:sldMk cId="2496006144" sldId="279"/>
            <ac:spMk id="2" creationId="{D8EC6CE3-8C5E-49B0-B3B8-7169689A57F1}"/>
          </ac:spMkLst>
        </pc:spChg>
        <pc:spChg chg="mod">
          <ac:chgData name="Anku Jaiswal" userId="15fa42f86696cacf" providerId="Windows Live" clId="Web-{EAABB792-97B4-4901-2CE3-5330E8E5FC7A}" dt="2020-09-09T03:27:01.214" v="158" actId="20577"/>
          <ac:spMkLst>
            <pc:docMk/>
            <pc:sldMk cId="2496006144" sldId="279"/>
            <ac:spMk id="3" creationId="{33A9829C-067D-4B70-8CBA-EA6598A9C4A1}"/>
          </ac:spMkLst>
        </pc:spChg>
      </pc:sldChg>
      <pc:sldChg chg="modSp new">
        <pc:chgData name="Anku Jaiswal" userId="15fa42f86696cacf" providerId="Windows Live" clId="Web-{EAABB792-97B4-4901-2CE3-5330E8E5FC7A}" dt="2020-09-09T03:28:13.589" v="163" actId="20577"/>
        <pc:sldMkLst>
          <pc:docMk/>
          <pc:sldMk cId="1687954396" sldId="280"/>
        </pc:sldMkLst>
        <pc:spChg chg="mod">
          <ac:chgData name="Anku Jaiswal" userId="15fa42f86696cacf" providerId="Windows Live" clId="Web-{EAABB792-97B4-4901-2CE3-5330E8E5FC7A}" dt="2020-09-09T03:28:13.589" v="163" actId="20577"/>
          <ac:spMkLst>
            <pc:docMk/>
            <pc:sldMk cId="1687954396" sldId="280"/>
            <ac:spMk id="3" creationId="{7EDEEEEF-1A3F-4024-99C4-60D8050F57AA}"/>
          </ac:spMkLst>
        </pc:spChg>
      </pc:sldChg>
      <pc:sldChg chg="modSp new">
        <pc:chgData name="Anku Jaiswal" userId="15fa42f86696cacf" providerId="Windows Live" clId="Web-{EAABB792-97B4-4901-2CE3-5330E8E5FC7A}" dt="2020-09-09T03:28:33.543" v="168" actId="20577"/>
        <pc:sldMkLst>
          <pc:docMk/>
          <pc:sldMk cId="3706581319" sldId="281"/>
        </pc:sldMkLst>
        <pc:spChg chg="mod">
          <ac:chgData name="Anku Jaiswal" userId="15fa42f86696cacf" providerId="Windows Live" clId="Web-{EAABB792-97B4-4901-2CE3-5330E8E5FC7A}" dt="2020-09-09T03:28:33.543" v="168" actId="20577"/>
          <ac:spMkLst>
            <pc:docMk/>
            <pc:sldMk cId="3706581319" sldId="281"/>
            <ac:spMk id="3" creationId="{8C859341-C0F9-4324-81D6-074B3A770311}"/>
          </ac:spMkLst>
        </pc:spChg>
      </pc:sldChg>
      <pc:sldChg chg="modSp new">
        <pc:chgData name="Anku Jaiswal" userId="15fa42f86696cacf" providerId="Windows Live" clId="Web-{EAABB792-97B4-4901-2CE3-5330E8E5FC7A}" dt="2020-09-09T03:29:14.746" v="175" actId="20577"/>
        <pc:sldMkLst>
          <pc:docMk/>
          <pc:sldMk cId="139588365" sldId="282"/>
        </pc:sldMkLst>
        <pc:spChg chg="mod">
          <ac:chgData name="Anku Jaiswal" userId="15fa42f86696cacf" providerId="Windows Live" clId="Web-{EAABB792-97B4-4901-2CE3-5330E8E5FC7A}" dt="2020-09-09T03:29:14.746" v="175" actId="20577"/>
          <ac:spMkLst>
            <pc:docMk/>
            <pc:sldMk cId="139588365" sldId="282"/>
            <ac:spMk id="3" creationId="{070A6C4A-1504-4871-A7E5-961CD42C6148}"/>
          </ac:spMkLst>
        </pc:spChg>
      </pc:sldChg>
      <pc:sldChg chg="modSp new">
        <pc:chgData name="Anku Jaiswal" userId="15fa42f86696cacf" providerId="Windows Live" clId="Web-{EAABB792-97B4-4901-2CE3-5330E8E5FC7A}" dt="2020-09-09T03:29:28.043" v="184" actId="20577"/>
        <pc:sldMkLst>
          <pc:docMk/>
          <pc:sldMk cId="2113302669" sldId="283"/>
        </pc:sldMkLst>
        <pc:spChg chg="mod">
          <ac:chgData name="Anku Jaiswal" userId="15fa42f86696cacf" providerId="Windows Live" clId="Web-{EAABB792-97B4-4901-2CE3-5330E8E5FC7A}" dt="2020-09-09T03:29:28.043" v="184" actId="20577"/>
          <ac:spMkLst>
            <pc:docMk/>
            <pc:sldMk cId="2113302669" sldId="283"/>
            <ac:spMk id="3" creationId="{5DABD944-0ADF-48F0-8F8E-B63266B1EF08}"/>
          </ac:spMkLst>
        </pc:spChg>
      </pc:sldChg>
      <pc:sldChg chg="modSp new">
        <pc:chgData name="Anku Jaiswal" userId="15fa42f86696cacf" providerId="Windows Live" clId="Web-{EAABB792-97B4-4901-2CE3-5330E8E5FC7A}" dt="2020-09-09T03:35:42.154" v="188" actId="20577"/>
        <pc:sldMkLst>
          <pc:docMk/>
          <pc:sldMk cId="470192613" sldId="284"/>
        </pc:sldMkLst>
        <pc:spChg chg="mod">
          <ac:chgData name="Anku Jaiswal" userId="15fa42f86696cacf" providerId="Windows Live" clId="Web-{EAABB792-97B4-4901-2CE3-5330E8E5FC7A}" dt="2020-09-09T03:35:42.154" v="188" actId="20577"/>
          <ac:spMkLst>
            <pc:docMk/>
            <pc:sldMk cId="470192613" sldId="284"/>
            <ac:spMk id="3" creationId="{602C7367-0E50-4BA4-A0C2-A6852B378D25}"/>
          </ac:spMkLst>
        </pc:spChg>
      </pc:sldChg>
      <pc:sldChg chg="modSp new">
        <pc:chgData name="Anku Jaiswal" userId="15fa42f86696cacf" providerId="Windows Live" clId="Web-{EAABB792-97B4-4901-2CE3-5330E8E5FC7A}" dt="2020-09-09T03:39:00.187" v="193" actId="20577"/>
        <pc:sldMkLst>
          <pc:docMk/>
          <pc:sldMk cId="126868694" sldId="285"/>
        </pc:sldMkLst>
        <pc:spChg chg="mod">
          <ac:chgData name="Anku Jaiswal" userId="15fa42f86696cacf" providerId="Windows Live" clId="Web-{EAABB792-97B4-4901-2CE3-5330E8E5FC7A}" dt="2020-09-09T03:39:00.187" v="193" actId="20577"/>
          <ac:spMkLst>
            <pc:docMk/>
            <pc:sldMk cId="126868694" sldId="285"/>
            <ac:spMk id="3" creationId="{C7482AFA-55E7-485D-9B98-003435DF85D2}"/>
          </ac:spMkLst>
        </pc:spChg>
      </pc:sldChg>
      <pc:sldChg chg="addSp delSp modSp new">
        <pc:chgData name="Anku Jaiswal" userId="15fa42f86696cacf" providerId="Windows Live" clId="Web-{EAABB792-97B4-4901-2CE3-5330E8E5FC7A}" dt="2020-09-09T03:52:11.644" v="198" actId="1076"/>
        <pc:sldMkLst>
          <pc:docMk/>
          <pc:sldMk cId="815318329" sldId="286"/>
        </pc:sldMkLst>
        <pc:spChg chg="del">
          <ac:chgData name="Anku Jaiswal" userId="15fa42f86696cacf" providerId="Windows Live" clId="Web-{EAABB792-97B4-4901-2CE3-5330E8E5FC7A}" dt="2020-09-09T03:52:03.566" v="196"/>
          <ac:spMkLst>
            <pc:docMk/>
            <pc:sldMk cId="815318329" sldId="286"/>
            <ac:spMk id="3" creationId="{95FB8390-7179-46CA-9D8C-E5919E66BF40}"/>
          </ac:spMkLst>
        </pc:spChg>
        <pc:picChg chg="add mod ord">
          <ac:chgData name="Anku Jaiswal" userId="15fa42f86696cacf" providerId="Windows Live" clId="Web-{EAABB792-97B4-4901-2CE3-5330E8E5FC7A}" dt="2020-09-09T03:52:11.644" v="198" actId="1076"/>
          <ac:picMkLst>
            <pc:docMk/>
            <pc:sldMk cId="815318329" sldId="286"/>
            <ac:picMk id="4" creationId="{DD979663-84DB-4DEA-842E-7C394BCBAE24}"/>
          </ac:picMkLst>
        </pc:picChg>
      </pc:sldChg>
      <pc:sldChg chg="modSp new">
        <pc:chgData name="Anku Jaiswal" userId="15fa42f86696cacf" providerId="Windows Live" clId="Web-{EAABB792-97B4-4901-2CE3-5330E8E5FC7A}" dt="2020-09-09T03:57:29.239" v="218" actId="20577"/>
        <pc:sldMkLst>
          <pc:docMk/>
          <pc:sldMk cId="2089874054" sldId="287"/>
        </pc:sldMkLst>
        <pc:spChg chg="mod">
          <ac:chgData name="Anku Jaiswal" userId="15fa42f86696cacf" providerId="Windows Live" clId="Web-{EAABB792-97B4-4901-2CE3-5330E8E5FC7A}" dt="2020-09-09T03:57:29.239" v="218" actId="20577"/>
          <ac:spMkLst>
            <pc:docMk/>
            <pc:sldMk cId="2089874054" sldId="287"/>
            <ac:spMk id="3" creationId="{F826F7D7-B970-4E8B-9EEA-0885CD0E57E2}"/>
          </ac:spMkLst>
        </pc:spChg>
      </pc:sldChg>
      <pc:sldChg chg="modSp new">
        <pc:chgData name="Anku Jaiswal" userId="15fa42f86696cacf" providerId="Windows Live" clId="Web-{EAABB792-97B4-4901-2CE3-5330E8E5FC7A}" dt="2020-09-09T04:02:14.710" v="246" actId="20577"/>
        <pc:sldMkLst>
          <pc:docMk/>
          <pc:sldMk cId="2409725027" sldId="288"/>
        </pc:sldMkLst>
        <pc:spChg chg="mod">
          <ac:chgData name="Anku Jaiswal" userId="15fa42f86696cacf" providerId="Windows Live" clId="Web-{EAABB792-97B4-4901-2CE3-5330E8E5FC7A}" dt="2020-09-09T04:02:14.710" v="246" actId="20577"/>
          <ac:spMkLst>
            <pc:docMk/>
            <pc:sldMk cId="2409725027" sldId="288"/>
            <ac:spMk id="3" creationId="{A410ED7A-1921-43B1-8AAC-644E3DF09869}"/>
          </ac:spMkLst>
        </pc:spChg>
      </pc:sldChg>
      <pc:sldChg chg="modSp new">
        <pc:chgData name="Anku Jaiswal" userId="15fa42f86696cacf" providerId="Windows Live" clId="Web-{EAABB792-97B4-4901-2CE3-5330E8E5FC7A}" dt="2020-09-09T04:43:36.146" v="311" actId="20577"/>
        <pc:sldMkLst>
          <pc:docMk/>
          <pc:sldMk cId="3066653298" sldId="289"/>
        </pc:sldMkLst>
        <pc:spChg chg="mod">
          <ac:chgData name="Anku Jaiswal" userId="15fa42f86696cacf" providerId="Windows Live" clId="Web-{EAABB792-97B4-4901-2CE3-5330E8E5FC7A}" dt="2020-09-09T04:43:36.146" v="311" actId="20577"/>
          <ac:spMkLst>
            <pc:docMk/>
            <pc:sldMk cId="3066653298" sldId="289"/>
            <ac:spMk id="3" creationId="{B47241A1-94FB-4585-91BE-F279150CC6C7}"/>
          </ac:spMkLst>
        </pc:spChg>
      </pc:sldChg>
      <pc:sldChg chg="modSp new">
        <pc:chgData name="Anku Jaiswal" userId="15fa42f86696cacf" providerId="Windows Live" clId="Web-{EAABB792-97B4-4901-2CE3-5330E8E5FC7A}" dt="2020-09-09T04:46:50.520" v="327" actId="20577"/>
        <pc:sldMkLst>
          <pc:docMk/>
          <pc:sldMk cId="3326289039" sldId="290"/>
        </pc:sldMkLst>
        <pc:spChg chg="mod">
          <ac:chgData name="Anku Jaiswal" userId="15fa42f86696cacf" providerId="Windows Live" clId="Web-{EAABB792-97B4-4901-2CE3-5330E8E5FC7A}" dt="2020-09-09T04:46:50.520" v="327" actId="20577"/>
          <ac:spMkLst>
            <pc:docMk/>
            <pc:sldMk cId="3326289039" sldId="290"/>
            <ac:spMk id="3" creationId="{B9CD4C95-59F4-4AC3-B2F3-5DE1EBDD6B9A}"/>
          </ac:spMkLst>
        </pc:spChg>
      </pc:sldChg>
    </pc:docChg>
  </pc:docChgLst>
  <pc:docChgLst>
    <pc:chgData name="Anku Jaiswal" userId="15fa42f86696cacf" providerId="Windows Live" clId="Web-{599838D9-980C-4152-86F5-5EA0C20C9709}"/>
    <pc:docChg chg="addSld modSld addMainMaster delMainMaster">
      <pc:chgData name="Anku Jaiswal" userId="15fa42f86696cacf" providerId="Windows Live" clId="Web-{599838D9-980C-4152-86F5-5EA0C20C9709}" dt="2020-09-02T03:39:32.818" v="58" actId="20577"/>
      <pc:docMkLst>
        <pc:docMk/>
      </pc:docMkLst>
      <pc:sldChg chg="addSp delSp modSp mod setBg modClrScheme chgLayout">
        <pc:chgData name="Anku Jaiswal" userId="15fa42f86696cacf" providerId="Windows Live" clId="Web-{599838D9-980C-4152-86F5-5EA0C20C9709}" dt="2020-09-02T03:32:30.411" v="9" actId="20577"/>
        <pc:sldMkLst>
          <pc:docMk/>
          <pc:sldMk cId="109857222" sldId="256"/>
        </pc:sldMkLst>
        <pc:spChg chg="mod">
          <ac:chgData name="Anku Jaiswal" userId="15fa42f86696cacf" providerId="Windows Live" clId="Web-{599838D9-980C-4152-86F5-5EA0C20C9709}" dt="2020-09-02T03:32:30.411" v="9" actId="20577"/>
          <ac:spMkLst>
            <pc:docMk/>
            <pc:sldMk cId="109857222" sldId="256"/>
            <ac:spMk id="2" creationId="{00000000-0000-0000-0000-000000000000}"/>
          </ac:spMkLst>
        </pc:spChg>
        <pc:spChg chg="mod">
          <ac:chgData name="Anku Jaiswal" userId="15fa42f86696cacf" providerId="Windows Live" clId="Web-{599838D9-980C-4152-86F5-5EA0C20C9709}" dt="2020-09-02T03:29:26.660" v="6"/>
          <ac:spMkLst>
            <pc:docMk/>
            <pc:sldMk cId="109857222" sldId="256"/>
            <ac:spMk id="3" creationId="{00000000-0000-0000-0000-000000000000}"/>
          </ac:spMkLst>
        </pc:spChg>
        <pc:spChg chg="add del">
          <ac:chgData name="Anku Jaiswal" userId="15fa42f86696cacf" providerId="Windows Live" clId="Web-{599838D9-980C-4152-86F5-5EA0C20C9709}" dt="2020-09-02T03:25:27.706" v="3"/>
          <ac:spMkLst>
            <pc:docMk/>
            <pc:sldMk cId="109857222" sldId="256"/>
            <ac:spMk id="5" creationId="{3A397E3E-B90C-4D82-BAAA-36F7AC6A4565}"/>
          </ac:spMkLst>
        </pc:spChg>
        <pc:spChg chg="add del">
          <ac:chgData name="Anku Jaiswal" userId="15fa42f86696cacf" providerId="Windows Live" clId="Web-{599838D9-980C-4152-86F5-5EA0C20C9709}" dt="2020-09-02T03:25:27.706" v="3"/>
          <ac:spMkLst>
            <pc:docMk/>
            <pc:sldMk cId="109857222" sldId="256"/>
            <ac:spMk id="7" creationId="{6F2D470B-AC21-457A-973A-2C52575779A7}"/>
          </ac:spMkLst>
        </pc:spChg>
        <pc:spChg chg="add del">
          <ac:chgData name="Anku Jaiswal" userId="15fa42f86696cacf" providerId="Windows Live" clId="Web-{599838D9-980C-4152-86F5-5EA0C20C9709}" dt="2020-09-02T03:25:27.706" v="3"/>
          <ac:spMkLst>
            <pc:docMk/>
            <pc:sldMk cId="109857222" sldId="256"/>
            <ac:spMk id="8" creationId="{C66D63E6-0ECD-4AC2-8C8E-C6EFA54A3B64}"/>
          </ac:spMkLst>
        </pc:spChg>
        <pc:spChg chg="add del">
          <ac:chgData name="Anku Jaiswal" userId="15fa42f86696cacf" providerId="Windows Live" clId="Web-{599838D9-980C-4152-86F5-5EA0C20C9709}" dt="2020-09-02T03:24:22.722" v="1"/>
          <ac:spMkLst>
            <pc:docMk/>
            <pc:sldMk cId="109857222" sldId="256"/>
            <ac:spMk id="9" creationId="{C1FA8F66-3B85-411D-A2A6-A50DF3026D9A}"/>
          </ac:spMkLst>
        </pc:spChg>
        <pc:spChg chg="add del">
          <ac:chgData name="Anku Jaiswal" userId="15fa42f86696cacf" providerId="Windows Live" clId="Web-{599838D9-980C-4152-86F5-5EA0C20C9709}" dt="2020-09-02T03:25:27.706" v="3"/>
          <ac:spMkLst>
            <pc:docMk/>
            <pc:sldMk cId="109857222" sldId="256"/>
            <ac:spMk id="10" creationId="{2C49298F-FE84-4637-A2D4-B110A65356E8}"/>
          </ac:spMkLst>
        </pc:spChg>
        <pc:spChg chg="add del">
          <ac:chgData name="Anku Jaiswal" userId="15fa42f86696cacf" providerId="Windows Live" clId="Web-{599838D9-980C-4152-86F5-5EA0C20C9709}" dt="2020-09-02T03:24:22.722" v="1"/>
          <ac:spMkLst>
            <pc:docMk/>
            <pc:sldMk cId="109857222" sldId="256"/>
            <ac:spMk id="11" creationId="{4179E790-E691-4202-B7FA-62924FC8D195}"/>
          </ac:spMkLst>
        </pc:spChg>
        <pc:spChg chg="add del">
          <ac:chgData name="Anku Jaiswal" userId="15fa42f86696cacf" providerId="Windows Live" clId="Web-{599838D9-980C-4152-86F5-5EA0C20C9709}" dt="2020-09-02T03:25:27.706" v="3"/>
          <ac:spMkLst>
            <pc:docMk/>
            <pc:sldMk cId="109857222" sldId="256"/>
            <ac:spMk id="12" creationId="{2C1D3151-5F97-4860-B56C-C98BD62CC255}"/>
          </ac:spMkLst>
        </pc:spChg>
        <pc:spChg chg="add del">
          <ac:chgData name="Anku Jaiswal" userId="15fa42f86696cacf" providerId="Windows Live" clId="Web-{599838D9-980C-4152-86F5-5EA0C20C9709}" dt="2020-09-02T03:24:22.722" v="1"/>
          <ac:spMkLst>
            <pc:docMk/>
            <pc:sldMk cId="109857222" sldId="256"/>
            <ac:spMk id="13" creationId="{B7695657-4834-4DEB-A529-4DB28F696FE5}"/>
          </ac:spMkLst>
        </pc:spChg>
        <pc:spChg chg="add del">
          <ac:chgData name="Anku Jaiswal" userId="15fa42f86696cacf" providerId="Windows Live" clId="Web-{599838D9-980C-4152-86F5-5EA0C20C9709}" dt="2020-09-02T03:24:22.722" v="1"/>
          <ac:spMkLst>
            <pc:docMk/>
            <pc:sldMk cId="109857222" sldId="256"/>
            <ac:spMk id="15" creationId="{065EE0A0-4DA6-4AA2-A475-14DB03C55AFA}"/>
          </ac:spMkLst>
        </pc:spChg>
        <pc:spChg chg="add del">
          <ac:chgData name="Anku Jaiswal" userId="15fa42f86696cacf" providerId="Windows Live" clId="Web-{599838D9-980C-4152-86F5-5EA0C20C9709}" dt="2020-09-02T03:24:22.722" v="1"/>
          <ac:spMkLst>
            <pc:docMk/>
            <pc:sldMk cId="109857222" sldId="256"/>
            <ac:spMk id="17" creationId="{C6DB5293-7EEA-499F-BC82-82AE67214920}"/>
          </ac:spMkLst>
        </pc:spChg>
        <pc:spChg chg="add del">
          <ac:chgData name="Anku Jaiswal" userId="15fa42f86696cacf" providerId="Windows Live" clId="Web-{599838D9-980C-4152-86F5-5EA0C20C9709}" dt="2020-09-02T03:29:26.660" v="6"/>
          <ac:spMkLst>
            <pc:docMk/>
            <pc:sldMk cId="109857222" sldId="256"/>
            <ac:spMk id="18" creationId="{6A09A318-A034-4481-9BF6-AE091E306E62}"/>
          </ac:spMkLst>
        </pc:spChg>
        <pc:spChg chg="add del">
          <ac:chgData name="Anku Jaiswal" userId="15fa42f86696cacf" providerId="Windows Live" clId="Web-{599838D9-980C-4152-86F5-5EA0C20C9709}" dt="2020-09-02T03:25:27.706" v="3"/>
          <ac:spMkLst>
            <pc:docMk/>
            <pc:sldMk cId="109857222" sldId="256"/>
            <ac:spMk id="19" creationId="{287DFBF2-49F6-42E9-A0A3-263E1B29EEA2}"/>
          </ac:spMkLst>
        </pc:spChg>
        <pc:spChg chg="add del">
          <ac:chgData name="Anku Jaiswal" userId="15fa42f86696cacf" providerId="Windows Live" clId="Web-{599838D9-980C-4152-86F5-5EA0C20C9709}" dt="2020-09-02T03:29:26.660" v="6"/>
          <ac:spMkLst>
            <pc:docMk/>
            <pc:sldMk cId="109857222" sldId="256"/>
            <ac:spMk id="20" creationId="{3E4A0FF0-C01D-4D79-B2A0-DB8ABC7F32C0}"/>
          </ac:spMkLst>
        </pc:spChg>
        <pc:spChg chg="add del">
          <ac:chgData name="Anku Jaiswal" userId="15fa42f86696cacf" providerId="Windows Live" clId="Web-{599838D9-980C-4152-86F5-5EA0C20C9709}" dt="2020-09-02T03:25:27.706" v="3"/>
          <ac:spMkLst>
            <pc:docMk/>
            <pc:sldMk cId="109857222" sldId="256"/>
            <ac:spMk id="21" creationId="{8DE96824-E506-4448-8704-5EC7BF7BC51B}"/>
          </ac:spMkLst>
        </pc:spChg>
        <pc:spChg chg="add del">
          <ac:chgData name="Anku Jaiswal" userId="15fa42f86696cacf" providerId="Windows Live" clId="Web-{599838D9-980C-4152-86F5-5EA0C20C9709}" dt="2020-09-02T03:29:26.660" v="6"/>
          <ac:spMkLst>
            <pc:docMk/>
            <pc:sldMk cId="109857222" sldId="256"/>
            <ac:spMk id="22" creationId="{F413A76C-1635-4B9A-82E5-83B4C4A989A1}"/>
          </ac:spMkLst>
        </pc:spChg>
        <pc:spChg chg="add del">
          <ac:chgData name="Anku Jaiswal" userId="15fa42f86696cacf" providerId="Windows Live" clId="Web-{599838D9-980C-4152-86F5-5EA0C20C9709}" dt="2020-09-02T03:29:26.660" v="6"/>
          <ac:spMkLst>
            <pc:docMk/>
            <pc:sldMk cId="109857222" sldId="256"/>
            <ac:spMk id="23" creationId="{057CB2EB-A32D-4DAA-8AEA-EC6F55CB17C7}"/>
          </ac:spMkLst>
        </pc:spChg>
        <pc:spChg chg="add">
          <ac:chgData name="Anku Jaiswal" userId="15fa42f86696cacf" providerId="Windows Live" clId="Web-{599838D9-980C-4152-86F5-5EA0C20C9709}" dt="2020-09-02T03:29:26.660" v="6"/>
          <ac:spMkLst>
            <pc:docMk/>
            <pc:sldMk cId="109857222" sldId="256"/>
            <ac:spMk id="29" creationId="{940082A1-24A5-4276-83A4-39E993BD691B}"/>
          </ac:spMkLst>
        </pc:spChg>
        <pc:spChg chg="add">
          <ac:chgData name="Anku Jaiswal" userId="15fa42f86696cacf" providerId="Windows Live" clId="Web-{599838D9-980C-4152-86F5-5EA0C20C9709}" dt="2020-09-02T03:29:26.660" v="6"/>
          <ac:spMkLst>
            <pc:docMk/>
            <pc:sldMk cId="109857222" sldId="256"/>
            <ac:spMk id="31" creationId="{6D840B21-A957-4CFE-AA5B-9711DF6D3305}"/>
          </ac:spMkLst>
        </pc:spChg>
        <pc:grpChg chg="add del">
          <ac:chgData name="Anku Jaiswal" userId="15fa42f86696cacf" providerId="Windows Live" clId="Web-{599838D9-980C-4152-86F5-5EA0C20C9709}" dt="2020-09-02T03:29:26.660" v="6"/>
          <ac:grpSpMkLst>
            <pc:docMk/>
            <pc:sldMk cId="109857222" sldId="256"/>
            <ac:grpSpMk id="14" creationId="{4933AD8C-9EF0-48A5-A4E2-7D23D3EEAFD5}"/>
          </ac:grpSpMkLst>
        </pc:grpChg>
        <pc:grpChg chg="add">
          <ac:chgData name="Anku Jaiswal" userId="15fa42f86696cacf" providerId="Windows Live" clId="Web-{599838D9-980C-4152-86F5-5EA0C20C9709}" dt="2020-09-02T03:29:26.660" v="6"/>
          <ac:grpSpMkLst>
            <pc:docMk/>
            <pc:sldMk cId="109857222" sldId="256"/>
            <ac:grpSpMk id="33" creationId="{DBFD4376-13D5-43C1-86D8-8133A9D886E1}"/>
          </ac:grpSpMkLst>
        </pc:grpChg>
        <pc:picChg chg="add del">
          <ac:chgData name="Anku Jaiswal" userId="15fa42f86696cacf" providerId="Windows Live" clId="Web-{599838D9-980C-4152-86F5-5EA0C20C9709}" dt="2020-09-02T03:24:22.722" v="1"/>
          <ac:picMkLst>
            <pc:docMk/>
            <pc:sldMk cId="109857222" sldId="256"/>
            <ac:picMk id="4" creationId="{D4B02400-4585-4055-A282-AC0D8827AF11}"/>
          </ac:picMkLst>
        </pc:picChg>
        <pc:picChg chg="add del">
          <ac:chgData name="Anku Jaiswal" userId="15fa42f86696cacf" providerId="Windows Live" clId="Web-{599838D9-980C-4152-86F5-5EA0C20C9709}" dt="2020-09-02T03:25:27.706" v="3"/>
          <ac:picMkLst>
            <pc:docMk/>
            <pc:sldMk cId="109857222" sldId="256"/>
            <ac:picMk id="6" creationId="{7C5C3A3B-2706-4456-B368-7B564BC72241}"/>
          </ac:picMkLst>
        </pc:picChg>
      </pc:sldChg>
      <pc:sldChg chg="modSp new">
        <pc:chgData name="Anku Jaiswal" userId="15fa42f86696cacf" providerId="Windows Live" clId="Web-{599838D9-980C-4152-86F5-5EA0C20C9709}" dt="2020-09-02T03:33:56.973" v="22" actId="20577"/>
        <pc:sldMkLst>
          <pc:docMk/>
          <pc:sldMk cId="3957338137" sldId="257"/>
        </pc:sldMkLst>
        <pc:spChg chg="mod">
          <ac:chgData name="Anku Jaiswal" userId="15fa42f86696cacf" providerId="Windows Live" clId="Web-{599838D9-980C-4152-86F5-5EA0C20C9709}" dt="2020-09-02T03:33:30.880" v="17" actId="20577"/>
          <ac:spMkLst>
            <pc:docMk/>
            <pc:sldMk cId="3957338137" sldId="257"/>
            <ac:spMk id="2" creationId="{16D124B1-07C2-4B6D-9518-AA32E284DC3C}"/>
          </ac:spMkLst>
        </pc:spChg>
        <pc:spChg chg="mod">
          <ac:chgData name="Anku Jaiswal" userId="15fa42f86696cacf" providerId="Windows Live" clId="Web-{599838D9-980C-4152-86F5-5EA0C20C9709}" dt="2020-09-02T03:33:56.973" v="22" actId="20577"/>
          <ac:spMkLst>
            <pc:docMk/>
            <pc:sldMk cId="3957338137" sldId="257"/>
            <ac:spMk id="3" creationId="{C352820B-4302-4595-BD74-93E109E08EEB}"/>
          </ac:spMkLst>
        </pc:spChg>
      </pc:sldChg>
      <pc:sldChg chg="modSp new">
        <pc:chgData name="Anku Jaiswal" userId="15fa42f86696cacf" providerId="Windows Live" clId="Web-{599838D9-980C-4152-86F5-5EA0C20C9709}" dt="2020-09-02T03:39:32.818" v="58" actId="20577"/>
        <pc:sldMkLst>
          <pc:docMk/>
          <pc:sldMk cId="1283266772" sldId="258"/>
        </pc:sldMkLst>
        <pc:spChg chg="mod">
          <ac:chgData name="Anku Jaiswal" userId="15fa42f86696cacf" providerId="Windows Live" clId="Web-{599838D9-980C-4152-86F5-5EA0C20C9709}" dt="2020-09-02T03:39:02.740" v="54" actId="20577"/>
          <ac:spMkLst>
            <pc:docMk/>
            <pc:sldMk cId="1283266772" sldId="258"/>
            <ac:spMk id="2" creationId="{62D36C7F-5332-46C4-8FD5-69B78FEB1F43}"/>
          </ac:spMkLst>
        </pc:spChg>
        <pc:spChg chg="mod">
          <ac:chgData name="Anku Jaiswal" userId="15fa42f86696cacf" providerId="Windows Live" clId="Web-{599838D9-980C-4152-86F5-5EA0C20C9709}" dt="2020-09-02T03:39:32.818" v="58" actId="20577"/>
          <ac:spMkLst>
            <pc:docMk/>
            <pc:sldMk cId="1283266772" sldId="258"/>
            <ac:spMk id="3" creationId="{4CC3D0E1-805B-48F9-A4F6-01412601FF59}"/>
          </ac:spMkLst>
        </pc:spChg>
      </pc:sldChg>
      <pc:sldChg chg="modSp new">
        <pc:chgData name="Anku Jaiswal" userId="15fa42f86696cacf" providerId="Windows Live" clId="Web-{599838D9-980C-4152-86F5-5EA0C20C9709}" dt="2020-09-02T03:38:36.131" v="52" actId="20577"/>
        <pc:sldMkLst>
          <pc:docMk/>
          <pc:sldMk cId="2483007963" sldId="259"/>
        </pc:sldMkLst>
        <pc:spChg chg="mod">
          <ac:chgData name="Anku Jaiswal" userId="15fa42f86696cacf" providerId="Windows Live" clId="Web-{599838D9-980C-4152-86F5-5EA0C20C9709}" dt="2020-09-02T03:38:36.131" v="52" actId="20577"/>
          <ac:spMkLst>
            <pc:docMk/>
            <pc:sldMk cId="2483007963" sldId="259"/>
            <ac:spMk id="3" creationId="{249723CC-1E05-4831-9F46-7E38AC46A6A8}"/>
          </ac:spMkLst>
        </pc:spChg>
      </pc:sldChg>
      <pc:sldChg chg="modSp new">
        <pc:chgData name="Anku Jaiswal" userId="15fa42f86696cacf" providerId="Windows Live" clId="Web-{599838D9-980C-4152-86F5-5EA0C20C9709}" dt="2020-09-02T03:37:05.584" v="48" actId="20577"/>
        <pc:sldMkLst>
          <pc:docMk/>
          <pc:sldMk cId="1904496747" sldId="260"/>
        </pc:sldMkLst>
        <pc:spChg chg="mod">
          <ac:chgData name="Anku Jaiswal" userId="15fa42f86696cacf" providerId="Windows Live" clId="Web-{599838D9-980C-4152-86F5-5EA0C20C9709}" dt="2020-09-02T03:37:05.584" v="48" actId="20577"/>
          <ac:spMkLst>
            <pc:docMk/>
            <pc:sldMk cId="1904496747" sldId="260"/>
            <ac:spMk id="3" creationId="{FD38CAD7-60A7-46C6-A733-C4E1DA9D842A}"/>
          </ac:spMkLst>
        </pc:spChg>
      </pc:sldChg>
      <pc:sldChg chg="modSp new">
        <pc:chgData name="Anku Jaiswal" userId="15fa42f86696cacf" providerId="Windows Live" clId="Web-{599838D9-980C-4152-86F5-5EA0C20C9709}" dt="2020-09-02T03:36:48.177" v="44" actId="20577"/>
        <pc:sldMkLst>
          <pc:docMk/>
          <pc:sldMk cId="3759582681" sldId="261"/>
        </pc:sldMkLst>
        <pc:spChg chg="mod">
          <ac:chgData name="Anku Jaiswal" userId="15fa42f86696cacf" providerId="Windows Live" clId="Web-{599838D9-980C-4152-86F5-5EA0C20C9709}" dt="2020-09-02T03:36:12.052" v="37" actId="20577"/>
          <ac:spMkLst>
            <pc:docMk/>
            <pc:sldMk cId="3759582681" sldId="261"/>
            <ac:spMk id="2" creationId="{D9FA540D-4E46-4F0B-8F04-54052ADAFB47}"/>
          </ac:spMkLst>
        </pc:spChg>
        <pc:spChg chg="mod">
          <ac:chgData name="Anku Jaiswal" userId="15fa42f86696cacf" providerId="Windows Live" clId="Web-{599838D9-980C-4152-86F5-5EA0C20C9709}" dt="2020-09-02T03:36:48.177" v="44" actId="20577"/>
          <ac:spMkLst>
            <pc:docMk/>
            <pc:sldMk cId="3759582681" sldId="261"/>
            <ac:spMk id="3" creationId="{D723B1A0-4D19-4EE2-B5B3-85074989924E}"/>
          </ac:spMkLst>
        </pc:spChg>
      </pc:sldChg>
      <pc:sldChg chg="modSp new">
        <pc:chgData name="Anku Jaiswal" userId="15fa42f86696cacf" providerId="Windows Live" clId="Web-{599838D9-980C-4152-86F5-5EA0C20C9709}" dt="2020-09-02T03:35:22.646" v="31" actId="20577"/>
        <pc:sldMkLst>
          <pc:docMk/>
          <pc:sldMk cId="868243801" sldId="262"/>
        </pc:sldMkLst>
        <pc:spChg chg="mod">
          <ac:chgData name="Anku Jaiswal" userId="15fa42f86696cacf" providerId="Windows Live" clId="Web-{599838D9-980C-4152-86F5-5EA0C20C9709}" dt="2020-09-02T03:34:03.271" v="24" actId="20577"/>
          <ac:spMkLst>
            <pc:docMk/>
            <pc:sldMk cId="868243801" sldId="262"/>
            <ac:spMk id="2" creationId="{34568BE3-CB47-4CB6-BE5C-7B10617F2010}"/>
          </ac:spMkLst>
        </pc:spChg>
        <pc:spChg chg="mod">
          <ac:chgData name="Anku Jaiswal" userId="15fa42f86696cacf" providerId="Windows Live" clId="Web-{599838D9-980C-4152-86F5-5EA0C20C9709}" dt="2020-09-02T03:35:22.646" v="31" actId="20577"/>
          <ac:spMkLst>
            <pc:docMk/>
            <pc:sldMk cId="868243801" sldId="262"/>
            <ac:spMk id="3" creationId="{2691DAD0-8994-48E1-B841-5BE0317AE6D0}"/>
          </ac:spMkLst>
        </pc:spChg>
      </pc:sldChg>
      <pc:sldChg chg="modSp new">
        <pc:chgData name="Anku Jaiswal" userId="15fa42f86696cacf" providerId="Windows Live" clId="Web-{599838D9-980C-4152-86F5-5EA0C20C9709}" dt="2020-09-02T03:35:59.755" v="35" actId="20577"/>
        <pc:sldMkLst>
          <pc:docMk/>
          <pc:sldMk cId="2461918059" sldId="263"/>
        </pc:sldMkLst>
        <pc:spChg chg="mod">
          <ac:chgData name="Anku Jaiswal" userId="15fa42f86696cacf" providerId="Windows Live" clId="Web-{599838D9-980C-4152-86F5-5EA0C20C9709}" dt="2020-09-02T03:35:59.755" v="35" actId="20577"/>
          <ac:spMkLst>
            <pc:docMk/>
            <pc:sldMk cId="2461918059" sldId="263"/>
            <ac:spMk id="3" creationId="{156C27CE-6D8D-429A-B200-30102090EE09}"/>
          </ac:spMkLst>
        </pc:spChg>
      </pc:sldChg>
      <pc:sldMasterChg chg="add del addSldLayout delSldLayout">
        <pc:chgData name="Anku Jaiswal" userId="15fa42f86696cacf" providerId="Windows Live" clId="Web-{599838D9-980C-4152-86F5-5EA0C20C9709}" dt="2020-09-02T03:25:27.784" v="4"/>
        <pc:sldMasterMkLst>
          <pc:docMk/>
          <pc:sldMasterMk cId="2460954070" sldId="2147483660"/>
        </pc:sldMasterMkLst>
        <pc:sldLayoutChg chg="add del">
          <pc:chgData name="Anku Jaiswal" userId="15fa42f86696cacf" providerId="Windows Live" clId="Web-{599838D9-980C-4152-86F5-5EA0C20C9709}" dt="2020-09-02T03:25:27.784" v="4"/>
          <pc:sldLayoutMkLst>
            <pc:docMk/>
            <pc:sldMasterMk cId="2460954070" sldId="2147483660"/>
            <pc:sldLayoutMk cId="2385387890" sldId="2147483661"/>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949138452" sldId="2147483662"/>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2591524520" sldId="2147483663"/>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1203092039" sldId="2147483664"/>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3733172339" sldId="2147483665"/>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3210312558" sldId="2147483666"/>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3146388984" sldId="2147483667"/>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3171841454" sldId="2147483668"/>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1718958274" sldId="2147483669"/>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2202905451" sldId="2147483670"/>
          </pc:sldLayoutMkLst>
        </pc:sldLayoutChg>
        <pc:sldLayoutChg chg="add del">
          <pc:chgData name="Anku Jaiswal" userId="15fa42f86696cacf" providerId="Windows Live" clId="Web-{599838D9-980C-4152-86F5-5EA0C20C9709}" dt="2020-09-02T03:25:27.784" v="4"/>
          <pc:sldLayoutMkLst>
            <pc:docMk/>
            <pc:sldMasterMk cId="2460954070" sldId="2147483660"/>
            <pc:sldLayoutMk cId="3479445657" sldId="2147483671"/>
          </pc:sldLayoutMkLst>
        </pc:sldLayoutChg>
      </pc:sldMasterChg>
      <pc:sldMasterChg chg="add del addSldLayout delSldLayout">
        <pc:chgData name="Anku Jaiswal" userId="15fa42f86696cacf" providerId="Windows Live" clId="Web-{599838D9-980C-4152-86F5-5EA0C20C9709}" dt="2020-09-02T03:25:27.706" v="3"/>
        <pc:sldMasterMkLst>
          <pc:docMk/>
          <pc:sldMasterMk cId="3171771052" sldId="2147483750"/>
        </pc:sldMasterMkLst>
        <pc:sldLayoutChg chg="add del">
          <pc:chgData name="Anku Jaiswal" userId="15fa42f86696cacf" providerId="Windows Live" clId="Web-{599838D9-980C-4152-86F5-5EA0C20C9709}" dt="2020-09-02T03:25:27.706" v="3"/>
          <pc:sldLayoutMkLst>
            <pc:docMk/>
            <pc:sldMasterMk cId="3171771052" sldId="2147483750"/>
            <pc:sldLayoutMk cId="3825833399" sldId="2147483739"/>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457038224" sldId="2147483740"/>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3827157827" sldId="2147483741"/>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2917662789" sldId="2147483742"/>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38215709" sldId="2147483743"/>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3233968411" sldId="2147483744"/>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896427063" sldId="2147483745"/>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729140233" sldId="2147483746"/>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3242745747" sldId="2147483747"/>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2029871832" sldId="2147483748"/>
          </pc:sldLayoutMkLst>
        </pc:sldLayoutChg>
        <pc:sldLayoutChg chg="add del">
          <pc:chgData name="Anku Jaiswal" userId="15fa42f86696cacf" providerId="Windows Live" clId="Web-{599838D9-980C-4152-86F5-5EA0C20C9709}" dt="2020-09-02T03:25:27.706" v="3"/>
          <pc:sldLayoutMkLst>
            <pc:docMk/>
            <pc:sldMasterMk cId="3171771052" sldId="2147483750"/>
            <pc:sldLayoutMk cId="1395754775" sldId="2147483749"/>
          </pc:sldLayoutMkLst>
        </pc:sldLayoutChg>
      </pc:sldMasterChg>
      <pc:sldMasterChg chg="add del addSldLayout delSldLayout">
        <pc:chgData name="Anku Jaiswal" userId="15fa42f86696cacf" providerId="Windows Live" clId="Web-{599838D9-980C-4152-86F5-5EA0C20C9709}" dt="2020-09-02T03:24:22.722" v="1"/>
        <pc:sldMasterMkLst>
          <pc:docMk/>
          <pc:sldMasterMk cId="3482769505" sldId="2147483763"/>
        </pc:sldMasterMkLst>
        <pc:sldLayoutChg chg="add del">
          <pc:chgData name="Anku Jaiswal" userId="15fa42f86696cacf" providerId="Windows Live" clId="Web-{599838D9-980C-4152-86F5-5EA0C20C9709}" dt="2020-09-02T03:24:22.722" v="1"/>
          <pc:sldLayoutMkLst>
            <pc:docMk/>
            <pc:sldMasterMk cId="3482769505" sldId="2147483763"/>
            <pc:sldLayoutMk cId="519158326" sldId="2147483752"/>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3703314656" sldId="2147483753"/>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659397920" sldId="2147483754"/>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2443126711" sldId="2147483755"/>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950182442" sldId="2147483756"/>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2884689771" sldId="2147483757"/>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3048619879" sldId="2147483758"/>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3432965633" sldId="2147483759"/>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3764237434" sldId="2147483760"/>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2466166893" sldId="2147483761"/>
          </pc:sldLayoutMkLst>
        </pc:sldLayoutChg>
        <pc:sldLayoutChg chg="add del">
          <pc:chgData name="Anku Jaiswal" userId="15fa42f86696cacf" providerId="Windows Live" clId="Web-{599838D9-980C-4152-86F5-5EA0C20C9709}" dt="2020-09-02T03:24:22.722" v="1"/>
          <pc:sldLayoutMkLst>
            <pc:docMk/>
            <pc:sldMasterMk cId="3482769505" sldId="2147483763"/>
            <pc:sldLayoutMk cId="2006461950" sldId="2147483762"/>
          </pc:sldLayoutMkLst>
        </pc:sldLayoutChg>
      </pc:sldMasterChg>
      <pc:sldMasterChg chg="add addSldLayout">
        <pc:chgData name="Anku Jaiswal" userId="15fa42f86696cacf" providerId="Windows Live" clId="Web-{599838D9-980C-4152-86F5-5EA0C20C9709}" dt="2020-09-02T03:25:27.784" v="4"/>
        <pc:sldMasterMkLst>
          <pc:docMk/>
          <pc:sldMasterMk cId="346998177" sldId="2147483769"/>
        </pc:sldMasterMkLst>
        <pc:sldLayoutChg chg="add">
          <pc:chgData name="Anku Jaiswal" userId="15fa42f86696cacf" providerId="Windows Live" clId="Web-{599838D9-980C-4152-86F5-5EA0C20C9709}" dt="2020-09-02T03:25:27.784" v="4"/>
          <pc:sldLayoutMkLst>
            <pc:docMk/>
            <pc:sldMasterMk cId="346998177" sldId="2147483769"/>
            <pc:sldLayoutMk cId="2525775941" sldId="2147483758"/>
          </pc:sldLayoutMkLst>
        </pc:sldLayoutChg>
        <pc:sldLayoutChg chg="add">
          <pc:chgData name="Anku Jaiswal" userId="15fa42f86696cacf" providerId="Windows Live" clId="Web-{599838D9-980C-4152-86F5-5EA0C20C9709}" dt="2020-09-02T03:25:27.784" v="4"/>
          <pc:sldLayoutMkLst>
            <pc:docMk/>
            <pc:sldMasterMk cId="346998177" sldId="2147483769"/>
            <pc:sldLayoutMk cId="2283456043" sldId="2147483759"/>
          </pc:sldLayoutMkLst>
        </pc:sldLayoutChg>
        <pc:sldLayoutChg chg="add">
          <pc:chgData name="Anku Jaiswal" userId="15fa42f86696cacf" providerId="Windows Live" clId="Web-{599838D9-980C-4152-86F5-5EA0C20C9709}" dt="2020-09-02T03:25:27.784" v="4"/>
          <pc:sldLayoutMkLst>
            <pc:docMk/>
            <pc:sldMasterMk cId="346998177" sldId="2147483769"/>
            <pc:sldLayoutMk cId="479060334" sldId="2147483760"/>
          </pc:sldLayoutMkLst>
        </pc:sldLayoutChg>
        <pc:sldLayoutChg chg="add">
          <pc:chgData name="Anku Jaiswal" userId="15fa42f86696cacf" providerId="Windows Live" clId="Web-{599838D9-980C-4152-86F5-5EA0C20C9709}" dt="2020-09-02T03:25:27.784" v="4"/>
          <pc:sldLayoutMkLst>
            <pc:docMk/>
            <pc:sldMasterMk cId="346998177" sldId="2147483769"/>
            <pc:sldLayoutMk cId="4169793820" sldId="2147483761"/>
          </pc:sldLayoutMkLst>
        </pc:sldLayoutChg>
        <pc:sldLayoutChg chg="add">
          <pc:chgData name="Anku Jaiswal" userId="15fa42f86696cacf" providerId="Windows Live" clId="Web-{599838D9-980C-4152-86F5-5EA0C20C9709}" dt="2020-09-02T03:25:27.784" v="4"/>
          <pc:sldLayoutMkLst>
            <pc:docMk/>
            <pc:sldMasterMk cId="346998177" sldId="2147483769"/>
            <pc:sldLayoutMk cId="3441096767" sldId="2147483762"/>
          </pc:sldLayoutMkLst>
        </pc:sldLayoutChg>
        <pc:sldLayoutChg chg="add">
          <pc:chgData name="Anku Jaiswal" userId="15fa42f86696cacf" providerId="Windows Live" clId="Web-{599838D9-980C-4152-86F5-5EA0C20C9709}" dt="2020-09-02T03:25:27.784" v="4"/>
          <pc:sldLayoutMkLst>
            <pc:docMk/>
            <pc:sldMasterMk cId="346998177" sldId="2147483769"/>
            <pc:sldLayoutMk cId="2863809737" sldId="2147483763"/>
          </pc:sldLayoutMkLst>
        </pc:sldLayoutChg>
        <pc:sldLayoutChg chg="add">
          <pc:chgData name="Anku Jaiswal" userId="15fa42f86696cacf" providerId="Windows Live" clId="Web-{599838D9-980C-4152-86F5-5EA0C20C9709}" dt="2020-09-02T03:25:27.784" v="4"/>
          <pc:sldLayoutMkLst>
            <pc:docMk/>
            <pc:sldMasterMk cId="346998177" sldId="2147483769"/>
            <pc:sldLayoutMk cId="198659890" sldId="2147483764"/>
          </pc:sldLayoutMkLst>
        </pc:sldLayoutChg>
        <pc:sldLayoutChg chg="add">
          <pc:chgData name="Anku Jaiswal" userId="15fa42f86696cacf" providerId="Windows Live" clId="Web-{599838D9-980C-4152-86F5-5EA0C20C9709}" dt="2020-09-02T03:25:27.784" v="4"/>
          <pc:sldLayoutMkLst>
            <pc:docMk/>
            <pc:sldMasterMk cId="346998177" sldId="2147483769"/>
            <pc:sldLayoutMk cId="1379234149" sldId="2147483765"/>
          </pc:sldLayoutMkLst>
        </pc:sldLayoutChg>
        <pc:sldLayoutChg chg="add">
          <pc:chgData name="Anku Jaiswal" userId="15fa42f86696cacf" providerId="Windows Live" clId="Web-{599838D9-980C-4152-86F5-5EA0C20C9709}" dt="2020-09-02T03:25:27.784" v="4"/>
          <pc:sldLayoutMkLst>
            <pc:docMk/>
            <pc:sldMasterMk cId="346998177" sldId="2147483769"/>
            <pc:sldLayoutMk cId="192785652" sldId="2147483766"/>
          </pc:sldLayoutMkLst>
        </pc:sldLayoutChg>
        <pc:sldLayoutChg chg="add">
          <pc:chgData name="Anku Jaiswal" userId="15fa42f86696cacf" providerId="Windows Live" clId="Web-{599838D9-980C-4152-86F5-5EA0C20C9709}" dt="2020-09-02T03:25:27.784" v="4"/>
          <pc:sldLayoutMkLst>
            <pc:docMk/>
            <pc:sldMasterMk cId="346998177" sldId="2147483769"/>
            <pc:sldLayoutMk cId="1817384832" sldId="2147483767"/>
          </pc:sldLayoutMkLst>
        </pc:sldLayoutChg>
        <pc:sldLayoutChg chg="add">
          <pc:chgData name="Anku Jaiswal" userId="15fa42f86696cacf" providerId="Windows Live" clId="Web-{599838D9-980C-4152-86F5-5EA0C20C9709}" dt="2020-09-02T03:25:27.784" v="4"/>
          <pc:sldLayoutMkLst>
            <pc:docMk/>
            <pc:sldMasterMk cId="346998177" sldId="2147483769"/>
            <pc:sldLayoutMk cId="1540140397" sldId="2147483768"/>
          </pc:sldLayoutMkLst>
        </pc:sldLayoutChg>
      </pc:sldMasterChg>
    </pc:docChg>
  </pc:docChgLst>
  <pc:docChgLst>
    <pc:chgData name="Anku Jaiswal" userId="15fa42f86696cacf" providerId="Windows Live" clId="Web-{6257B61D-260B-44CF-1A5D-72C07AFD0BB2}"/>
    <pc:docChg chg="addSld modSld">
      <pc:chgData name="Anku Jaiswal" userId="15fa42f86696cacf" providerId="Windows Live" clId="Web-{6257B61D-260B-44CF-1A5D-72C07AFD0BB2}" dt="2020-09-08T02:36:41.394" v="6" actId="20577"/>
      <pc:docMkLst>
        <pc:docMk/>
      </pc:docMkLst>
      <pc:sldChg chg="modSp">
        <pc:chgData name="Anku Jaiswal" userId="15fa42f86696cacf" providerId="Windows Live" clId="Web-{6257B61D-260B-44CF-1A5D-72C07AFD0BB2}" dt="2020-09-08T02:36:41.331" v="3" actId="20577"/>
        <pc:sldMkLst>
          <pc:docMk/>
          <pc:sldMk cId="1283266772" sldId="258"/>
        </pc:sldMkLst>
        <pc:spChg chg="mod">
          <ac:chgData name="Anku Jaiswal" userId="15fa42f86696cacf" providerId="Windows Live" clId="Web-{6257B61D-260B-44CF-1A5D-72C07AFD0BB2}" dt="2020-09-08T02:36:41.331" v="3" actId="20577"/>
          <ac:spMkLst>
            <pc:docMk/>
            <pc:sldMk cId="1283266772" sldId="258"/>
            <ac:spMk id="3" creationId="{4CC3D0E1-805B-48F9-A4F6-01412601FF59}"/>
          </ac:spMkLst>
        </pc:spChg>
      </pc:sldChg>
      <pc:sldChg chg="modSp new">
        <pc:chgData name="Anku Jaiswal" userId="15fa42f86696cacf" providerId="Windows Live" clId="Web-{6257B61D-260B-44CF-1A5D-72C07AFD0BB2}" dt="2020-09-08T02:36:41.378" v="5" actId="20577"/>
        <pc:sldMkLst>
          <pc:docMk/>
          <pc:sldMk cId="56905096" sldId="264"/>
        </pc:sldMkLst>
        <pc:spChg chg="mod">
          <ac:chgData name="Anku Jaiswal" userId="15fa42f86696cacf" providerId="Windows Live" clId="Web-{6257B61D-260B-44CF-1A5D-72C07AFD0BB2}" dt="2020-09-08T02:36:41.378" v="5" actId="20577"/>
          <ac:spMkLst>
            <pc:docMk/>
            <pc:sldMk cId="56905096" sldId="264"/>
            <ac:spMk id="3" creationId="{5B303C36-3685-4CA3-8D73-BB3B74543CA0}"/>
          </ac:spMkLst>
        </pc:spChg>
      </pc:sldChg>
    </pc:docChg>
  </pc:docChgLst>
  <pc:docChgLst>
    <pc:chgData name="Anku Jaiswal" userId="15fa42f86696cacf" providerId="Windows Live" clId="Web-{50AD6CF0-BED3-476E-25D4-89410ABC0BF6}"/>
    <pc:docChg chg="addSld modSld">
      <pc:chgData name="Anku Jaiswal" userId="15fa42f86696cacf" providerId="Windows Live" clId="Web-{50AD6CF0-BED3-476E-25D4-89410ABC0BF6}" dt="2020-09-11T03:18:56.736" v="137" actId="20577"/>
      <pc:docMkLst>
        <pc:docMk/>
      </pc:docMkLst>
      <pc:sldChg chg="modSp">
        <pc:chgData name="Anku Jaiswal" userId="15fa42f86696cacf" providerId="Windows Live" clId="Web-{50AD6CF0-BED3-476E-25D4-89410ABC0BF6}" dt="2020-09-11T02:58:05.606" v="99" actId="20577"/>
        <pc:sldMkLst>
          <pc:docMk/>
          <pc:sldMk cId="1029199177" sldId="277"/>
        </pc:sldMkLst>
        <pc:spChg chg="mod">
          <ac:chgData name="Anku Jaiswal" userId="15fa42f86696cacf" providerId="Windows Live" clId="Web-{50AD6CF0-BED3-476E-25D4-89410ABC0BF6}" dt="2020-09-11T02:58:05.606" v="99" actId="20577"/>
          <ac:spMkLst>
            <pc:docMk/>
            <pc:sldMk cId="1029199177" sldId="277"/>
            <ac:spMk id="3" creationId="{CB716231-2D9A-482F-B93E-F02E69BC98C8}"/>
          </ac:spMkLst>
        </pc:spChg>
      </pc:sldChg>
      <pc:sldChg chg="modSp">
        <pc:chgData name="Anku Jaiswal" userId="15fa42f86696cacf" providerId="Windows Live" clId="Web-{50AD6CF0-BED3-476E-25D4-89410ABC0BF6}" dt="2020-09-11T03:18:44.939" v="128" actId="20577"/>
        <pc:sldMkLst>
          <pc:docMk/>
          <pc:sldMk cId="3568163198" sldId="278"/>
        </pc:sldMkLst>
        <pc:spChg chg="mod">
          <ac:chgData name="Anku Jaiswal" userId="15fa42f86696cacf" providerId="Windows Live" clId="Web-{50AD6CF0-BED3-476E-25D4-89410ABC0BF6}" dt="2020-09-11T03:18:44.939" v="128" actId="20577"/>
          <ac:spMkLst>
            <pc:docMk/>
            <pc:sldMk cId="3568163198" sldId="278"/>
            <ac:spMk id="2" creationId="{69CB3B9D-202A-4810-B7A6-D68D2D016853}"/>
          </ac:spMkLst>
        </pc:spChg>
        <pc:spChg chg="mod">
          <ac:chgData name="Anku Jaiswal" userId="15fa42f86696cacf" providerId="Windows Live" clId="Web-{50AD6CF0-BED3-476E-25D4-89410ABC0BF6}" dt="2020-09-11T03:18:44.408" v="126" actId="20577"/>
          <ac:spMkLst>
            <pc:docMk/>
            <pc:sldMk cId="3568163198" sldId="278"/>
            <ac:spMk id="3" creationId="{07BEA8C3-A255-47D0-8522-5094E7641A76}"/>
          </ac:spMkLst>
        </pc:spChg>
      </pc:sldChg>
      <pc:sldChg chg="modSp">
        <pc:chgData name="Anku Jaiswal" userId="15fa42f86696cacf" providerId="Windows Live" clId="Web-{50AD6CF0-BED3-476E-25D4-89410ABC0BF6}" dt="2020-09-11T02:38:21.460" v="5" actId="20577"/>
        <pc:sldMkLst>
          <pc:docMk/>
          <pc:sldMk cId="2496006144" sldId="279"/>
        </pc:sldMkLst>
        <pc:spChg chg="mod">
          <ac:chgData name="Anku Jaiswal" userId="15fa42f86696cacf" providerId="Windows Live" clId="Web-{50AD6CF0-BED3-476E-25D4-89410ABC0BF6}" dt="2020-09-11T02:38:21.460" v="5" actId="20577"/>
          <ac:spMkLst>
            <pc:docMk/>
            <pc:sldMk cId="2496006144" sldId="279"/>
            <ac:spMk id="3" creationId="{33A9829C-067D-4B70-8CBA-EA6598A9C4A1}"/>
          </ac:spMkLst>
        </pc:spChg>
      </pc:sldChg>
      <pc:sldChg chg="modSp">
        <pc:chgData name="Anku Jaiswal" userId="15fa42f86696cacf" providerId="Windows Live" clId="Web-{50AD6CF0-BED3-476E-25D4-89410ABC0BF6}" dt="2020-09-11T02:38:40.757" v="12" actId="20577"/>
        <pc:sldMkLst>
          <pc:docMk/>
          <pc:sldMk cId="1687954396" sldId="280"/>
        </pc:sldMkLst>
        <pc:spChg chg="mod">
          <ac:chgData name="Anku Jaiswal" userId="15fa42f86696cacf" providerId="Windows Live" clId="Web-{50AD6CF0-BED3-476E-25D4-89410ABC0BF6}" dt="2020-09-11T02:38:40.757" v="12" actId="20577"/>
          <ac:spMkLst>
            <pc:docMk/>
            <pc:sldMk cId="1687954396" sldId="280"/>
            <ac:spMk id="3" creationId="{7EDEEEEF-1A3F-4024-99C4-60D8050F57AA}"/>
          </ac:spMkLst>
        </pc:spChg>
      </pc:sldChg>
      <pc:sldChg chg="addSp delSp modSp new">
        <pc:chgData name="Anku Jaiswal" userId="15fa42f86696cacf" providerId="Windows Live" clId="Web-{50AD6CF0-BED3-476E-25D4-89410ABC0BF6}" dt="2020-09-11T02:37:35.241" v="1"/>
        <pc:sldMkLst>
          <pc:docMk/>
          <pc:sldMk cId="726823470" sldId="291"/>
        </pc:sldMkLst>
        <pc:spChg chg="del">
          <ac:chgData name="Anku Jaiswal" userId="15fa42f86696cacf" providerId="Windows Live" clId="Web-{50AD6CF0-BED3-476E-25D4-89410ABC0BF6}" dt="2020-09-11T02:37:35.241" v="1"/>
          <ac:spMkLst>
            <pc:docMk/>
            <pc:sldMk cId="726823470" sldId="291"/>
            <ac:spMk id="3" creationId="{D28A0770-41B3-4564-B8B0-FDE2BF5895E6}"/>
          </ac:spMkLst>
        </pc:spChg>
        <pc:picChg chg="add mod ord">
          <ac:chgData name="Anku Jaiswal" userId="15fa42f86696cacf" providerId="Windows Live" clId="Web-{50AD6CF0-BED3-476E-25D4-89410ABC0BF6}" dt="2020-09-11T02:37:35.241" v="1"/>
          <ac:picMkLst>
            <pc:docMk/>
            <pc:sldMk cId="726823470" sldId="291"/>
            <ac:picMk id="4" creationId="{CF78FD60-A1BD-4D4D-A193-0FD61F76422C}"/>
          </ac:picMkLst>
        </pc:picChg>
      </pc:sldChg>
      <pc:sldChg chg="modSp new">
        <pc:chgData name="Anku Jaiswal" userId="15fa42f86696cacf" providerId="Windows Live" clId="Web-{50AD6CF0-BED3-476E-25D4-89410ABC0BF6}" dt="2020-09-11T02:38:47.319" v="18" actId="20577"/>
        <pc:sldMkLst>
          <pc:docMk/>
          <pc:sldMk cId="4087138960" sldId="292"/>
        </pc:sldMkLst>
        <pc:spChg chg="mod">
          <ac:chgData name="Anku Jaiswal" userId="15fa42f86696cacf" providerId="Windows Live" clId="Web-{50AD6CF0-BED3-476E-25D4-89410ABC0BF6}" dt="2020-09-11T02:38:47.319" v="18" actId="20577"/>
          <ac:spMkLst>
            <pc:docMk/>
            <pc:sldMk cId="4087138960" sldId="292"/>
            <ac:spMk id="3" creationId="{C45BF6FB-60B9-44D1-B8F2-21B467BBDFEF}"/>
          </ac:spMkLst>
        </pc:spChg>
      </pc:sldChg>
      <pc:sldChg chg="modSp new">
        <pc:chgData name="Anku Jaiswal" userId="15fa42f86696cacf" providerId="Windows Live" clId="Web-{50AD6CF0-BED3-476E-25D4-89410ABC0BF6}" dt="2020-09-11T02:56:55.480" v="83" actId="20577"/>
        <pc:sldMkLst>
          <pc:docMk/>
          <pc:sldMk cId="3432397953" sldId="293"/>
        </pc:sldMkLst>
        <pc:spChg chg="mod">
          <ac:chgData name="Anku Jaiswal" userId="15fa42f86696cacf" providerId="Windows Live" clId="Web-{50AD6CF0-BED3-476E-25D4-89410ABC0BF6}" dt="2020-09-11T02:56:31.902" v="76" actId="20577"/>
          <ac:spMkLst>
            <pc:docMk/>
            <pc:sldMk cId="3432397953" sldId="293"/>
            <ac:spMk id="2" creationId="{CFA2797F-4C39-4267-A299-A4CF7594E41B}"/>
          </ac:spMkLst>
        </pc:spChg>
        <pc:spChg chg="mod">
          <ac:chgData name="Anku Jaiswal" userId="15fa42f86696cacf" providerId="Windows Live" clId="Web-{50AD6CF0-BED3-476E-25D4-89410ABC0BF6}" dt="2020-09-11T02:56:55.480" v="83" actId="20577"/>
          <ac:spMkLst>
            <pc:docMk/>
            <pc:sldMk cId="3432397953" sldId="293"/>
            <ac:spMk id="3" creationId="{E829D899-07CD-4601-93A0-6BF9B511F0F5}"/>
          </ac:spMkLst>
        </pc:spChg>
      </pc:sldChg>
      <pc:sldChg chg="modSp new">
        <pc:chgData name="Anku Jaiswal" userId="15fa42f86696cacf" providerId="Windows Live" clId="Web-{50AD6CF0-BED3-476E-25D4-89410ABC0BF6}" dt="2020-09-11T03:18:54.799" v="135" actId="20577"/>
        <pc:sldMkLst>
          <pc:docMk/>
          <pc:sldMk cId="2019964995" sldId="294"/>
        </pc:sldMkLst>
        <pc:spChg chg="mod">
          <ac:chgData name="Anku Jaiswal" userId="15fa42f86696cacf" providerId="Windows Live" clId="Web-{50AD6CF0-BED3-476E-25D4-89410ABC0BF6}" dt="2020-09-11T03:18:54.799" v="135" actId="20577"/>
          <ac:spMkLst>
            <pc:docMk/>
            <pc:sldMk cId="2019964995" sldId="294"/>
            <ac:spMk id="2" creationId="{F12AE54D-AD90-403A-84AE-7B1B7F1099A8}"/>
          </ac:spMkLst>
        </pc:spChg>
        <pc:spChg chg="mod">
          <ac:chgData name="Anku Jaiswal" userId="15fa42f86696cacf" providerId="Windows Live" clId="Web-{50AD6CF0-BED3-476E-25D4-89410ABC0BF6}" dt="2020-09-11T03:18:54.408" v="133" actId="20577"/>
          <ac:spMkLst>
            <pc:docMk/>
            <pc:sldMk cId="2019964995" sldId="294"/>
            <ac:spMk id="3" creationId="{DB710E55-1861-4F6B-A976-C25C6D0BAD0A}"/>
          </ac:spMkLst>
        </pc:spChg>
      </pc:sldChg>
      <pc:sldChg chg="addSp delSp modSp new">
        <pc:chgData name="Anku Jaiswal" userId="15fa42f86696cacf" providerId="Windows Live" clId="Web-{50AD6CF0-BED3-476E-25D4-89410ABC0BF6}" dt="2020-09-11T03:08:50.796" v="102"/>
        <pc:sldMkLst>
          <pc:docMk/>
          <pc:sldMk cId="721065267" sldId="295"/>
        </pc:sldMkLst>
        <pc:spChg chg="del">
          <ac:chgData name="Anku Jaiswal" userId="15fa42f86696cacf" providerId="Windows Live" clId="Web-{50AD6CF0-BED3-476E-25D4-89410ABC0BF6}" dt="2020-09-11T03:08:50.796" v="102"/>
          <ac:spMkLst>
            <pc:docMk/>
            <pc:sldMk cId="721065267" sldId="295"/>
            <ac:spMk id="3" creationId="{3FC85CE4-33FF-4F21-AF1A-9A70D87144E3}"/>
          </ac:spMkLst>
        </pc:spChg>
        <pc:picChg chg="add mod ord">
          <ac:chgData name="Anku Jaiswal" userId="15fa42f86696cacf" providerId="Windows Live" clId="Web-{50AD6CF0-BED3-476E-25D4-89410ABC0BF6}" dt="2020-09-11T03:08:50.796" v="102"/>
          <ac:picMkLst>
            <pc:docMk/>
            <pc:sldMk cId="721065267" sldId="295"/>
            <ac:picMk id="4" creationId="{69D3931E-4262-436A-A3C3-76961EE96BF1}"/>
          </ac:picMkLst>
        </pc:picChg>
      </pc:sldChg>
      <pc:sldChg chg="addSp delSp modSp new">
        <pc:chgData name="Anku Jaiswal" userId="15fa42f86696cacf" providerId="Windows Live" clId="Web-{50AD6CF0-BED3-476E-25D4-89410ABC0BF6}" dt="2020-09-11T03:09:43.812" v="104"/>
        <pc:sldMkLst>
          <pc:docMk/>
          <pc:sldMk cId="2529277255" sldId="296"/>
        </pc:sldMkLst>
        <pc:spChg chg="del">
          <ac:chgData name="Anku Jaiswal" userId="15fa42f86696cacf" providerId="Windows Live" clId="Web-{50AD6CF0-BED3-476E-25D4-89410ABC0BF6}" dt="2020-09-11T03:09:43.812" v="104"/>
          <ac:spMkLst>
            <pc:docMk/>
            <pc:sldMk cId="2529277255" sldId="296"/>
            <ac:spMk id="3" creationId="{58701EA8-D2BA-49AD-BF1B-3726DA1EE17A}"/>
          </ac:spMkLst>
        </pc:spChg>
        <pc:picChg chg="add mod ord">
          <ac:chgData name="Anku Jaiswal" userId="15fa42f86696cacf" providerId="Windows Live" clId="Web-{50AD6CF0-BED3-476E-25D4-89410ABC0BF6}" dt="2020-09-11T03:09:43.812" v="104"/>
          <ac:picMkLst>
            <pc:docMk/>
            <pc:sldMk cId="2529277255" sldId="296"/>
            <ac:picMk id="4" creationId="{D70D1323-4FCB-4B5A-95A2-7DDD34C37220}"/>
          </ac:picMkLst>
        </pc:picChg>
      </pc:sldChg>
      <pc:sldChg chg="addSp delSp modSp new">
        <pc:chgData name="Anku Jaiswal" userId="15fa42f86696cacf" providerId="Windows Live" clId="Web-{50AD6CF0-BED3-476E-25D4-89410ABC0BF6}" dt="2020-09-11T03:10:09.609" v="106"/>
        <pc:sldMkLst>
          <pc:docMk/>
          <pc:sldMk cId="4059123555" sldId="297"/>
        </pc:sldMkLst>
        <pc:spChg chg="del">
          <ac:chgData name="Anku Jaiswal" userId="15fa42f86696cacf" providerId="Windows Live" clId="Web-{50AD6CF0-BED3-476E-25D4-89410ABC0BF6}" dt="2020-09-11T03:10:09.609" v="106"/>
          <ac:spMkLst>
            <pc:docMk/>
            <pc:sldMk cId="4059123555" sldId="297"/>
            <ac:spMk id="3" creationId="{1C34E3D6-F8F5-4396-AF5E-74924FEBBA76}"/>
          </ac:spMkLst>
        </pc:spChg>
        <pc:picChg chg="add mod ord">
          <ac:chgData name="Anku Jaiswal" userId="15fa42f86696cacf" providerId="Windows Live" clId="Web-{50AD6CF0-BED3-476E-25D4-89410ABC0BF6}" dt="2020-09-11T03:10:09.609" v="106"/>
          <ac:picMkLst>
            <pc:docMk/>
            <pc:sldMk cId="4059123555" sldId="297"/>
            <ac:picMk id="4" creationId="{6D7FDBB3-2839-4997-A836-9421637886CA}"/>
          </ac:picMkLst>
        </pc:picChg>
      </pc:sldChg>
      <pc:sldChg chg="addSp delSp modSp new">
        <pc:chgData name="Anku Jaiswal" userId="15fa42f86696cacf" providerId="Windows Live" clId="Web-{50AD6CF0-BED3-476E-25D4-89410ABC0BF6}" dt="2020-09-11T03:10:43.484" v="108"/>
        <pc:sldMkLst>
          <pc:docMk/>
          <pc:sldMk cId="916405804" sldId="298"/>
        </pc:sldMkLst>
        <pc:spChg chg="del">
          <ac:chgData name="Anku Jaiswal" userId="15fa42f86696cacf" providerId="Windows Live" clId="Web-{50AD6CF0-BED3-476E-25D4-89410ABC0BF6}" dt="2020-09-11T03:10:43.484" v="108"/>
          <ac:spMkLst>
            <pc:docMk/>
            <pc:sldMk cId="916405804" sldId="298"/>
            <ac:spMk id="3" creationId="{1A5BEFAB-5603-4731-B966-18E2AE3E5265}"/>
          </ac:spMkLst>
        </pc:spChg>
        <pc:picChg chg="add mod ord">
          <ac:chgData name="Anku Jaiswal" userId="15fa42f86696cacf" providerId="Windows Live" clId="Web-{50AD6CF0-BED3-476E-25D4-89410ABC0BF6}" dt="2020-09-11T03:10:43.484" v="108"/>
          <ac:picMkLst>
            <pc:docMk/>
            <pc:sldMk cId="916405804" sldId="298"/>
            <ac:picMk id="4" creationId="{FA93D97F-776F-47D2-9BB4-9E88C18D8E6D}"/>
          </ac:picMkLst>
        </pc:picChg>
      </pc:sldChg>
      <pc:sldChg chg="addSp delSp modSp new">
        <pc:chgData name="Anku Jaiswal" userId="15fa42f86696cacf" providerId="Windows Live" clId="Web-{50AD6CF0-BED3-476E-25D4-89410ABC0BF6}" dt="2020-09-11T03:14:54.438" v="110"/>
        <pc:sldMkLst>
          <pc:docMk/>
          <pc:sldMk cId="1192211800" sldId="299"/>
        </pc:sldMkLst>
        <pc:spChg chg="del">
          <ac:chgData name="Anku Jaiswal" userId="15fa42f86696cacf" providerId="Windows Live" clId="Web-{50AD6CF0-BED3-476E-25D4-89410ABC0BF6}" dt="2020-09-11T03:14:54.438" v="110"/>
          <ac:spMkLst>
            <pc:docMk/>
            <pc:sldMk cId="1192211800" sldId="299"/>
            <ac:spMk id="3" creationId="{F9D5E27A-003C-4081-AFA9-DF6D68B66263}"/>
          </ac:spMkLst>
        </pc:spChg>
        <pc:picChg chg="add mod ord">
          <ac:chgData name="Anku Jaiswal" userId="15fa42f86696cacf" providerId="Windows Live" clId="Web-{50AD6CF0-BED3-476E-25D4-89410ABC0BF6}" dt="2020-09-11T03:14:54.438" v="110"/>
          <ac:picMkLst>
            <pc:docMk/>
            <pc:sldMk cId="1192211800" sldId="299"/>
            <ac:picMk id="4" creationId="{0A00F567-3580-4A4A-A8B8-9398BC26271C}"/>
          </ac:picMkLst>
        </pc:picChg>
      </pc:sldChg>
      <pc:sldChg chg="addSp delSp modSp new">
        <pc:chgData name="Anku Jaiswal" userId="15fa42f86696cacf" providerId="Windows Live" clId="Web-{50AD6CF0-BED3-476E-25D4-89410ABC0BF6}" dt="2020-09-11T03:15:16.485" v="112"/>
        <pc:sldMkLst>
          <pc:docMk/>
          <pc:sldMk cId="459211185" sldId="300"/>
        </pc:sldMkLst>
        <pc:spChg chg="del">
          <ac:chgData name="Anku Jaiswal" userId="15fa42f86696cacf" providerId="Windows Live" clId="Web-{50AD6CF0-BED3-476E-25D4-89410ABC0BF6}" dt="2020-09-11T03:15:16.485" v="112"/>
          <ac:spMkLst>
            <pc:docMk/>
            <pc:sldMk cId="459211185" sldId="300"/>
            <ac:spMk id="3" creationId="{CA2E5686-8B17-470D-B448-B81498C5F06A}"/>
          </ac:spMkLst>
        </pc:spChg>
        <pc:picChg chg="add mod ord">
          <ac:chgData name="Anku Jaiswal" userId="15fa42f86696cacf" providerId="Windows Live" clId="Web-{50AD6CF0-BED3-476E-25D4-89410ABC0BF6}" dt="2020-09-11T03:15:16.485" v="112"/>
          <ac:picMkLst>
            <pc:docMk/>
            <pc:sldMk cId="459211185" sldId="300"/>
            <ac:picMk id="4" creationId="{9125177E-7295-4A19-B34B-EBEA6ADB9FFA}"/>
          </ac:picMkLst>
        </pc:picChg>
      </pc:sldChg>
      <pc:sldChg chg="addSp delSp modSp new">
        <pc:chgData name="Anku Jaiswal" userId="15fa42f86696cacf" providerId="Windows Live" clId="Web-{50AD6CF0-BED3-476E-25D4-89410ABC0BF6}" dt="2020-09-11T03:16:40.360" v="114"/>
        <pc:sldMkLst>
          <pc:docMk/>
          <pc:sldMk cId="1892750256" sldId="301"/>
        </pc:sldMkLst>
        <pc:spChg chg="del">
          <ac:chgData name="Anku Jaiswal" userId="15fa42f86696cacf" providerId="Windows Live" clId="Web-{50AD6CF0-BED3-476E-25D4-89410ABC0BF6}" dt="2020-09-11T03:16:40.360" v="114"/>
          <ac:spMkLst>
            <pc:docMk/>
            <pc:sldMk cId="1892750256" sldId="301"/>
            <ac:spMk id="3" creationId="{435790CD-E103-4DA7-BA9E-7E9A78861040}"/>
          </ac:spMkLst>
        </pc:spChg>
        <pc:picChg chg="add mod ord">
          <ac:chgData name="Anku Jaiswal" userId="15fa42f86696cacf" providerId="Windows Live" clId="Web-{50AD6CF0-BED3-476E-25D4-89410ABC0BF6}" dt="2020-09-11T03:16:40.360" v="114"/>
          <ac:picMkLst>
            <pc:docMk/>
            <pc:sldMk cId="1892750256" sldId="301"/>
            <ac:picMk id="4" creationId="{8F746ACC-D0B3-41AA-8CDF-6455D5A33CAD}"/>
          </ac:picMkLst>
        </pc:picChg>
      </pc:sldChg>
      <pc:sldChg chg="addSp delSp modSp new">
        <pc:chgData name="Anku Jaiswal" userId="15fa42f86696cacf" providerId="Windows Live" clId="Web-{50AD6CF0-BED3-476E-25D4-89410ABC0BF6}" dt="2020-09-11T03:17:13.798" v="116"/>
        <pc:sldMkLst>
          <pc:docMk/>
          <pc:sldMk cId="2506421363" sldId="302"/>
        </pc:sldMkLst>
        <pc:spChg chg="del">
          <ac:chgData name="Anku Jaiswal" userId="15fa42f86696cacf" providerId="Windows Live" clId="Web-{50AD6CF0-BED3-476E-25D4-89410ABC0BF6}" dt="2020-09-11T03:17:13.798" v="116"/>
          <ac:spMkLst>
            <pc:docMk/>
            <pc:sldMk cId="2506421363" sldId="302"/>
            <ac:spMk id="3" creationId="{618FADD8-BEA9-4E13-85D8-7075F48FD9C6}"/>
          </ac:spMkLst>
        </pc:spChg>
        <pc:picChg chg="add mod ord">
          <ac:chgData name="Anku Jaiswal" userId="15fa42f86696cacf" providerId="Windows Live" clId="Web-{50AD6CF0-BED3-476E-25D4-89410ABC0BF6}" dt="2020-09-11T03:17:13.798" v="116"/>
          <ac:picMkLst>
            <pc:docMk/>
            <pc:sldMk cId="2506421363" sldId="302"/>
            <ac:picMk id="4" creationId="{8E5F4F5A-098B-4B9C-BEBB-AFA4CF61F95A}"/>
          </ac:picMkLst>
        </pc:picChg>
      </pc:sldChg>
      <pc:sldChg chg="addSp delSp modSp new">
        <pc:chgData name="Anku Jaiswal" userId="15fa42f86696cacf" providerId="Windows Live" clId="Web-{50AD6CF0-BED3-476E-25D4-89410ABC0BF6}" dt="2020-09-11T03:17:35.486" v="118"/>
        <pc:sldMkLst>
          <pc:docMk/>
          <pc:sldMk cId="4207136328" sldId="303"/>
        </pc:sldMkLst>
        <pc:spChg chg="del">
          <ac:chgData name="Anku Jaiswal" userId="15fa42f86696cacf" providerId="Windows Live" clId="Web-{50AD6CF0-BED3-476E-25D4-89410ABC0BF6}" dt="2020-09-11T03:17:35.486" v="118"/>
          <ac:spMkLst>
            <pc:docMk/>
            <pc:sldMk cId="4207136328" sldId="303"/>
            <ac:spMk id="3" creationId="{3218AB3E-D5BA-4039-A9FC-DE7567477FAC}"/>
          </ac:spMkLst>
        </pc:spChg>
        <pc:picChg chg="add mod ord">
          <ac:chgData name="Anku Jaiswal" userId="15fa42f86696cacf" providerId="Windows Live" clId="Web-{50AD6CF0-BED3-476E-25D4-89410ABC0BF6}" dt="2020-09-11T03:17:35.486" v="118"/>
          <ac:picMkLst>
            <pc:docMk/>
            <pc:sldMk cId="4207136328" sldId="303"/>
            <ac:picMk id="4" creationId="{EBF741C7-ABDA-4F1C-9780-99CD31D8CDD6}"/>
          </ac:picMkLst>
        </pc:picChg>
      </pc:sldChg>
      <pc:sldChg chg="addSp delSp modSp new">
        <pc:chgData name="Anku Jaiswal" userId="15fa42f86696cacf" providerId="Windows Live" clId="Web-{50AD6CF0-BED3-476E-25D4-89410ABC0BF6}" dt="2020-09-11T03:17:54.314" v="120"/>
        <pc:sldMkLst>
          <pc:docMk/>
          <pc:sldMk cId="3725190467" sldId="304"/>
        </pc:sldMkLst>
        <pc:spChg chg="del">
          <ac:chgData name="Anku Jaiswal" userId="15fa42f86696cacf" providerId="Windows Live" clId="Web-{50AD6CF0-BED3-476E-25D4-89410ABC0BF6}" dt="2020-09-11T03:17:54.314" v="120"/>
          <ac:spMkLst>
            <pc:docMk/>
            <pc:sldMk cId="3725190467" sldId="304"/>
            <ac:spMk id="3" creationId="{D41D3A3B-9BD5-41D7-8139-FF5CBA760B04}"/>
          </ac:spMkLst>
        </pc:spChg>
        <pc:picChg chg="add mod ord">
          <ac:chgData name="Anku Jaiswal" userId="15fa42f86696cacf" providerId="Windows Live" clId="Web-{50AD6CF0-BED3-476E-25D4-89410ABC0BF6}" dt="2020-09-11T03:17:54.314" v="120"/>
          <ac:picMkLst>
            <pc:docMk/>
            <pc:sldMk cId="3725190467" sldId="304"/>
            <ac:picMk id="4" creationId="{7A59C134-918D-4CB8-8E20-964A98567FFB}"/>
          </ac:picMkLst>
        </pc:picChg>
      </pc:sldChg>
      <pc:sldChg chg="addSp delSp modSp new">
        <pc:chgData name="Anku Jaiswal" userId="15fa42f86696cacf" providerId="Windows Live" clId="Web-{50AD6CF0-BED3-476E-25D4-89410ABC0BF6}" dt="2020-09-11T03:18:13.501" v="122"/>
        <pc:sldMkLst>
          <pc:docMk/>
          <pc:sldMk cId="386043898" sldId="305"/>
        </pc:sldMkLst>
        <pc:spChg chg="del">
          <ac:chgData name="Anku Jaiswal" userId="15fa42f86696cacf" providerId="Windows Live" clId="Web-{50AD6CF0-BED3-476E-25D4-89410ABC0BF6}" dt="2020-09-11T03:18:13.501" v="122"/>
          <ac:spMkLst>
            <pc:docMk/>
            <pc:sldMk cId="386043898" sldId="305"/>
            <ac:spMk id="3" creationId="{DA17905E-DF38-4209-A3C9-FA9CC260C103}"/>
          </ac:spMkLst>
        </pc:spChg>
        <pc:picChg chg="add mod ord">
          <ac:chgData name="Anku Jaiswal" userId="15fa42f86696cacf" providerId="Windows Live" clId="Web-{50AD6CF0-BED3-476E-25D4-89410ABC0BF6}" dt="2020-09-11T03:18:13.501" v="122"/>
          <ac:picMkLst>
            <pc:docMk/>
            <pc:sldMk cId="386043898" sldId="305"/>
            <ac:picMk id="4" creationId="{2AA10644-4401-462B-A29D-623C9F455FDD}"/>
          </ac:picMkLst>
        </pc:picChg>
      </pc:sldChg>
      <pc:sldChg chg="addSp delSp modSp new">
        <pc:chgData name="Anku Jaiswal" userId="15fa42f86696cacf" providerId="Windows Live" clId="Web-{50AD6CF0-BED3-476E-25D4-89410ABC0BF6}" dt="2020-09-11T03:18:36.642" v="124"/>
        <pc:sldMkLst>
          <pc:docMk/>
          <pc:sldMk cId="504478477" sldId="306"/>
        </pc:sldMkLst>
        <pc:spChg chg="del">
          <ac:chgData name="Anku Jaiswal" userId="15fa42f86696cacf" providerId="Windows Live" clId="Web-{50AD6CF0-BED3-476E-25D4-89410ABC0BF6}" dt="2020-09-11T03:18:36.642" v="124"/>
          <ac:spMkLst>
            <pc:docMk/>
            <pc:sldMk cId="504478477" sldId="306"/>
            <ac:spMk id="3" creationId="{935465F4-844D-4252-A30A-2F159742A289}"/>
          </ac:spMkLst>
        </pc:spChg>
        <pc:picChg chg="add mod ord">
          <ac:chgData name="Anku Jaiswal" userId="15fa42f86696cacf" providerId="Windows Live" clId="Web-{50AD6CF0-BED3-476E-25D4-89410ABC0BF6}" dt="2020-09-11T03:18:36.642" v="124"/>
          <ac:picMkLst>
            <pc:docMk/>
            <pc:sldMk cId="504478477" sldId="306"/>
            <ac:picMk id="4" creationId="{34AD475C-2CE9-4F6F-A86C-E62087E84E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2F53E3-2B1A-48C5-ADFD-D16FC7B74989}" type="datetimeFigureOut">
              <a:rPr lang="en-US" smtClean="0"/>
              <a:t>5/24/2022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09129D-3666-4884-8DA8-523BA1308D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8B1BC074-1090-47AF-BDE8-3859BF574BA6}"/>
              </a:ext>
            </a:extLst>
          </p:cNvPr>
          <p:cNvSpPr>
            <a:spLocks noGrp="1"/>
          </p:cNvSpPr>
          <p:nvPr>
            <p:ph type="dt" sz="half" idx="10"/>
          </p:nvPr>
        </p:nvSpPr>
        <p:spPr/>
        <p:txBody>
          <a:bodyPr/>
          <a:lstStyle/>
          <a:p>
            <a:fld id="{E9DB134B-DDF7-4C36-A8F7-C1738D3CF241}" type="datetime2">
              <a:rPr lang="en-US" smtClean="0"/>
              <a:t>Tuesday, May 24, 2022</a:t>
            </a:fld>
            <a:endParaRPr lang="en-US" dirty="0"/>
          </a:p>
        </p:txBody>
      </p:sp>
      <p:sp>
        <p:nvSpPr>
          <p:cNvPr id="5" name="Footer Placeholder 4">
            <a:extLst>
              <a:ext uri="{FF2B5EF4-FFF2-40B4-BE49-F238E27FC236}">
                <a16:creationId xmlns:a16="http://schemas.microsoft.com/office/drawing/2014/main" xmlns="" id="{F1D6522F-D41A-4734-8BD1-BD6E5A37D04C}"/>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a16="http://schemas.microsoft.com/office/drawing/2014/main" xmlns="" id="{D74D4206-406C-42A3-BBD4-44C043180931}"/>
              </a:ext>
            </a:extLst>
          </p:cNvPr>
          <p:cNvSpPr>
            <a:spLocks noGrp="1"/>
          </p:cNvSpPr>
          <p:nvPr>
            <p:ph type="sldNum" sz="quarter" idx="12"/>
          </p:nvPr>
        </p:nvSpPr>
        <p:spPr/>
        <p:txBody>
          <a:bodyPr/>
          <a:lstStyle/>
          <a:p>
            <a:fld id="{DBA1B0FB-D917-4C8C-928F-313BD683BF39}" type="slidenum">
              <a:rPr lang="en-US" smtClean="0"/>
              <a:pPr/>
              <a:t>‹#›</a:t>
            </a:fld>
            <a:endParaRPr lang="en-US"/>
          </a:p>
        </p:txBody>
      </p:sp>
      <p:sp>
        <p:nvSpPr>
          <p:cNvPr id="19" name="Freeform: Shape 18">
            <a:extLst>
              <a:ext uri="{FF2B5EF4-FFF2-40B4-BE49-F238E27FC236}">
                <a16:creationId xmlns:a16="http://schemas.microsoft.com/office/drawing/2014/main" xmlns=""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xmlns=""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xmlns=""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xmlns=""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xmlns=""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xmlns=""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xmlns=""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xmlns=""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xmlns="" val="198659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xmlns=""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xmlns=""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xmlns=""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xmlns=""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xmlns=""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xmlns=""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4D4EE704-5DCA-484E-85E0-0E3A7B1C5046}"/>
              </a:ext>
            </a:extLst>
          </p:cNvPr>
          <p:cNvSpPr>
            <a:spLocks noGrp="1"/>
          </p:cNvSpPr>
          <p:nvPr>
            <p:ph type="dt" sz="half" idx="10"/>
          </p:nvPr>
        </p:nvSpPr>
        <p:spPr/>
        <p:txBody>
          <a:bodyPr/>
          <a:lstStyle/>
          <a:p>
            <a:fld id="{6EAB197F-3CA4-4AF1-8666-EC432E7A646C}" type="datetime2">
              <a:rPr lang="en-US" smtClean="0"/>
              <a:t>Tuesday, May 24, 2022</a:t>
            </a:fld>
            <a:endParaRPr lang="en-US"/>
          </a:p>
        </p:txBody>
      </p:sp>
      <p:sp>
        <p:nvSpPr>
          <p:cNvPr id="5" name="Footer Placeholder 4">
            <a:extLst>
              <a:ext uri="{FF2B5EF4-FFF2-40B4-BE49-F238E27FC236}">
                <a16:creationId xmlns:a16="http://schemas.microsoft.com/office/drawing/2014/main" xmlns="" id="{4CA69B66-1C18-44A2-93F7-97DED26F24AB}"/>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a16="http://schemas.microsoft.com/office/drawing/2014/main" xmlns=""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137923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xmlns=""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xmlns=""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xmlns=""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xmlns=""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xmlns=""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xmlns="" id="{56403DDF-462A-45CE-931B-010AB4F73C3F}"/>
              </a:ext>
            </a:extLst>
          </p:cNvPr>
          <p:cNvSpPr>
            <a:spLocks noGrp="1"/>
          </p:cNvSpPr>
          <p:nvPr>
            <p:ph type="dt" sz="half" idx="10"/>
          </p:nvPr>
        </p:nvSpPr>
        <p:spPr/>
        <p:txBody>
          <a:bodyPr/>
          <a:lstStyle/>
          <a:p>
            <a:fld id="{22E48CB9-C018-46EB-B16A-5EFCB9881D01}" type="datetime2">
              <a:rPr lang="en-US" smtClean="0"/>
              <a:t>Tuesday, May 24, 2022</a:t>
            </a:fld>
            <a:endParaRPr lang="en-US"/>
          </a:p>
        </p:txBody>
      </p:sp>
      <p:sp>
        <p:nvSpPr>
          <p:cNvPr id="5" name="Footer Placeholder 4">
            <a:extLst>
              <a:ext uri="{FF2B5EF4-FFF2-40B4-BE49-F238E27FC236}">
                <a16:creationId xmlns:a16="http://schemas.microsoft.com/office/drawing/2014/main" xmlns="" id="{39E10702-2ACF-4768-9E91-8CB87B89594D}"/>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a16="http://schemas.microsoft.com/office/drawing/2014/main" xmlns=""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a:p>
        </p:txBody>
      </p:sp>
      <p:sp>
        <p:nvSpPr>
          <p:cNvPr id="3" name="Text Placeholder 2">
            <a:extLst>
              <a:ext uri="{FF2B5EF4-FFF2-40B4-BE49-F238E27FC236}">
                <a16:creationId xmlns:a16="http://schemas.microsoft.com/office/drawing/2014/main" xmlns=""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xmlns=""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xmlns=""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xmlns="" val="192785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xmlns=""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xmlns=""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xmlns=""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xmlns=""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xmlns=""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BB99A8AF-0998-4613-B1D8-C14ECBFFDF67}"/>
              </a:ext>
            </a:extLst>
          </p:cNvPr>
          <p:cNvSpPr>
            <a:spLocks noGrp="1"/>
          </p:cNvSpPr>
          <p:nvPr>
            <p:ph type="dt" sz="half" idx="10"/>
          </p:nvPr>
        </p:nvSpPr>
        <p:spPr/>
        <p:txBody>
          <a:bodyPr/>
          <a:lstStyle/>
          <a:p>
            <a:fld id="{1F46FD34-08A0-416F-B8C0-560B3993B964}" type="datetime2">
              <a:rPr lang="en-US" smtClean="0"/>
              <a:t>Tuesday, May 24, 2022</a:t>
            </a:fld>
            <a:endParaRPr lang="en-US"/>
          </a:p>
        </p:txBody>
      </p:sp>
      <p:sp>
        <p:nvSpPr>
          <p:cNvPr id="6" name="Footer Placeholder 5">
            <a:extLst>
              <a:ext uri="{FF2B5EF4-FFF2-40B4-BE49-F238E27FC236}">
                <a16:creationId xmlns:a16="http://schemas.microsoft.com/office/drawing/2014/main" xmlns="" id="{66E44EAA-B8A9-4428-A9DF-1174DA940990}"/>
              </a:ext>
            </a:extLst>
          </p:cNvPr>
          <p:cNvSpPr>
            <a:spLocks noGrp="1"/>
          </p:cNvSpPr>
          <p:nvPr>
            <p:ph type="ftr" sz="quarter" idx="11"/>
          </p:nvPr>
        </p:nvSpPr>
        <p:spPr/>
        <p:txBody>
          <a:bodyPr/>
          <a:lstStyle/>
          <a:p>
            <a:r>
              <a:rPr lang="en-US" smtClean="0"/>
              <a:t>BY ANKU JAISWAL</a:t>
            </a:r>
            <a:endParaRPr lang="en-US"/>
          </a:p>
        </p:txBody>
      </p:sp>
      <p:sp>
        <p:nvSpPr>
          <p:cNvPr id="7" name="Slide Number Placeholder 6">
            <a:extLst>
              <a:ext uri="{FF2B5EF4-FFF2-40B4-BE49-F238E27FC236}">
                <a16:creationId xmlns:a16="http://schemas.microsoft.com/office/drawing/2014/main" xmlns=""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181738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xmlns=""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xmlns=""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xmlns=""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xmlns=""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DCDCD5B-3F26-4AFA-8BD4-E5D8DD2AF494}"/>
              </a:ext>
            </a:extLst>
          </p:cNvPr>
          <p:cNvSpPr>
            <a:spLocks noGrp="1"/>
          </p:cNvSpPr>
          <p:nvPr>
            <p:ph type="dt" sz="half" idx="10"/>
          </p:nvPr>
        </p:nvSpPr>
        <p:spPr/>
        <p:txBody>
          <a:bodyPr/>
          <a:lstStyle/>
          <a:p>
            <a:fld id="{E3B7E8C3-FFCE-4BAA-A9A2-63272C8228E1}" type="datetime2">
              <a:rPr lang="en-US" smtClean="0"/>
              <a:t>Tuesday, May 24, 2022</a:t>
            </a:fld>
            <a:endParaRPr lang="en-US"/>
          </a:p>
        </p:txBody>
      </p:sp>
      <p:sp>
        <p:nvSpPr>
          <p:cNvPr id="8" name="Footer Placeholder 7">
            <a:extLst>
              <a:ext uri="{FF2B5EF4-FFF2-40B4-BE49-F238E27FC236}">
                <a16:creationId xmlns:a16="http://schemas.microsoft.com/office/drawing/2014/main" xmlns="" id="{3D10D1EE-83A0-4FB5-9B25-8A73DE891A87}"/>
              </a:ext>
            </a:extLst>
          </p:cNvPr>
          <p:cNvSpPr>
            <a:spLocks noGrp="1"/>
          </p:cNvSpPr>
          <p:nvPr>
            <p:ph type="ftr" sz="quarter" idx="11"/>
          </p:nvPr>
        </p:nvSpPr>
        <p:spPr/>
        <p:txBody>
          <a:bodyPr/>
          <a:lstStyle/>
          <a:p>
            <a:r>
              <a:rPr lang="en-US" smtClean="0"/>
              <a:t>BY ANKU JAISWAL</a:t>
            </a:r>
            <a:endParaRPr lang="en-US"/>
          </a:p>
        </p:txBody>
      </p:sp>
      <p:sp>
        <p:nvSpPr>
          <p:cNvPr id="9" name="Slide Number Placeholder 8">
            <a:extLst>
              <a:ext uri="{FF2B5EF4-FFF2-40B4-BE49-F238E27FC236}">
                <a16:creationId xmlns:a16="http://schemas.microsoft.com/office/drawing/2014/main" xmlns=""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1540140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xmlns="" id="{D4F51F65-E111-4656-83BE-CFCDE2DD6CD6}"/>
              </a:ext>
            </a:extLst>
          </p:cNvPr>
          <p:cNvSpPr>
            <a:spLocks noGrp="1"/>
          </p:cNvSpPr>
          <p:nvPr>
            <p:ph type="dt" sz="half" idx="10"/>
          </p:nvPr>
        </p:nvSpPr>
        <p:spPr/>
        <p:txBody>
          <a:bodyPr/>
          <a:lstStyle/>
          <a:p>
            <a:fld id="{4DD9E1D0-D55F-4846-AF67-A60D3C39139E}" type="datetime2">
              <a:rPr lang="en-US" smtClean="0"/>
              <a:t>Tuesday, May 24, 2022</a:t>
            </a:fld>
            <a:endParaRPr lang="en-US"/>
          </a:p>
        </p:txBody>
      </p:sp>
      <p:sp>
        <p:nvSpPr>
          <p:cNvPr id="4" name="Footer Placeholder 3">
            <a:extLst>
              <a:ext uri="{FF2B5EF4-FFF2-40B4-BE49-F238E27FC236}">
                <a16:creationId xmlns:a16="http://schemas.microsoft.com/office/drawing/2014/main" xmlns="" id="{F9FF82CB-2D17-4918-821E-485475CF243B}"/>
              </a:ext>
            </a:extLst>
          </p:cNvPr>
          <p:cNvSpPr>
            <a:spLocks noGrp="1"/>
          </p:cNvSpPr>
          <p:nvPr>
            <p:ph type="ftr" sz="quarter" idx="11"/>
          </p:nvPr>
        </p:nvSpPr>
        <p:spPr/>
        <p:txBody>
          <a:bodyPr/>
          <a:lstStyle/>
          <a:p>
            <a:r>
              <a:rPr lang="en-US" smtClean="0"/>
              <a:t>BY ANKU JAISWAL</a:t>
            </a:r>
            <a:endParaRPr lang="en-US"/>
          </a:p>
        </p:txBody>
      </p:sp>
      <p:sp>
        <p:nvSpPr>
          <p:cNvPr id="5" name="Slide Number Placeholder 4">
            <a:extLst>
              <a:ext uri="{FF2B5EF4-FFF2-40B4-BE49-F238E27FC236}">
                <a16:creationId xmlns:a16="http://schemas.microsoft.com/office/drawing/2014/main" xmlns=""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a:p>
        </p:txBody>
      </p:sp>
      <p:sp>
        <p:nvSpPr>
          <p:cNvPr id="39" name="Freeform: Shape 38">
            <a:extLst>
              <a:ext uri="{FF2B5EF4-FFF2-40B4-BE49-F238E27FC236}">
                <a16:creationId xmlns:a16="http://schemas.microsoft.com/office/drawing/2014/main" xmlns=""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xmlns=""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xmlns=""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xmlns=""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xmlns=""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xmlns=""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xmlns=""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xmlns=""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xmlns="" val="3441096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B81B449-7B97-41DC-B23F-65EDCBD316A6}"/>
              </a:ext>
            </a:extLst>
          </p:cNvPr>
          <p:cNvSpPr>
            <a:spLocks noGrp="1"/>
          </p:cNvSpPr>
          <p:nvPr>
            <p:ph type="dt" sz="half" idx="10"/>
          </p:nvPr>
        </p:nvSpPr>
        <p:spPr/>
        <p:txBody>
          <a:bodyPr/>
          <a:lstStyle/>
          <a:p>
            <a:fld id="{1D48DB5A-9AC4-4DE1-93CE-DF76DCF49090}" type="datetime2">
              <a:rPr lang="en-US" smtClean="0"/>
              <a:t>Tuesday, May 24, 2022</a:t>
            </a:fld>
            <a:endParaRPr lang="en-US"/>
          </a:p>
        </p:txBody>
      </p:sp>
      <p:sp>
        <p:nvSpPr>
          <p:cNvPr id="3" name="Footer Placeholder 2">
            <a:extLst>
              <a:ext uri="{FF2B5EF4-FFF2-40B4-BE49-F238E27FC236}">
                <a16:creationId xmlns:a16="http://schemas.microsoft.com/office/drawing/2014/main" xmlns="" id="{7C6B46D5-337B-4906-8412-4EEA3884FA7E}"/>
              </a:ext>
            </a:extLst>
          </p:cNvPr>
          <p:cNvSpPr>
            <a:spLocks noGrp="1"/>
          </p:cNvSpPr>
          <p:nvPr>
            <p:ph type="ftr" sz="quarter" idx="11"/>
          </p:nvPr>
        </p:nvSpPr>
        <p:spPr/>
        <p:txBody>
          <a:bodyPr/>
          <a:lstStyle/>
          <a:p>
            <a:r>
              <a:rPr lang="en-US" smtClean="0"/>
              <a:t>BY ANKU JAISWAL</a:t>
            </a:r>
            <a:endParaRPr lang="en-US"/>
          </a:p>
        </p:txBody>
      </p:sp>
      <p:sp>
        <p:nvSpPr>
          <p:cNvPr id="4" name="Slide Number Placeholder 3">
            <a:extLst>
              <a:ext uri="{FF2B5EF4-FFF2-40B4-BE49-F238E27FC236}">
                <a16:creationId xmlns:a16="http://schemas.microsoft.com/office/drawing/2014/main" xmlns=""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2525775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xmlns=""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xmlns=""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xmlns=""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BD47AB1-6EB5-4E2C-B4A7-42DC643E9FF9}"/>
              </a:ext>
            </a:extLst>
          </p:cNvPr>
          <p:cNvSpPr>
            <a:spLocks noGrp="1"/>
          </p:cNvSpPr>
          <p:nvPr>
            <p:ph type="dt" sz="half" idx="10"/>
          </p:nvPr>
        </p:nvSpPr>
        <p:spPr/>
        <p:txBody>
          <a:bodyPr/>
          <a:lstStyle/>
          <a:p>
            <a:fld id="{20D840C6-011A-48BF-A6EF-CECD1A07085A}" type="datetime2">
              <a:rPr lang="en-US" smtClean="0"/>
              <a:t>Tuesday, May 24, 2022</a:t>
            </a:fld>
            <a:endParaRPr lang="en-US"/>
          </a:p>
        </p:txBody>
      </p:sp>
      <p:sp>
        <p:nvSpPr>
          <p:cNvPr id="6" name="Footer Placeholder 5">
            <a:extLst>
              <a:ext uri="{FF2B5EF4-FFF2-40B4-BE49-F238E27FC236}">
                <a16:creationId xmlns:a16="http://schemas.microsoft.com/office/drawing/2014/main" xmlns="" id="{5BA9D15F-B6ED-46E1-9840-0B625880EE4B}"/>
              </a:ext>
            </a:extLst>
          </p:cNvPr>
          <p:cNvSpPr>
            <a:spLocks noGrp="1"/>
          </p:cNvSpPr>
          <p:nvPr>
            <p:ph type="ftr" sz="quarter" idx="11"/>
          </p:nvPr>
        </p:nvSpPr>
        <p:spPr/>
        <p:txBody>
          <a:bodyPr/>
          <a:lstStyle/>
          <a:p>
            <a:r>
              <a:rPr lang="en-US" smtClean="0"/>
              <a:t>BY ANKU JAISWAL</a:t>
            </a:r>
            <a:endParaRPr lang="en-US"/>
          </a:p>
        </p:txBody>
      </p:sp>
      <p:sp>
        <p:nvSpPr>
          <p:cNvPr id="7" name="Slide Number Placeholder 6">
            <a:extLst>
              <a:ext uri="{FF2B5EF4-FFF2-40B4-BE49-F238E27FC236}">
                <a16:creationId xmlns:a16="http://schemas.microsoft.com/office/drawing/2014/main" xmlns=""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2283456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xmlns=""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xmlns=""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xmlns=""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xmlns=""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xmlns=""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D2D6F-49E8-4217-A908-2D9E43583589}"/>
              </a:ext>
            </a:extLst>
          </p:cNvPr>
          <p:cNvSpPr>
            <a:spLocks noGrp="1"/>
          </p:cNvSpPr>
          <p:nvPr>
            <p:ph type="dt" sz="half" idx="10"/>
          </p:nvPr>
        </p:nvSpPr>
        <p:spPr/>
        <p:txBody>
          <a:bodyPr/>
          <a:lstStyle/>
          <a:p>
            <a:fld id="{9A5C4BBE-7109-4685-8438-382BBB27B7B0}" type="datetime2">
              <a:rPr lang="en-US" smtClean="0"/>
              <a:t>Tuesday, May 24, 2022</a:t>
            </a:fld>
            <a:endParaRPr lang="en-US"/>
          </a:p>
        </p:txBody>
      </p:sp>
      <p:sp>
        <p:nvSpPr>
          <p:cNvPr id="6" name="Footer Placeholder 5">
            <a:extLst>
              <a:ext uri="{FF2B5EF4-FFF2-40B4-BE49-F238E27FC236}">
                <a16:creationId xmlns:a16="http://schemas.microsoft.com/office/drawing/2014/main" xmlns="" id="{591C4440-6B8D-4A24-A807-8B1302A3DFAF}"/>
              </a:ext>
            </a:extLst>
          </p:cNvPr>
          <p:cNvSpPr>
            <a:spLocks noGrp="1"/>
          </p:cNvSpPr>
          <p:nvPr>
            <p:ph type="ftr" sz="quarter" idx="11"/>
          </p:nvPr>
        </p:nvSpPr>
        <p:spPr/>
        <p:txBody>
          <a:bodyPr/>
          <a:lstStyle/>
          <a:p>
            <a:r>
              <a:rPr lang="en-US" smtClean="0"/>
              <a:t>BY ANKU JAISWAL</a:t>
            </a:r>
            <a:endParaRPr lang="en-US"/>
          </a:p>
        </p:txBody>
      </p:sp>
      <p:sp>
        <p:nvSpPr>
          <p:cNvPr id="7" name="Slide Number Placeholder 6">
            <a:extLst>
              <a:ext uri="{FF2B5EF4-FFF2-40B4-BE49-F238E27FC236}">
                <a16:creationId xmlns:a16="http://schemas.microsoft.com/office/drawing/2014/main" xmlns=""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479060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xmlns=""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8661572-1A59-4E3B-BA65-3329E9468C69}"/>
              </a:ext>
            </a:extLst>
          </p:cNvPr>
          <p:cNvSpPr>
            <a:spLocks noGrp="1"/>
          </p:cNvSpPr>
          <p:nvPr>
            <p:ph type="dt" sz="half" idx="10"/>
          </p:nvPr>
        </p:nvSpPr>
        <p:spPr/>
        <p:txBody>
          <a:bodyPr/>
          <a:lstStyle/>
          <a:p>
            <a:fld id="{3184BE51-D56B-4222-9B8C-C9EA281B84F8}" type="datetime2">
              <a:rPr lang="en-US" smtClean="0"/>
              <a:t>Tuesday, May 24, 2022</a:t>
            </a:fld>
            <a:endParaRPr lang="en-US"/>
          </a:p>
        </p:txBody>
      </p:sp>
      <p:sp>
        <p:nvSpPr>
          <p:cNvPr id="5" name="Footer Placeholder 4">
            <a:extLst>
              <a:ext uri="{FF2B5EF4-FFF2-40B4-BE49-F238E27FC236}">
                <a16:creationId xmlns:a16="http://schemas.microsoft.com/office/drawing/2014/main" xmlns="" id="{AFEF84F1-99FE-4F0B-9E76-F581C2C1B6D9}"/>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a16="http://schemas.microsoft.com/office/drawing/2014/main" xmlns=""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4169793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4C69EBF-DA20-4024-8006-B158D571E08E}"/>
              </a:ext>
            </a:extLst>
          </p:cNvPr>
          <p:cNvSpPr>
            <a:spLocks noGrp="1"/>
          </p:cNvSpPr>
          <p:nvPr>
            <p:ph type="dt" sz="half" idx="10"/>
          </p:nvPr>
        </p:nvSpPr>
        <p:spPr/>
        <p:txBody>
          <a:bodyPr/>
          <a:lstStyle/>
          <a:p>
            <a:fld id="{748EA97E-986A-4FF0-87F6-5082F4BA1D36}" type="datetime2">
              <a:rPr lang="en-US" smtClean="0"/>
              <a:t>Tuesday, May 24, 2022</a:t>
            </a:fld>
            <a:endParaRPr lang="en-US"/>
          </a:p>
        </p:txBody>
      </p:sp>
      <p:sp>
        <p:nvSpPr>
          <p:cNvPr id="5" name="Footer Placeholder 4">
            <a:extLst>
              <a:ext uri="{FF2B5EF4-FFF2-40B4-BE49-F238E27FC236}">
                <a16:creationId xmlns:a16="http://schemas.microsoft.com/office/drawing/2014/main" xmlns="" id="{ADBAC8B9-14B5-4DF1-994D-AB47DB3BA0C5}"/>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a16="http://schemas.microsoft.com/office/drawing/2014/main" xmlns=""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2863809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xmlns=""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7906195E-FDDB-4A6B-8341-4DA2DBF16AFC}" type="datetime2">
              <a:rPr lang="en-US" smtClean="0"/>
              <a:t>Tuesday, May 24, 2022</a:t>
            </a:fld>
            <a:endParaRPr lang="en-US" dirty="0"/>
          </a:p>
        </p:txBody>
      </p:sp>
      <p:sp>
        <p:nvSpPr>
          <p:cNvPr id="5" name="Footer Placeholder 4">
            <a:extLst>
              <a:ext uri="{FF2B5EF4-FFF2-40B4-BE49-F238E27FC236}">
                <a16:creationId xmlns:a16="http://schemas.microsoft.com/office/drawing/2014/main" xmlns=""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smtClean="0"/>
              <a:t>BY ANKU JAISWAL</a:t>
            </a:r>
            <a:endParaRPr lang="en-US" dirty="0"/>
          </a:p>
        </p:txBody>
      </p:sp>
      <p:sp>
        <p:nvSpPr>
          <p:cNvPr id="6" name="Slide Number Placeholder 5">
            <a:extLst>
              <a:ext uri="{FF2B5EF4-FFF2-40B4-BE49-F238E27FC236}">
                <a16:creationId xmlns:a16="http://schemas.microsoft.com/office/drawing/2014/main" xmlns=""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xmlns="" val="346998177"/>
      </p:ext>
    </p:extLst>
  </p:cSld>
  <p:clrMap bg1="dk1" tx1="lt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2" r:id="rId6"/>
    <p:sldLayoutId id="2147483758" r:id="rId7"/>
    <p:sldLayoutId id="2147483759" r:id="rId8"/>
    <p:sldLayoutId id="2147483760" r:id="rId9"/>
    <p:sldLayoutId id="2147483761" r:id="rId10"/>
    <p:sldLayoutId id="2147483763" r:id="rId11"/>
  </p:sldLayoutIdLst>
  <p:hf sldNum="0" hd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xmlns="" id="{6D840B21-A957-4CFE-AA5B-9711DF6D330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55000" y="397225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p:nvPr>
        </p:nvSpPr>
        <p:spPr>
          <a:xfrm>
            <a:off x="1487487" y="549275"/>
            <a:ext cx="9217026" cy="3864534"/>
          </a:xfrm>
        </p:spPr>
        <p:txBody>
          <a:bodyPr anchor="b">
            <a:normAutofit/>
          </a:bodyPr>
          <a:lstStyle/>
          <a:p>
            <a:r>
              <a:rPr lang="en-GB" dirty="0"/>
              <a:t>Data Warehousing and Data Mining in Government</a:t>
            </a:r>
            <a:r>
              <a:rPr lang="en-US" dirty="0"/>
              <a:t> </a:t>
            </a:r>
            <a:endParaRPr lang="en-US"/>
          </a:p>
        </p:txBody>
      </p:sp>
      <p:grpSp>
        <p:nvGrpSpPr>
          <p:cNvPr id="33" name="Group 32">
            <a:extLst>
              <a:ext uri="{FF2B5EF4-FFF2-40B4-BE49-F238E27FC236}">
                <a16:creationId xmlns:a16="http://schemas.microsoft.com/office/drawing/2014/main" xmlns="" id="{DBFD4376-13D5-43C1-86D8-8133A9D886E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633126" y="5677571"/>
            <a:ext cx="631474" cy="667800"/>
            <a:chOff x="2994153" y="1378666"/>
            <a:chExt cx="631474" cy="667800"/>
          </a:xfrm>
        </p:grpSpPr>
        <p:sp>
          <p:nvSpPr>
            <p:cNvPr id="34" name="Freeform: Shape 33">
              <a:extLst>
                <a:ext uri="{FF2B5EF4-FFF2-40B4-BE49-F238E27FC236}">
                  <a16:creationId xmlns:a16="http://schemas.microsoft.com/office/drawing/2014/main" xmlns="" id="{176FEFF4-F643-4DA7-93C4-E222FCBA0819}"/>
                </a:ext>
                <a:ext uri="{C183D7F6-B498-43B3-948B-1728B52AA6E4}">
                  <adec:decorative xmlns:adec="http://schemas.microsoft.com/office/drawing/2017/decorative" xmlns="" val="1"/>
                </a:ext>
              </a:extLst>
            </p:cNvPr>
            <p:cNvSpPr>
              <a:spLocks noChangeAspect="1"/>
            </p:cNvSpPr>
            <p:nvPr>
              <p:extLst>
                <p:ext uri="{386F3935-93C4-4BCD-93E2-E3B085C9AB24}">
                  <p16:designElem xmlns:p16="http://schemas.microsoft.com/office/powerpoint/2015/main" xmlns="" val="1"/>
                </p:ext>
              </p:extLst>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5000"/>
                    <a:lumOff val="5000"/>
                  </a:schemeClr>
                </a:gs>
                <a:gs pos="30000">
                  <a:schemeClr val="bg2">
                    <a:lumMod val="95000"/>
                    <a:lumOff val="5000"/>
                  </a:schemeClr>
                </a:gs>
                <a:gs pos="40000">
                  <a:schemeClr val="bg2">
                    <a:lumMod val="85000"/>
                    <a:lumOff val="1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Oval 34">
              <a:extLst>
                <a:ext uri="{FF2B5EF4-FFF2-40B4-BE49-F238E27FC236}">
                  <a16:creationId xmlns:a16="http://schemas.microsoft.com/office/drawing/2014/main" xmlns="" id="{A059AD75-BB86-41B7-84D4-4B5AE0E219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9" name="Footer Placeholder 8"/>
          <p:cNvSpPr>
            <a:spLocks noGrp="1"/>
          </p:cNvSpPr>
          <p:nvPr>
            <p:ph type="ftr" sz="quarter" idx="11"/>
          </p:nvPr>
        </p:nvSpPr>
        <p:spPr>
          <a:xfrm>
            <a:off x="3359150" y="6507212"/>
            <a:ext cx="6379210" cy="138499"/>
          </a:xfrm>
        </p:spPr>
        <p:txBody>
          <a:bodyPr/>
          <a:lstStyle/>
          <a:p>
            <a:r>
              <a:rPr lang="en-US" b="1" dirty="0" smtClean="0"/>
              <a:t>BY ANKU JAISWAL</a:t>
            </a:r>
            <a:endParaRPr lang="en-US" b="1" dirty="0"/>
          </a:p>
        </p:txBody>
      </p:sp>
    </p:spTree>
    <p:extLst>
      <p:ext uri="{BB962C8B-B14F-4D97-AF65-F5344CB8AC3E}">
        <p14:creationId xmlns:p14="http://schemas.microsoft.com/office/powerpoint/2010/main" xmlns=""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D124B1-07C2-4B6D-9518-AA32E284DC3C}"/>
              </a:ext>
            </a:extLst>
          </p:cNvPr>
          <p:cNvSpPr>
            <a:spLocks noGrp="1"/>
          </p:cNvSpPr>
          <p:nvPr>
            <p:ph type="title"/>
          </p:nvPr>
        </p:nvSpPr>
        <p:spPr/>
        <p:txBody>
          <a:bodyPr/>
          <a:lstStyle/>
          <a:p>
            <a:r>
              <a:rPr lang="en-US"/>
              <a:t>Introduction </a:t>
            </a:r>
          </a:p>
          <a:p>
            <a:endParaRPr lang="en-US"/>
          </a:p>
        </p:txBody>
      </p:sp>
      <p:sp>
        <p:nvSpPr>
          <p:cNvPr id="3" name="Content Placeholder 2">
            <a:extLst>
              <a:ext uri="{FF2B5EF4-FFF2-40B4-BE49-F238E27FC236}">
                <a16:creationId xmlns:a16="http://schemas.microsoft.com/office/drawing/2014/main" xmlns="" id="{C352820B-4302-4595-BD74-93E109E08EEB}"/>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Data warehousing is a collection of tools and techniques using which more knowledge can be driven out from a large amount of data. </a:t>
            </a:r>
            <a:endParaRPr lang="en-US">
              <a:solidFill>
                <a:srgbClr val="FFFFFF">
                  <a:alpha val="60000"/>
                </a:srgbClr>
              </a:solidFill>
              <a:ea typeface="+mn-lt"/>
              <a:cs typeface="+mn-lt"/>
            </a:endParaRPr>
          </a:p>
          <a:p>
            <a:r>
              <a:rPr lang="en-US" dirty="0">
                <a:solidFill>
                  <a:srgbClr val="FFFFFF"/>
                </a:solidFill>
                <a:ea typeface="+mn-lt"/>
                <a:cs typeface="+mn-lt"/>
              </a:rPr>
              <a:t>This helps with the decision-making process and improving information resources.  </a:t>
            </a:r>
            <a:endParaRPr lang="en-US">
              <a:solidFill>
                <a:srgbClr val="FFFFFF">
                  <a:alpha val="60000"/>
                </a:srgbClr>
              </a:solidFill>
              <a:ea typeface="Source Sans Pro"/>
            </a:endParaRPr>
          </a:p>
          <a:p>
            <a:r>
              <a:rPr lang="en-US" dirty="0">
                <a:solidFill>
                  <a:srgbClr val="FFFFFF"/>
                </a:solidFill>
                <a:ea typeface="+mn-lt"/>
                <a:cs typeface="+mn-lt"/>
              </a:rPr>
              <a:t>Data warehouse is basically a database of unique data structures that allows relatively quick and easy performance of complex queries over a large amount of data.</a:t>
            </a:r>
          </a:p>
          <a:p>
            <a:r>
              <a:rPr lang="en-US" dirty="0">
                <a:solidFill>
                  <a:srgbClr val="FFFFFF"/>
                </a:solidFill>
                <a:ea typeface="+mn-lt"/>
                <a:cs typeface="+mn-lt"/>
              </a:rPr>
              <a:t> It is created from multiple heterogeneous sources. </a:t>
            </a:r>
            <a:endParaRPr lang="en-US">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957338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159A0-9982-4B1C-916E-8F1F725940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F826F7D7-B970-4E8B-9EEA-0885CD0E57E2}"/>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Data warehouses and databases both are relative data systems, but both are made to serve different purposes.</a:t>
            </a:r>
          </a:p>
          <a:p>
            <a:r>
              <a:rPr lang="en-US" dirty="0">
                <a:solidFill>
                  <a:srgbClr val="FFFFFF"/>
                </a:solidFill>
                <a:ea typeface="+mn-lt"/>
                <a:cs typeface="+mn-lt"/>
              </a:rPr>
              <a:t> A data warehouse is built to store a huge amount of historical data and empowers fast requests over all the data, typically using Online Analytical Processing (OLAP). </a:t>
            </a:r>
          </a:p>
          <a:p>
            <a:r>
              <a:rPr lang="en-US" dirty="0">
                <a:solidFill>
                  <a:srgbClr val="FFFFFF"/>
                </a:solidFill>
                <a:ea typeface="+mn-lt"/>
                <a:cs typeface="+mn-lt"/>
              </a:rPr>
              <a:t>A database is made to store current transactions and allow quick access to specific transactions for ongoing business processes, commonly known as Online Transaction Processing (OLTP). </a:t>
            </a:r>
            <a:endParaRPr lang="en-US"/>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08987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B9C1A5-A668-445E-9CD6-D852B4FABB14}"/>
              </a:ext>
            </a:extLst>
          </p:cNvPr>
          <p:cNvSpPr>
            <a:spLocks noGrp="1"/>
          </p:cNvSpPr>
          <p:nvPr>
            <p:ph type="title"/>
          </p:nvPr>
        </p:nvSpPr>
        <p:spPr/>
        <p:txBody>
          <a:bodyPr/>
          <a:lstStyle/>
          <a:p>
            <a:endParaRPr lang="en-US"/>
          </a:p>
        </p:txBody>
      </p:sp>
      <p:pic>
        <p:nvPicPr>
          <p:cNvPr id="4" name="Picture 4" descr="A picture containing drawing&#10;&#10;Description automatically generated">
            <a:extLst>
              <a:ext uri="{FF2B5EF4-FFF2-40B4-BE49-F238E27FC236}">
                <a16:creationId xmlns:a16="http://schemas.microsoft.com/office/drawing/2014/main" xmlns="" id="{DD979663-84DB-4DEA-842E-7C394BCBAE24}"/>
              </a:ext>
            </a:extLst>
          </p:cNvPr>
          <p:cNvPicPr>
            <a:picLocks noGrp="1" noChangeAspect="1"/>
          </p:cNvPicPr>
          <p:nvPr>
            <p:ph idx="1"/>
          </p:nvPr>
        </p:nvPicPr>
        <p:blipFill>
          <a:blip r:embed="rId2"/>
          <a:stretch>
            <a:fillRect/>
          </a:stretch>
        </p:blipFill>
        <p:spPr>
          <a:xfrm>
            <a:off x="2347373" y="1985945"/>
            <a:ext cx="7497253" cy="4449792"/>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81531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568BE3-CB47-4CB6-BE5C-7B10617F2010}"/>
              </a:ext>
            </a:extLst>
          </p:cNvPr>
          <p:cNvSpPr>
            <a:spLocks noGrp="1"/>
          </p:cNvSpPr>
          <p:nvPr>
            <p:ph type="title"/>
          </p:nvPr>
        </p:nvSpPr>
        <p:spPr/>
        <p:txBody>
          <a:bodyPr/>
          <a:lstStyle/>
          <a:p>
            <a:r>
              <a:rPr lang="en-US"/>
              <a:t>Important Features of Data Warehouse </a:t>
            </a:r>
          </a:p>
        </p:txBody>
      </p:sp>
      <p:sp>
        <p:nvSpPr>
          <p:cNvPr id="3" name="Content Placeholder 2">
            <a:extLst>
              <a:ext uri="{FF2B5EF4-FFF2-40B4-BE49-F238E27FC236}">
                <a16:creationId xmlns:a16="http://schemas.microsoft.com/office/drawing/2014/main" xmlns="" id="{2691DAD0-8994-48E1-B841-5BE0317AE6D0}"/>
              </a:ext>
            </a:extLst>
          </p:cNvPr>
          <p:cNvSpPr>
            <a:spLocks noGrp="1"/>
          </p:cNvSpPr>
          <p:nvPr>
            <p:ph idx="1"/>
          </p:nvPr>
        </p:nvSpPr>
        <p:spPr/>
        <p:txBody>
          <a:bodyPr vert="horz" wrap="square" lIns="0" tIns="0" rIns="0" bIns="0" rtlCol="0" anchor="t">
            <a:normAutofit fontScale="92500" lnSpcReduction="10000"/>
          </a:bodyPr>
          <a:lstStyle/>
          <a:p>
            <a:r>
              <a:rPr lang="en-US" dirty="0">
                <a:solidFill>
                  <a:srgbClr val="FFFFFF"/>
                </a:solidFill>
                <a:ea typeface="+mn-lt"/>
                <a:cs typeface="+mn-lt"/>
              </a:rPr>
              <a:t>The Important features of Data Warehouse are given below: </a:t>
            </a:r>
            <a:endParaRPr lang="en-US">
              <a:solidFill>
                <a:srgbClr val="FFFFFF">
                  <a:alpha val="60000"/>
                </a:srgbClr>
              </a:solidFill>
              <a:ea typeface="Source Sans Pro"/>
            </a:endParaRPr>
          </a:p>
          <a:p>
            <a:r>
              <a:rPr lang="en-US" b="1" dirty="0">
                <a:solidFill>
                  <a:srgbClr val="FFFFFF"/>
                </a:solidFill>
                <a:ea typeface="+mn-lt"/>
                <a:cs typeface="+mn-lt"/>
              </a:rPr>
              <a:t>1.         Subject Oriented</a:t>
            </a:r>
            <a:r>
              <a:rPr lang="en-US" dirty="0">
                <a:solidFill>
                  <a:srgbClr val="FFFFFF"/>
                </a:solidFill>
                <a:ea typeface="+mn-lt"/>
                <a:cs typeface="+mn-lt"/>
              </a:rPr>
              <a:t> </a:t>
            </a:r>
            <a:endParaRPr lang="en-US"/>
          </a:p>
          <a:p>
            <a:r>
              <a:rPr lang="en-US" dirty="0">
                <a:solidFill>
                  <a:srgbClr val="FFFFFF"/>
                </a:solidFill>
                <a:ea typeface="+mn-lt"/>
                <a:cs typeface="+mn-lt"/>
              </a:rPr>
              <a:t>             A data warehouse is subject-oriented. It provides useful data about a subject instead of the company's ongoing operations, and these subjects can be customers, suppliers, marketing, product, promotion, etc. </a:t>
            </a:r>
          </a:p>
          <a:p>
            <a:r>
              <a:rPr lang="en-US" b="1" dirty="0">
                <a:solidFill>
                  <a:srgbClr val="FFFFFF"/>
                </a:solidFill>
                <a:ea typeface="+mn-lt"/>
                <a:cs typeface="+mn-lt"/>
              </a:rPr>
              <a:t>2.         Time-Variant</a:t>
            </a:r>
            <a:r>
              <a:rPr lang="en-US" dirty="0">
                <a:solidFill>
                  <a:srgbClr val="FFFFFF"/>
                </a:solidFill>
                <a:ea typeface="+mn-lt"/>
                <a:cs typeface="+mn-lt"/>
              </a:rPr>
              <a:t>                 The different data present in the data warehouse provides information for a specific period. Historical data is kept in a data warehouse. For example, one can retrieve data from 3 months, 6 months, 12 months, or even older data from a data warehouse. This contrasts with a transactions system, where often only the most recent data is kept. For example, a transaction system may hold the most recent address of a customer, where a data warehouse can hold all addresses associated with a customer.</a:t>
            </a:r>
            <a:endParaRPr lang="en-US">
              <a:solidFill>
                <a:srgbClr val="FFFFFF"/>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868243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F29998-DC00-4809-A728-00DB422D43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156C27CE-6D8D-429A-B200-30102090EE09}"/>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3.         Integrated</a:t>
            </a:r>
            <a:r>
              <a:rPr lang="en-US" dirty="0">
                <a:solidFill>
                  <a:srgbClr val="FFFFFF"/>
                </a:solidFill>
                <a:ea typeface="+mn-lt"/>
                <a:cs typeface="+mn-lt"/>
              </a:rPr>
              <a:t> </a:t>
            </a:r>
            <a:endParaRPr lang="en-US">
              <a:solidFill>
                <a:srgbClr val="FFFFFF">
                  <a:alpha val="60000"/>
                </a:srgbClr>
              </a:solidFill>
              <a:ea typeface="Source Sans Pro"/>
            </a:endParaRPr>
          </a:p>
          <a:p>
            <a:r>
              <a:rPr lang="en-US" dirty="0">
                <a:solidFill>
                  <a:srgbClr val="FFFFFF"/>
                </a:solidFill>
                <a:ea typeface="+mn-lt"/>
                <a:cs typeface="+mn-lt"/>
              </a:rPr>
              <a:t>             A data warehouse is constructed by integrating data from heterogeneous sources such as relational databases, flat files, etc. This integration enhances the effective analysis of data. </a:t>
            </a:r>
            <a:endParaRPr lang="en-US"/>
          </a:p>
          <a:p>
            <a:r>
              <a:rPr lang="en-US" b="1" dirty="0">
                <a:solidFill>
                  <a:srgbClr val="FFFFFF"/>
                </a:solidFill>
                <a:ea typeface="+mn-lt"/>
                <a:cs typeface="+mn-lt"/>
              </a:rPr>
              <a:t>4.         Non- Volatile                              </a:t>
            </a:r>
            <a:endParaRPr lang="en-US"/>
          </a:p>
          <a:p>
            <a:r>
              <a:rPr lang="en-US" dirty="0">
                <a:solidFill>
                  <a:srgbClr val="FFFFFF"/>
                </a:solidFill>
                <a:ea typeface="+mn-lt"/>
                <a:cs typeface="+mn-lt"/>
              </a:rPr>
              <a:t>             It means, once data entered into the warehouse cannot be change. The data resided in data warehouse is permanent. It also means that data is not erased or deleted when new data is inserted.</a:t>
            </a:r>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461918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FA540D-4E46-4F0B-8F04-54052ADAFB47}"/>
              </a:ext>
            </a:extLst>
          </p:cNvPr>
          <p:cNvSpPr>
            <a:spLocks noGrp="1"/>
          </p:cNvSpPr>
          <p:nvPr>
            <p:ph type="title"/>
          </p:nvPr>
        </p:nvSpPr>
        <p:spPr/>
        <p:txBody>
          <a:bodyPr/>
          <a:lstStyle/>
          <a:p>
            <a:r>
              <a:rPr lang="en-US"/>
              <a:t>Advantages of Data Warehouse </a:t>
            </a:r>
          </a:p>
        </p:txBody>
      </p:sp>
      <p:sp>
        <p:nvSpPr>
          <p:cNvPr id="3" name="Content Placeholder 2">
            <a:extLst>
              <a:ext uri="{FF2B5EF4-FFF2-40B4-BE49-F238E27FC236}">
                <a16:creationId xmlns:a16="http://schemas.microsoft.com/office/drawing/2014/main" xmlns="" id="{D723B1A0-4D19-4EE2-B5B3-85074989924E}"/>
              </a:ext>
            </a:extLst>
          </p:cNvPr>
          <p:cNvSpPr>
            <a:spLocks noGrp="1"/>
          </p:cNvSpPr>
          <p:nvPr>
            <p:ph idx="1"/>
          </p:nvPr>
        </p:nvSpPr>
        <p:spPr>
          <a:xfrm>
            <a:off x="550863" y="1638747"/>
            <a:ext cx="11090274" cy="4454077"/>
          </a:xfrm>
        </p:spPr>
        <p:txBody>
          <a:bodyPr vert="horz" wrap="square" lIns="0" tIns="0" rIns="0" bIns="0" rtlCol="0" anchor="t">
            <a:normAutofit/>
          </a:bodyPr>
          <a:lstStyle/>
          <a:p>
            <a:r>
              <a:rPr lang="en-US" b="1" dirty="0">
                <a:solidFill>
                  <a:srgbClr val="FFFFFF"/>
                </a:solidFill>
                <a:ea typeface="+mn-lt"/>
                <a:cs typeface="+mn-lt"/>
              </a:rPr>
              <a:t>Delivers enhanced business intelligence</a:t>
            </a:r>
            <a:r>
              <a:rPr lang="en-US" dirty="0">
                <a:solidFill>
                  <a:srgbClr val="FFFFFF"/>
                </a:solidFill>
                <a:ea typeface="+mn-lt"/>
                <a:cs typeface="+mn-lt"/>
              </a:rPr>
              <a:t> </a:t>
            </a:r>
            <a:endParaRPr lang="en-US" dirty="0">
              <a:solidFill>
                <a:srgbClr val="FFFFFF">
                  <a:alpha val="60000"/>
                </a:srgbClr>
              </a:solidFill>
              <a:ea typeface="Source Sans Pro"/>
            </a:endParaRPr>
          </a:p>
          <a:p>
            <a:r>
              <a:rPr lang="en-US" dirty="0">
                <a:solidFill>
                  <a:srgbClr val="FFFFFF"/>
                </a:solidFill>
                <a:ea typeface="+mn-lt"/>
                <a:cs typeface="+mn-lt"/>
              </a:rPr>
              <a:t>             By having access to information from various sources from a single platform, decision makers will no longer need to rely on limited data or their instinct. </a:t>
            </a:r>
            <a:endParaRPr lang="en-US" dirty="0"/>
          </a:p>
          <a:p>
            <a:r>
              <a:rPr lang="en-US" b="1" dirty="0">
                <a:solidFill>
                  <a:srgbClr val="FFFFFF"/>
                </a:solidFill>
                <a:ea typeface="+mn-lt"/>
                <a:cs typeface="+mn-lt"/>
              </a:rPr>
              <a:t>2.         Saves times</a:t>
            </a:r>
            <a:r>
              <a:rPr lang="en-US" dirty="0">
                <a:solidFill>
                  <a:srgbClr val="FFFFFF"/>
                </a:solidFill>
                <a:ea typeface="+mn-lt"/>
                <a:cs typeface="+mn-lt"/>
              </a:rPr>
              <a:t> </a:t>
            </a:r>
            <a:endParaRPr lang="en-US" dirty="0"/>
          </a:p>
          <a:p>
            <a:r>
              <a:rPr lang="en-US" dirty="0">
                <a:solidFill>
                  <a:srgbClr val="FFFFFF"/>
                </a:solidFill>
                <a:ea typeface="+mn-lt"/>
                <a:cs typeface="+mn-lt"/>
              </a:rPr>
              <a:t>             A data warehouse standardizes, preserves, and stores data from distinct sources, aiding the consolidation and integration of all the data. </a:t>
            </a:r>
            <a:endParaRPr lang="en-US" dirty="0">
              <a:solidFill>
                <a:srgbClr val="FFFFFF"/>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75958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88730D-2356-4563-B704-BB0BD72FA4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410ED7A-1921-43B1-8AAC-644E3DF09869}"/>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3.         Enhances data quality and consistency</a:t>
            </a:r>
            <a:r>
              <a:rPr lang="en-US" dirty="0">
                <a:solidFill>
                  <a:srgbClr val="FFFFFF"/>
                </a:solidFill>
                <a:ea typeface="+mn-lt"/>
                <a:cs typeface="+mn-lt"/>
              </a:rPr>
              <a:t> </a:t>
            </a:r>
          </a:p>
          <a:p>
            <a:r>
              <a:rPr lang="en-US" dirty="0">
                <a:solidFill>
                  <a:srgbClr val="FFFFFF"/>
                </a:solidFill>
                <a:ea typeface="+mn-lt"/>
                <a:cs typeface="+mn-lt"/>
              </a:rPr>
              <a:t>             A data warehouse converts data from multiple sources into a consistent format. Since the data from across the organization is standardized, each department will produce results that are consistent. This will lead to more accurate data, which will become the basis for solid decisions. </a:t>
            </a:r>
          </a:p>
          <a:p>
            <a:r>
              <a:rPr lang="en-US" b="1" dirty="0">
                <a:solidFill>
                  <a:srgbClr val="FFFFFF"/>
                </a:solidFill>
                <a:ea typeface="+mn-lt"/>
                <a:cs typeface="+mn-lt"/>
              </a:rPr>
              <a:t>4.       Generates a high Return on Investment (ROI)</a:t>
            </a:r>
            <a:r>
              <a:rPr lang="en-US" dirty="0">
                <a:solidFill>
                  <a:srgbClr val="FFFFFF"/>
                </a:solidFill>
                <a:ea typeface="+mn-lt"/>
                <a:cs typeface="+mn-lt"/>
              </a:rPr>
              <a:t> </a:t>
            </a:r>
            <a:endParaRPr lang="en-US" dirty="0">
              <a:ea typeface="+mn-lt"/>
              <a:cs typeface="+mn-lt"/>
            </a:endParaRPr>
          </a:p>
          <a:p>
            <a:r>
              <a:rPr lang="en-US" dirty="0">
                <a:solidFill>
                  <a:srgbClr val="FFFFFF"/>
                </a:solidFill>
                <a:ea typeface="+mn-lt"/>
                <a:cs typeface="+mn-lt"/>
              </a:rPr>
              <a:t>             Companies experience higher revenues and cost savings than those that haven’t invested in a data warehouse. </a:t>
            </a:r>
            <a:endParaRPr lang="en-US" dirty="0">
              <a:ea typeface="+mn-lt"/>
              <a:cs typeface="+mn-lt"/>
            </a:endParaRPr>
          </a:p>
          <a:p>
            <a:endParaRPr lang="en-US" b="1" dirty="0">
              <a:solidFill>
                <a:srgbClr val="FFFFFF"/>
              </a:solidFill>
              <a:ea typeface="+mn-lt"/>
              <a:cs typeface="+mn-lt"/>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409725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AA4B0-C374-499C-BD74-858A40E0CD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FD38CAD7-60A7-46C6-A733-C4E1DA9D842A}"/>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  5.         Provides competitive advantage</a:t>
            </a:r>
            <a:r>
              <a:rPr lang="en-US" dirty="0">
                <a:solidFill>
                  <a:srgbClr val="FFFFFF"/>
                </a:solidFill>
                <a:ea typeface="+mn-lt"/>
                <a:cs typeface="+mn-lt"/>
              </a:rPr>
              <a:t> </a:t>
            </a:r>
            <a:endParaRPr lang="en-US"/>
          </a:p>
          <a:p>
            <a:r>
              <a:rPr lang="en-US" dirty="0">
                <a:solidFill>
                  <a:srgbClr val="FFFFFF"/>
                </a:solidFill>
                <a:ea typeface="+mn-lt"/>
                <a:cs typeface="+mn-lt"/>
              </a:rPr>
              <a:t>             Data warehouses help get a holistic view of their current standing and evaluate opportunities and risks, thus providing companies with a competitive advantage. </a:t>
            </a:r>
          </a:p>
          <a:p>
            <a:r>
              <a:rPr lang="en-US" dirty="0">
                <a:solidFill>
                  <a:srgbClr val="FFFFFF"/>
                </a:solidFill>
                <a:ea typeface="Source Sans Pro"/>
              </a:rPr>
              <a:t>6.</a:t>
            </a:r>
            <a:r>
              <a:rPr lang="en-US" b="1" dirty="0">
                <a:solidFill>
                  <a:srgbClr val="FFFFFF"/>
                </a:solidFill>
                <a:ea typeface="+mn-lt"/>
                <a:cs typeface="+mn-lt"/>
              </a:rPr>
              <a:t>Improves the decision-making process</a:t>
            </a:r>
            <a:r>
              <a:rPr lang="en-US" dirty="0">
                <a:solidFill>
                  <a:srgbClr val="FFFFFF"/>
                </a:solidFill>
                <a:ea typeface="+mn-lt"/>
                <a:cs typeface="+mn-lt"/>
              </a:rPr>
              <a:t> </a:t>
            </a:r>
            <a:endParaRPr lang="en-US" dirty="0">
              <a:ea typeface="+mn-lt"/>
              <a:cs typeface="+mn-lt"/>
            </a:endParaRPr>
          </a:p>
          <a:p>
            <a:r>
              <a:rPr lang="en-US" dirty="0">
                <a:solidFill>
                  <a:srgbClr val="FFFFFF"/>
                </a:solidFill>
                <a:ea typeface="+mn-lt"/>
                <a:cs typeface="+mn-lt"/>
              </a:rPr>
              <a:t>             Data warehousing provides better insights to decision makers by maintaining a cohesive database of current and historical data. By transforming data into purposeful information, decision makers can perform more functional, precise, and reliable analysis and create more useful reports with ease. </a:t>
            </a:r>
            <a:endParaRPr lang="en-US" dirty="0">
              <a:ea typeface="+mn-lt"/>
              <a:cs typeface="+mn-lt"/>
            </a:endParaRPr>
          </a:p>
          <a:p>
            <a:endParaRPr lang="en-US" dirty="0">
              <a:ea typeface="Source Sans Pro"/>
            </a:endParaRPr>
          </a:p>
          <a:p>
            <a:endParaRPr lang="en-US" dirty="0">
              <a:solidFill>
                <a:srgbClr val="FFFFFF">
                  <a:alpha val="60000"/>
                </a:srgbClr>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904496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E48FD6-63A3-496B-92FD-D79B8F84B9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49723CC-1E05-4831-9F46-7E38AC46A6A8}"/>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7.         Enables organizations to forecast with confidence</a:t>
            </a:r>
            <a:r>
              <a:rPr lang="en-US" dirty="0">
                <a:solidFill>
                  <a:srgbClr val="FFFFFF"/>
                </a:solidFill>
                <a:ea typeface="+mn-lt"/>
                <a:cs typeface="+mn-lt"/>
              </a:rPr>
              <a:t> </a:t>
            </a:r>
            <a:endParaRPr lang="en-US"/>
          </a:p>
          <a:p>
            <a:r>
              <a:rPr lang="en-US" dirty="0">
                <a:solidFill>
                  <a:srgbClr val="FFFFFF"/>
                </a:solidFill>
                <a:ea typeface="+mn-lt"/>
                <a:cs typeface="+mn-lt"/>
              </a:rPr>
              <a:t>             Data professionals can analyze business data to make market forecasts,  predicated results, allowing key personnel to plan accordingly. </a:t>
            </a:r>
            <a:endParaRPr lang="en-US"/>
          </a:p>
          <a:p>
            <a:r>
              <a:rPr lang="en-US" b="1" dirty="0">
                <a:solidFill>
                  <a:srgbClr val="FFFFFF"/>
                </a:solidFill>
                <a:ea typeface="+mn-lt"/>
                <a:cs typeface="+mn-lt"/>
              </a:rPr>
              <a:t>8.         Streamlines the flow of information</a:t>
            </a:r>
            <a:r>
              <a:rPr lang="en-US" dirty="0">
                <a:solidFill>
                  <a:srgbClr val="FFFFFF"/>
                </a:solidFill>
                <a:ea typeface="+mn-lt"/>
                <a:cs typeface="+mn-lt"/>
              </a:rPr>
              <a:t> </a:t>
            </a:r>
            <a:endParaRPr lang="en-US"/>
          </a:p>
          <a:p>
            <a:r>
              <a:rPr lang="en-US" dirty="0">
                <a:solidFill>
                  <a:srgbClr val="FFFFFF"/>
                </a:solidFill>
                <a:ea typeface="+mn-lt"/>
                <a:cs typeface="+mn-lt"/>
              </a:rPr>
              <a:t>             Data warehousing facilitates the flow of information through a network connecting all related or non-related parties.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483007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D36C7F-5332-46C4-8FD5-69B78FEB1F43}"/>
              </a:ext>
            </a:extLst>
          </p:cNvPr>
          <p:cNvSpPr>
            <a:spLocks noGrp="1"/>
          </p:cNvSpPr>
          <p:nvPr>
            <p:ph type="title"/>
          </p:nvPr>
        </p:nvSpPr>
        <p:spPr/>
        <p:txBody>
          <a:bodyPr/>
          <a:lstStyle/>
          <a:p>
            <a:r>
              <a:rPr lang="en-US"/>
              <a:t>Applications of data warehousing </a:t>
            </a:r>
          </a:p>
        </p:txBody>
      </p:sp>
      <p:sp>
        <p:nvSpPr>
          <p:cNvPr id="3" name="Content Placeholder 2">
            <a:extLst>
              <a:ext uri="{FF2B5EF4-FFF2-40B4-BE49-F238E27FC236}">
                <a16:creationId xmlns:a16="http://schemas.microsoft.com/office/drawing/2014/main" xmlns="" id="{4CC3D0E1-805B-48F9-A4F6-01412601FF59}"/>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Financial services</a:t>
            </a:r>
            <a:endParaRPr lang="en-US" dirty="0">
              <a:solidFill>
                <a:srgbClr val="FFFFFF"/>
              </a:solidFill>
            </a:endParaRPr>
          </a:p>
          <a:p>
            <a:r>
              <a:rPr lang="en-US" dirty="0">
                <a:solidFill>
                  <a:srgbClr val="FFFFFF"/>
                </a:solidFill>
                <a:ea typeface="+mn-lt"/>
                <a:cs typeface="+mn-lt"/>
              </a:rPr>
              <a:t>Banking services</a:t>
            </a:r>
            <a:endParaRPr lang="en-US" dirty="0">
              <a:solidFill>
                <a:srgbClr val="FFFFFF"/>
              </a:solidFill>
            </a:endParaRPr>
          </a:p>
          <a:p>
            <a:r>
              <a:rPr lang="en-US" dirty="0">
                <a:solidFill>
                  <a:srgbClr val="FFFFFF"/>
                </a:solidFill>
                <a:ea typeface="+mn-lt"/>
                <a:cs typeface="+mn-lt"/>
              </a:rPr>
              <a:t>Consumer goals</a:t>
            </a:r>
            <a:endParaRPr lang="en-US" dirty="0">
              <a:solidFill>
                <a:srgbClr val="FFFFFF"/>
              </a:solidFill>
            </a:endParaRPr>
          </a:p>
          <a:p>
            <a:r>
              <a:rPr lang="en-US" dirty="0">
                <a:solidFill>
                  <a:srgbClr val="FFFFFF"/>
                </a:solidFill>
                <a:ea typeface="+mn-lt"/>
                <a:cs typeface="+mn-lt"/>
              </a:rPr>
              <a:t>Retail sectors</a:t>
            </a:r>
            <a:endParaRPr lang="en-US" dirty="0">
              <a:solidFill>
                <a:srgbClr val="FFFFFF"/>
              </a:solidFill>
            </a:endParaRPr>
          </a:p>
          <a:p>
            <a:r>
              <a:rPr lang="en-US" dirty="0">
                <a:solidFill>
                  <a:srgbClr val="FFFFFF"/>
                </a:solidFill>
                <a:ea typeface="+mn-lt"/>
                <a:cs typeface="+mn-lt"/>
              </a:rPr>
              <a:t>Controlled manufacturing</a:t>
            </a:r>
            <a:endParaRPr lang="en-US" dirty="0">
              <a:solidFill>
                <a:srgbClr val="FFFFFF"/>
              </a:solidFill>
            </a:endParaRPr>
          </a:p>
          <a:p>
            <a:r>
              <a:rPr lang="en-US" dirty="0">
                <a:solidFill>
                  <a:srgbClr val="FFFFFF"/>
                </a:solidFill>
                <a:ea typeface="+mn-lt"/>
                <a:cs typeface="+mn-lt"/>
              </a:rPr>
              <a:t>Information Processing</a:t>
            </a:r>
            <a:endParaRPr lang="en-US" dirty="0">
              <a:solidFill>
                <a:srgbClr val="FFFFFF"/>
              </a:solidFill>
            </a:endParaRPr>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28326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067269-7E7C-4320-B9AC-A88E1B00A8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B303C36-3685-4CA3-8D73-BB3B74543CA0}"/>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Analytical Processing</a:t>
            </a:r>
          </a:p>
          <a:p>
            <a:r>
              <a:rPr lang="en-US" dirty="0">
                <a:solidFill>
                  <a:srgbClr val="FFFFFF"/>
                </a:solidFill>
                <a:ea typeface="+mn-lt"/>
                <a:cs typeface="+mn-lt"/>
              </a:rPr>
              <a:t>Data Mining</a:t>
            </a:r>
          </a:p>
          <a:p>
            <a:r>
              <a:rPr lang="en-US" dirty="0">
                <a:solidFill>
                  <a:srgbClr val="FFFFFF"/>
                </a:solidFill>
                <a:ea typeface="+mn-lt"/>
                <a:cs typeface="+mn-lt"/>
              </a:rPr>
              <a:t>Real Life</a:t>
            </a:r>
          </a:p>
          <a:p>
            <a:r>
              <a:rPr lang="en-US" dirty="0">
                <a:solidFill>
                  <a:srgbClr val="FFFFFF"/>
                </a:solidFill>
                <a:ea typeface="+mn-lt"/>
                <a:cs typeface="+mn-lt"/>
              </a:rPr>
              <a:t>Various Industries</a:t>
            </a:r>
          </a:p>
          <a:p>
            <a:r>
              <a:rPr lang="en-US" dirty="0">
                <a:solidFill>
                  <a:srgbClr val="FFFFFF"/>
                </a:solidFill>
                <a:ea typeface="+mn-lt"/>
                <a:cs typeface="+mn-lt"/>
              </a:rPr>
              <a:t>Statistical Analysis</a:t>
            </a:r>
          </a:p>
          <a:p>
            <a:r>
              <a:rPr lang="en-US" dirty="0">
                <a:solidFill>
                  <a:srgbClr val="FFFFFF"/>
                </a:solidFill>
                <a:ea typeface="+mn-lt"/>
                <a:cs typeface="+mn-lt"/>
              </a:rPr>
              <a:t>Decision Making</a:t>
            </a:r>
          </a:p>
          <a:p>
            <a:endParaRPr lang="en-US" dirty="0">
              <a:ea typeface="+mn-lt"/>
              <a:cs typeface="+mn-lt"/>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56905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ASSIGNMENT : EXPLAIN ABOVE AREAS REGARDING HOW DATA WAREHOUSE IS USED (ANY FIVE)</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0B7B0-ED57-47F8-B385-8A0B571B7A6D}"/>
              </a:ext>
            </a:extLst>
          </p:cNvPr>
          <p:cNvSpPr>
            <a:spLocks noGrp="1"/>
          </p:cNvSpPr>
          <p:nvPr>
            <p:ph type="title"/>
          </p:nvPr>
        </p:nvSpPr>
        <p:spPr/>
        <p:txBody>
          <a:bodyPr/>
          <a:lstStyle/>
          <a:p>
            <a:r>
              <a:rPr lang="en-US"/>
              <a:t>Database VS Data Warehouse </a:t>
            </a:r>
          </a:p>
        </p:txBody>
      </p:sp>
      <p:sp>
        <p:nvSpPr>
          <p:cNvPr id="3" name="Content Placeholder 2">
            <a:extLst>
              <a:ext uri="{FF2B5EF4-FFF2-40B4-BE49-F238E27FC236}">
                <a16:creationId xmlns:a16="http://schemas.microsoft.com/office/drawing/2014/main" xmlns="" id="{4B17BA02-1B55-4C11-8267-7AEC0A742396}"/>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 Databases are real-time repositories of information, which are usually tied to specific applications. </a:t>
            </a:r>
            <a:endParaRPr lang="en-US" dirty="0">
              <a:solidFill>
                <a:srgbClr val="FFFFFF">
                  <a:alpha val="60000"/>
                </a:srgbClr>
              </a:solidFill>
              <a:ea typeface="+mn-lt"/>
              <a:cs typeface="+mn-lt"/>
            </a:endParaRPr>
          </a:p>
          <a:p>
            <a:r>
              <a:rPr lang="en-US" dirty="0">
                <a:solidFill>
                  <a:srgbClr val="FFFFFF"/>
                </a:solidFill>
                <a:ea typeface="+mn-lt"/>
                <a:cs typeface="+mn-lt"/>
              </a:rPr>
              <a:t>Data warehouses pull information from various sources (including databases), with a focus on the storage, filtering, retrieval and, specifically, analysis of huge volumes of structured data. </a:t>
            </a:r>
            <a:endParaRPr lang="en-US">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33312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60B7752B-728D-4CA3-8923-C4F7F77029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88392DC7-0988-443B-A0D0-E726C7DB622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083435"/>
            <a:ext cx="12192000" cy="4774564"/>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1728182A-22FF-410A-8F35-B5EDBBD262CB}"/>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graphicFrame>
        <p:nvGraphicFramePr>
          <p:cNvPr id="5" name="Content Placeholder 4">
            <a:extLst>
              <a:ext uri="{FF2B5EF4-FFF2-40B4-BE49-F238E27FC236}">
                <a16:creationId xmlns:a16="http://schemas.microsoft.com/office/drawing/2014/main" xmlns="" id="{0DF3A14C-DE77-424A-82AA-5C34A57D2417}"/>
              </a:ext>
            </a:extLst>
          </p:cNvPr>
          <p:cNvGraphicFramePr>
            <a:graphicFrameLocks noGrp="1"/>
          </p:cNvGraphicFramePr>
          <p:nvPr>
            <p:ph idx="1"/>
            <p:extLst>
              <p:ext uri="{D42A27DB-BD31-4B8C-83A1-F6EECF244321}">
                <p14:modId xmlns:p14="http://schemas.microsoft.com/office/powerpoint/2010/main" xmlns="" val="2933290728"/>
              </p:ext>
            </p:extLst>
          </p:nvPr>
        </p:nvGraphicFramePr>
        <p:xfrm>
          <a:off x="546339" y="560716"/>
          <a:ext cx="11090277" cy="6300468"/>
        </p:xfrm>
        <a:graphic>
          <a:graphicData uri="http://schemas.openxmlformats.org/drawingml/2006/table">
            <a:tbl>
              <a:tblPr firstRow="1" firstCol="1" bandRow="1">
                <a:tableStyleId>{8799B23B-EC83-4686-B30A-512413B5E67A}</a:tableStyleId>
              </a:tblPr>
              <a:tblGrid>
                <a:gridCol w="5510899">
                  <a:extLst>
                    <a:ext uri="{9D8B030D-6E8A-4147-A177-3AD203B41FA5}">
                      <a16:colId xmlns:a16="http://schemas.microsoft.com/office/drawing/2014/main" xmlns="" val="2658681321"/>
                    </a:ext>
                  </a:extLst>
                </a:gridCol>
                <a:gridCol w="5579378">
                  <a:extLst>
                    <a:ext uri="{9D8B030D-6E8A-4147-A177-3AD203B41FA5}">
                      <a16:colId xmlns:a16="http://schemas.microsoft.com/office/drawing/2014/main" xmlns="" val="3674882968"/>
                    </a:ext>
                  </a:extLst>
                </a:gridCol>
              </a:tblGrid>
              <a:tr h="624184">
                <a:tc>
                  <a:txBody>
                    <a:bodyPr/>
                    <a:lstStyle/>
                    <a:p>
                      <a:pPr algn="ctr"/>
                      <a:r>
                        <a:rPr lang="en-US" sz="2400" dirty="0">
                          <a:effectLst/>
                        </a:rPr>
                        <a:t>Data Warehouse (OLAP)</a:t>
                      </a:r>
                    </a:p>
                  </a:txBody>
                  <a:tcPr marL="50364" marR="50364" marT="0" marB="0"/>
                </a:tc>
                <a:tc>
                  <a:txBody>
                    <a:bodyPr/>
                    <a:lstStyle/>
                    <a:p>
                      <a:pPr algn="ctr"/>
                      <a:r>
                        <a:rPr lang="en-US" sz="2400" dirty="0">
                          <a:effectLst/>
                        </a:rPr>
                        <a:t>Operational Database(OLTP)</a:t>
                      </a:r>
                    </a:p>
                  </a:txBody>
                  <a:tcPr marL="50364" marR="50364" marT="0" marB="0"/>
                </a:tc>
                <a:extLst>
                  <a:ext uri="{0D108BD9-81ED-4DB2-BD59-A6C34878D82A}">
                    <a16:rowId xmlns:a16="http://schemas.microsoft.com/office/drawing/2014/main" xmlns="" val="1214416559"/>
                  </a:ext>
                </a:extLst>
              </a:tr>
              <a:tr h="624184">
                <a:tc>
                  <a:txBody>
                    <a:bodyPr/>
                    <a:lstStyle/>
                    <a:p>
                      <a:r>
                        <a:rPr lang="en-US" sz="2400" dirty="0">
                          <a:effectLst/>
                        </a:rPr>
                        <a:t>Online Analytical Processing</a:t>
                      </a:r>
                    </a:p>
                  </a:txBody>
                  <a:tcPr marL="50364" marR="50364" marT="0" marB="0"/>
                </a:tc>
                <a:tc>
                  <a:txBody>
                    <a:bodyPr/>
                    <a:lstStyle/>
                    <a:p>
                      <a:r>
                        <a:rPr lang="en-US" sz="2400" dirty="0">
                          <a:effectLst/>
                        </a:rPr>
                        <a:t>Online Transactional Processing</a:t>
                      </a:r>
                    </a:p>
                  </a:txBody>
                  <a:tcPr marL="50364" marR="50364" marT="0" marB="0"/>
                </a:tc>
                <a:extLst>
                  <a:ext uri="{0D108BD9-81ED-4DB2-BD59-A6C34878D82A}">
                    <a16:rowId xmlns:a16="http://schemas.microsoft.com/office/drawing/2014/main" xmlns="" val="3682965676"/>
                  </a:ext>
                </a:extLst>
              </a:tr>
              <a:tr h="1170346">
                <a:tc>
                  <a:txBody>
                    <a:bodyPr/>
                    <a:lstStyle/>
                    <a:p>
                      <a:r>
                        <a:rPr lang="en-US" sz="2400" dirty="0">
                          <a:effectLst/>
                        </a:rPr>
                        <a:t>OLAP systems are used by knowledge workers such as executives, managers, and analysts.</a:t>
                      </a:r>
                    </a:p>
                  </a:txBody>
                  <a:tcPr marL="50364" marR="50364" marT="0" marB="0"/>
                </a:tc>
                <a:tc>
                  <a:txBody>
                    <a:bodyPr/>
                    <a:lstStyle/>
                    <a:p>
                      <a:r>
                        <a:rPr lang="en-US" sz="2400" dirty="0">
                          <a:effectLst/>
                        </a:rPr>
                        <a:t>OLTP systems are used by clerks, DBAs, or database professionals.</a:t>
                      </a:r>
                    </a:p>
                    <a:p>
                      <a:endParaRPr lang="en-US" sz="2400" dirty="0">
                        <a:effectLst/>
                      </a:endParaRPr>
                    </a:p>
                  </a:txBody>
                  <a:tcPr marL="50364" marR="50364" marT="0" marB="0"/>
                </a:tc>
                <a:extLst>
                  <a:ext uri="{0D108BD9-81ED-4DB2-BD59-A6C34878D82A}">
                    <a16:rowId xmlns:a16="http://schemas.microsoft.com/office/drawing/2014/main" xmlns="" val="245893880"/>
                  </a:ext>
                </a:extLst>
              </a:tr>
              <a:tr h="624184">
                <a:tc>
                  <a:txBody>
                    <a:bodyPr/>
                    <a:lstStyle/>
                    <a:p>
                      <a:r>
                        <a:rPr lang="en-US" sz="2400" dirty="0">
                          <a:effectLst/>
                        </a:rPr>
                        <a:t>The number of users is in hundreds.</a:t>
                      </a:r>
                    </a:p>
                  </a:txBody>
                  <a:tcPr marL="50364" marR="50364" marT="0" marB="0"/>
                </a:tc>
                <a:tc>
                  <a:txBody>
                    <a:bodyPr/>
                    <a:lstStyle/>
                    <a:p>
                      <a:r>
                        <a:rPr lang="en-US" sz="2400" dirty="0">
                          <a:effectLst/>
                        </a:rPr>
                        <a:t>The number of users is in thousand.</a:t>
                      </a:r>
                    </a:p>
                  </a:txBody>
                  <a:tcPr marL="50364" marR="50364" marT="0" marB="0"/>
                </a:tc>
                <a:extLst>
                  <a:ext uri="{0D108BD9-81ED-4DB2-BD59-A6C34878D82A}">
                    <a16:rowId xmlns:a16="http://schemas.microsoft.com/office/drawing/2014/main" xmlns="" val="2350457705"/>
                  </a:ext>
                </a:extLst>
              </a:tr>
              <a:tr h="624184">
                <a:tc>
                  <a:txBody>
                    <a:bodyPr/>
                    <a:lstStyle/>
                    <a:p>
                      <a:r>
                        <a:rPr lang="en-US" sz="2400" dirty="0">
                          <a:effectLst/>
                        </a:rPr>
                        <a:t>It provides summarized and multidimensional view of data.</a:t>
                      </a:r>
                    </a:p>
                  </a:txBody>
                  <a:tcPr marL="50364" marR="50364" marT="0" marB="0"/>
                </a:tc>
                <a:tc>
                  <a:txBody>
                    <a:bodyPr/>
                    <a:lstStyle/>
                    <a:p>
                      <a:r>
                        <a:rPr lang="en-US" sz="2400" dirty="0">
                          <a:effectLst/>
                        </a:rPr>
                        <a:t>It provides detailed and flat relational view of data.</a:t>
                      </a:r>
                    </a:p>
                  </a:txBody>
                  <a:tcPr marL="50364" marR="50364" marT="0" marB="0"/>
                </a:tc>
                <a:extLst>
                  <a:ext uri="{0D108BD9-81ED-4DB2-BD59-A6C34878D82A}">
                    <a16:rowId xmlns:a16="http://schemas.microsoft.com/office/drawing/2014/main" xmlns="" val="1818928443"/>
                  </a:ext>
                </a:extLst>
              </a:tr>
              <a:tr h="624184">
                <a:tc>
                  <a:txBody>
                    <a:bodyPr/>
                    <a:lstStyle/>
                    <a:p>
                      <a:r>
                        <a:rPr lang="en-US" sz="2400" dirty="0">
                          <a:effectLst/>
                        </a:rPr>
                        <a:t>The database size is from 100GB to 100 TB.</a:t>
                      </a:r>
                    </a:p>
                  </a:txBody>
                  <a:tcPr marL="50364" marR="50364" marT="0" marB="0"/>
                </a:tc>
                <a:tc>
                  <a:txBody>
                    <a:bodyPr/>
                    <a:lstStyle/>
                    <a:p>
                      <a:r>
                        <a:rPr lang="en-US" sz="2400" dirty="0">
                          <a:effectLst/>
                        </a:rPr>
                        <a:t>The database size is from 100 MB to 100 GB.</a:t>
                      </a:r>
                    </a:p>
                  </a:txBody>
                  <a:tcPr marL="50364" marR="50364" marT="0" marB="0"/>
                </a:tc>
                <a:extLst>
                  <a:ext uri="{0D108BD9-81ED-4DB2-BD59-A6C34878D82A}">
                    <a16:rowId xmlns:a16="http://schemas.microsoft.com/office/drawing/2014/main" xmlns="" val="3705102903"/>
                  </a:ext>
                </a:extLst>
              </a:tr>
              <a:tr h="1170346">
                <a:tc>
                  <a:txBody>
                    <a:bodyPr/>
                    <a:lstStyle/>
                    <a:p>
                      <a:r>
                        <a:rPr lang="en-US" sz="2400" dirty="0">
                          <a:effectLst/>
                        </a:rPr>
                        <a:t>It is based on Star Schema, Snowflake Schema, and Fact Constellation Schema.</a:t>
                      </a:r>
                    </a:p>
                  </a:txBody>
                  <a:tcPr marL="50364" marR="50364" marT="0" marB="0"/>
                </a:tc>
                <a:tc>
                  <a:txBody>
                    <a:bodyPr/>
                    <a:lstStyle/>
                    <a:p>
                      <a:r>
                        <a:rPr lang="en-US" sz="2400" dirty="0">
                          <a:effectLst/>
                        </a:rPr>
                        <a:t>It is based on Entity Relationship Model.</a:t>
                      </a:r>
                    </a:p>
                    <a:p>
                      <a:endParaRPr lang="en-US" sz="2400" dirty="0">
                        <a:effectLst/>
                      </a:endParaRPr>
                    </a:p>
                  </a:txBody>
                  <a:tcPr marL="50364" marR="50364" marT="0" marB="0"/>
                </a:tc>
                <a:extLst>
                  <a:ext uri="{0D108BD9-81ED-4DB2-BD59-A6C34878D82A}">
                    <a16:rowId xmlns:a16="http://schemas.microsoft.com/office/drawing/2014/main" xmlns="" val="2577060512"/>
                  </a:ext>
                </a:extLst>
              </a:tr>
              <a:tr h="624184">
                <a:tc>
                  <a:txBody>
                    <a:bodyPr/>
                    <a:lstStyle/>
                    <a:p>
                      <a:r>
                        <a:rPr lang="en-US" sz="2400" dirty="0">
                          <a:effectLst/>
                        </a:rPr>
                        <a:t>It contains historical data.</a:t>
                      </a:r>
                    </a:p>
                  </a:txBody>
                  <a:tcPr marL="50364" marR="50364" marT="0" marB="0"/>
                </a:tc>
                <a:tc>
                  <a:txBody>
                    <a:bodyPr/>
                    <a:lstStyle/>
                    <a:p>
                      <a:r>
                        <a:rPr lang="en-US" sz="2400" dirty="0">
                          <a:effectLst/>
                        </a:rPr>
                        <a:t>It contains current data.</a:t>
                      </a:r>
                    </a:p>
                  </a:txBody>
                  <a:tcPr marL="50364" marR="50364" marT="0" marB="0"/>
                </a:tc>
                <a:extLst>
                  <a:ext uri="{0D108BD9-81ED-4DB2-BD59-A6C34878D82A}">
                    <a16:rowId xmlns:a16="http://schemas.microsoft.com/office/drawing/2014/main" xmlns="" val="1650844757"/>
                  </a:ext>
                </a:extLst>
              </a:tr>
            </a:tbl>
          </a:graphicData>
        </a:graphic>
      </p:graphicFrame>
      <p:sp>
        <p:nvSpPr>
          <p:cNvPr id="7" name="Footer Placeholder 6"/>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476423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423EA2-EFA5-4C71-A222-6E1D0EB4E3DA}"/>
              </a:ext>
            </a:extLst>
          </p:cNvPr>
          <p:cNvSpPr>
            <a:spLocks noGrp="1"/>
          </p:cNvSpPr>
          <p:nvPr>
            <p:ph type="title"/>
          </p:nvPr>
        </p:nvSpPr>
        <p:spPr/>
        <p:txBody>
          <a:bodyPr/>
          <a:lstStyle/>
          <a:p>
            <a:r>
              <a:rPr lang="en-US"/>
              <a:t>Data Mining </a:t>
            </a:r>
          </a:p>
          <a:p>
            <a:endParaRPr lang="en-US"/>
          </a:p>
        </p:txBody>
      </p:sp>
      <p:sp>
        <p:nvSpPr>
          <p:cNvPr id="3" name="Content Placeholder 2">
            <a:extLst>
              <a:ext uri="{FF2B5EF4-FFF2-40B4-BE49-F238E27FC236}">
                <a16:creationId xmlns:a16="http://schemas.microsoft.com/office/drawing/2014/main" xmlns="" id="{A1E8CBA1-4BCC-4F70-A44D-BE05EBB72FF6}"/>
              </a:ext>
            </a:extLst>
          </p:cNvPr>
          <p:cNvSpPr>
            <a:spLocks noGrp="1"/>
          </p:cNvSpPr>
          <p:nvPr>
            <p:ph idx="1"/>
          </p:nvPr>
        </p:nvSpPr>
        <p:spPr/>
        <p:txBody>
          <a:bodyPr vert="horz" wrap="square" lIns="0" tIns="0" rIns="0" bIns="0" rtlCol="0" anchor="t">
            <a:normAutofit lnSpcReduction="10000"/>
          </a:bodyPr>
          <a:lstStyle/>
          <a:p>
            <a:r>
              <a:rPr lang="en-US" dirty="0">
                <a:solidFill>
                  <a:srgbClr val="FFFFFF"/>
                </a:solidFill>
                <a:ea typeface="+mn-lt"/>
                <a:cs typeface="+mn-lt"/>
              </a:rPr>
              <a:t>Data mining refers to extracting knowledge from large amounts of data. </a:t>
            </a:r>
            <a:endParaRPr lang="en-US">
              <a:solidFill>
                <a:srgbClr val="FFFFFF">
                  <a:alpha val="60000"/>
                </a:srgbClr>
              </a:solidFill>
              <a:ea typeface="+mn-lt"/>
              <a:cs typeface="+mn-lt"/>
            </a:endParaRPr>
          </a:p>
          <a:p>
            <a:r>
              <a:rPr lang="en-US">
                <a:solidFill>
                  <a:srgbClr val="FFFFFF"/>
                </a:solidFill>
                <a:ea typeface="+mn-lt"/>
                <a:cs typeface="+mn-lt"/>
              </a:rPr>
              <a:t>The data sources can include </a:t>
            </a:r>
            <a:r>
              <a:rPr lang="en-US" dirty="0">
                <a:solidFill>
                  <a:srgbClr val="FFFFFF"/>
                </a:solidFill>
                <a:ea typeface="+mn-lt"/>
                <a:cs typeface="+mn-lt"/>
              </a:rPr>
              <a:t>databases, data warehouse, web etc. </a:t>
            </a:r>
            <a:endParaRPr lang="en-US">
              <a:solidFill>
                <a:srgbClr val="FFFFFF">
                  <a:alpha val="60000"/>
                </a:srgbClr>
              </a:solidFill>
              <a:ea typeface="Source Sans Pro"/>
            </a:endParaRPr>
          </a:p>
          <a:p>
            <a:r>
              <a:rPr lang="en-US" dirty="0">
                <a:solidFill>
                  <a:srgbClr val="FFFFFF"/>
                </a:solidFill>
                <a:ea typeface="+mn-lt"/>
                <a:cs typeface="+mn-lt"/>
              </a:rPr>
              <a:t>Data mining refers to the analysis of data. </a:t>
            </a:r>
            <a:endParaRPr lang="en-US" dirty="0">
              <a:solidFill>
                <a:srgbClr val="FFFFFF">
                  <a:alpha val="60000"/>
                </a:srgbClr>
              </a:solidFill>
              <a:ea typeface="+mn-lt"/>
              <a:cs typeface="+mn-lt"/>
            </a:endParaRPr>
          </a:p>
          <a:p>
            <a:r>
              <a:rPr lang="en-US">
                <a:solidFill>
                  <a:srgbClr val="FFFFFF"/>
                </a:solidFill>
                <a:ea typeface="+mn-lt"/>
                <a:cs typeface="+mn-lt"/>
              </a:rPr>
              <a:t>It is the computer-supported process of analyzing huge sets </a:t>
            </a:r>
            <a:r>
              <a:rPr lang="en-US" dirty="0">
                <a:solidFill>
                  <a:srgbClr val="FFFFFF"/>
                </a:solidFill>
                <a:ea typeface="+mn-lt"/>
                <a:cs typeface="+mn-lt"/>
              </a:rPr>
              <a:t>of data that have either been compiled by computer systems or have been downloaded into the </a:t>
            </a:r>
            <a:r>
              <a:rPr lang="en-US">
                <a:solidFill>
                  <a:srgbClr val="FFFFFF"/>
                </a:solidFill>
                <a:ea typeface="+mn-lt"/>
                <a:cs typeface="+mn-lt"/>
              </a:rPr>
              <a:t>computer.</a:t>
            </a:r>
            <a:endParaRPr lang="en-US">
              <a:solidFill>
                <a:srgbClr val="FFFFFF">
                  <a:alpha val="60000"/>
                </a:srgbClr>
              </a:solidFill>
              <a:ea typeface="+mn-lt"/>
              <a:cs typeface="+mn-lt"/>
            </a:endParaRPr>
          </a:p>
          <a:p>
            <a:r>
              <a:rPr lang="en-US" dirty="0">
                <a:solidFill>
                  <a:srgbClr val="FFFFFF"/>
                </a:solidFill>
                <a:ea typeface="+mn-lt"/>
                <a:cs typeface="+mn-lt"/>
              </a:rPr>
              <a:t> In the data mining process, the computer analyzes the data and extract useful information from it. </a:t>
            </a:r>
            <a:endParaRPr lang="en-US">
              <a:solidFill>
                <a:srgbClr val="FFFFFF"/>
              </a:solidFill>
              <a:ea typeface="+mn-lt"/>
              <a:cs typeface="+mn-lt"/>
            </a:endParaRPr>
          </a:p>
          <a:p>
            <a:r>
              <a:rPr lang="en-US">
                <a:solidFill>
                  <a:srgbClr val="FFFFFF"/>
                </a:solidFill>
                <a:ea typeface="+mn-lt"/>
                <a:cs typeface="+mn-lt"/>
              </a:rPr>
              <a:t>It looks for hidden patterns within the data set and try to predict future behavior. Data mining </a:t>
            </a:r>
            <a:r>
              <a:rPr lang="en-US" dirty="0">
                <a:solidFill>
                  <a:srgbClr val="FFFFFF"/>
                </a:solidFill>
                <a:ea typeface="+mn-lt"/>
                <a:cs typeface="+mn-lt"/>
              </a:rPr>
              <a:t>is primarily used to discover and indicate relationships among the data sets. </a:t>
            </a:r>
            <a:endParaRPr lang="en-US">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011194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819C5B-8184-44EB-94C5-DDB11B9E32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FCEC471F-4D2C-43A2-A551-84B0CFE248F4}"/>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Data mining aims to enable business organizations to view business behaviors, trends relationships </a:t>
            </a:r>
            <a:r>
              <a:rPr lang="en-US">
                <a:solidFill>
                  <a:srgbClr val="FFFFFF"/>
                </a:solidFill>
                <a:ea typeface="+mn-lt"/>
                <a:cs typeface="+mn-lt"/>
              </a:rPr>
              <a:t>that allow the business to make data-driven decisions.</a:t>
            </a:r>
            <a:endParaRPr lang="en-US">
              <a:solidFill>
                <a:srgbClr val="FFFFFF"/>
              </a:solidFill>
            </a:endParaRPr>
          </a:p>
          <a:p>
            <a:r>
              <a:rPr lang="en-US" dirty="0">
                <a:solidFill>
                  <a:srgbClr val="FFFFFF"/>
                </a:solidFill>
                <a:ea typeface="+mn-lt"/>
                <a:cs typeface="+mn-lt"/>
              </a:rPr>
              <a:t> It is also known as knowledge Discover in Database (KDD). Data mining tools utilize AI, statistics, databases, and machine learning systems to </a:t>
            </a:r>
            <a:r>
              <a:rPr lang="en-US">
                <a:solidFill>
                  <a:srgbClr val="FFFFFF"/>
                </a:solidFill>
                <a:ea typeface="+mn-lt"/>
                <a:cs typeface="+mn-lt"/>
              </a:rPr>
              <a:t>discover the relationship between the data.</a:t>
            </a:r>
          </a:p>
          <a:p>
            <a:r>
              <a:rPr lang="en-US" dirty="0">
                <a:solidFill>
                  <a:srgbClr val="FFFFFF"/>
                </a:solidFill>
                <a:ea typeface="+mn-lt"/>
                <a:cs typeface="+mn-lt"/>
              </a:rPr>
              <a:t> Data mining tools can support business-related questions that traditionally time-consuming to resolve any issue. </a:t>
            </a:r>
            <a:endParaRPr lang="en-US"/>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763305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close up of a map&#10;&#10;Description automatically generated">
            <a:extLst>
              <a:ext uri="{FF2B5EF4-FFF2-40B4-BE49-F238E27FC236}">
                <a16:creationId xmlns:a16="http://schemas.microsoft.com/office/drawing/2014/main" xmlns="" id="{40FA937A-FEFE-4F9A-AA04-B1457E896A4A}"/>
              </a:ext>
            </a:extLst>
          </p:cNvPr>
          <p:cNvPicPr>
            <a:picLocks noGrp="1" noChangeAspect="1"/>
          </p:cNvPicPr>
          <p:nvPr>
            <p:ph idx="1"/>
          </p:nvPr>
        </p:nvPicPr>
        <p:blipFill>
          <a:blip r:embed="rId2"/>
          <a:stretch>
            <a:fillRect/>
          </a:stretch>
        </p:blipFill>
        <p:spPr>
          <a:xfrm>
            <a:off x="753065" y="344785"/>
            <a:ext cx="10053265" cy="6280001"/>
          </a:xfrm>
        </p:spPr>
      </p:pic>
      <p:sp>
        <p:nvSpPr>
          <p:cNvPr id="3" name="Footer Placeholder 2"/>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169252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B8B9CA-3867-40E6-BF18-A7824A31F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1FA2E0A-979B-4E17-84A6-DCDCE874D03F}"/>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Data mining is also called </a:t>
            </a:r>
            <a:r>
              <a:rPr lang="en-US" b="1" dirty="0">
                <a:solidFill>
                  <a:srgbClr val="FFFFFF"/>
                </a:solidFill>
                <a:ea typeface="+mn-lt"/>
                <a:cs typeface="+mn-lt"/>
              </a:rPr>
              <a:t>Knowledge Discovery in Database (KDD).</a:t>
            </a:r>
            <a:r>
              <a:rPr lang="en-US" dirty="0">
                <a:solidFill>
                  <a:srgbClr val="FFFFFF"/>
                </a:solidFill>
                <a:ea typeface="+mn-lt"/>
                <a:cs typeface="+mn-lt"/>
              </a:rPr>
              <a:t> </a:t>
            </a:r>
            <a:endParaRPr lang="en-US">
              <a:solidFill>
                <a:srgbClr val="FFFFFF">
                  <a:alpha val="60000"/>
                </a:srgbClr>
              </a:solidFill>
              <a:ea typeface="+mn-lt"/>
              <a:cs typeface="+mn-lt"/>
            </a:endParaRPr>
          </a:p>
          <a:p>
            <a:r>
              <a:rPr lang="en-US">
                <a:solidFill>
                  <a:srgbClr val="FFFFFF"/>
                </a:solidFill>
                <a:ea typeface="+mn-lt"/>
                <a:cs typeface="+mn-lt"/>
              </a:rPr>
              <a:t>The knowledge discovery </a:t>
            </a:r>
            <a:r>
              <a:rPr lang="en-US" dirty="0">
                <a:solidFill>
                  <a:srgbClr val="FFFFFF"/>
                </a:solidFill>
                <a:ea typeface="+mn-lt"/>
                <a:cs typeface="+mn-lt"/>
              </a:rPr>
              <a:t>process includes Data cleaning, Data integration, Data selection, Data transformation, Data mining, Pattern evaluation, and Knowledge presentation. </a:t>
            </a:r>
            <a:endParaRPr lang="en-US">
              <a:solidFill>
                <a:srgbClr val="FFFFFF">
                  <a:alpha val="60000"/>
                </a:srgbClr>
              </a:solidFill>
              <a:ea typeface="Source Sans Pro"/>
            </a:endParaRPr>
          </a:p>
          <a:p>
            <a:r>
              <a:rPr lang="en-US" dirty="0">
                <a:solidFill>
                  <a:srgbClr val="FFFFFF"/>
                </a:solidFill>
                <a:ea typeface="+mn-lt"/>
                <a:cs typeface="+mn-lt"/>
              </a:rPr>
              <a:t>Here is the list of steps involved in the knowledge discovery process: </a:t>
            </a:r>
            <a:endParaRPr lang="en-US"/>
          </a:p>
          <a:p>
            <a:r>
              <a:rPr lang="en-US" dirty="0">
                <a:solidFill>
                  <a:srgbClr val="FFFFFF"/>
                </a:solidFill>
                <a:ea typeface="+mn-lt"/>
                <a:cs typeface="+mn-lt"/>
              </a:rPr>
              <a:t>Data Cleaning: In this step, the noise and inconsistent data is removed.</a:t>
            </a:r>
            <a:endParaRPr lang="en-US" dirty="0">
              <a:solidFill>
                <a:srgbClr val="FFFFFF"/>
              </a:solidFill>
            </a:endParaRPr>
          </a:p>
          <a:p>
            <a:r>
              <a:rPr lang="en-US" dirty="0">
                <a:solidFill>
                  <a:srgbClr val="FFFFFF"/>
                </a:solidFill>
                <a:ea typeface="+mn-lt"/>
                <a:cs typeface="+mn-lt"/>
              </a:rPr>
              <a:t>Data Integration: In this step, multiple data sources are combined.</a:t>
            </a:r>
            <a:endParaRPr lang="en-US" dirty="0">
              <a:solidFill>
                <a:srgbClr val="FFFFFF"/>
              </a:solidFill>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846998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DC1D7C-7293-484F-95F0-4E7AC5302C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0B55EC5-8302-4CD3-970B-ED1D7D669C78}"/>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Data Selection: In this step, data relevant to the analysis task are retrieved from the database.</a:t>
            </a:r>
            <a:endParaRPr lang="en-US" dirty="0">
              <a:solidFill>
                <a:srgbClr val="FFFFFF"/>
              </a:solidFill>
              <a:ea typeface="Source Sans Pro"/>
            </a:endParaRPr>
          </a:p>
          <a:p>
            <a:r>
              <a:rPr lang="en-US" dirty="0">
                <a:solidFill>
                  <a:srgbClr val="FFFFFF"/>
                </a:solidFill>
                <a:ea typeface="+mn-lt"/>
                <a:cs typeface="+mn-lt"/>
              </a:rPr>
              <a:t>Data Transformation: In this step, data is transformed or consolidated into forms appropriate for mining by performing summary or aggregation operations.</a:t>
            </a:r>
            <a:endParaRPr lang="en-US" dirty="0">
              <a:solidFill>
                <a:srgbClr val="FFFFFF"/>
              </a:solidFill>
            </a:endParaRPr>
          </a:p>
          <a:p>
            <a:r>
              <a:rPr lang="en-US" dirty="0">
                <a:solidFill>
                  <a:srgbClr val="FFFFFF"/>
                </a:solidFill>
                <a:ea typeface="+mn-lt"/>
                <a:cs typeface="+mn-lt"/>
              </a:rPr>
              <a:t>Data Mining: In this step, intelligent methods are applied in order to extract data patterns.</a:t>
            </a:r>
            <a:endParaRPr lang="en-US" dirty="0">
              <a:solidFill>
                <a:srgbClr val="FFFFFF"/>
              </a:solidFill>
            </a:endParaRPr>
          </a:p>
          <a:p>
            <a:r>
              <a:rPr lang="en-US" dirty="0">
                <a:solidFill>
                  <a:srgbClr val="FFFFFF"/>
                </a:solidFill>
                <a:ea typeface="+mn-lt"/>
                <a:cs typeface="+mn-lt"/>
              </a:rPr>
              <a:t>Pattern Evaluation: In this step, data patterns are evaluated.</a:t>
            </a:r>
            <a:endParaRPr lang="en-US" dirty="0">
              <a:solidFill>
                <a:srgbClr val="FFFFFF"/>
              </a:solidFill>
            </a:endParaRPr>
          </a:p>
          <a:p>
            <a:r>
              <a:rPr lang="en-US" dirty="0">
                <a:solidFill>
                  <a:srgbClr val="FFFFFF"/>
                </a:solidFill>
                <a:ea typeface="+mn-lt"/>
                <a:cs typeface="+mn-lt"/>
              </a:rPr>
              <a:t>Knowledge Presentation: In this step, knowledge is represented.</a:t>
            </a:r>
            <a:endParaRPr lang="en-US" dirty="0">
              <a:solidFill>
                <a:srgbClr val="FFFFFF"/>
              </a:solidFill>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840015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966C01-D49B-478B-9F7C-C5243533048D}"/>
              </a:ext>
            </a:extLst>
          </p:cNvPr>
          <p:cNvSpPr>
            <a:spLocks noGrp="1"/>
          </p:cNvSpPr>
          <p:nvPr>
            <p:ph type="title"/>
          </p:nvPr>
        </p:nvSpPr>
        <p:spPr/>
        <p:txBody>
          <a:bodyPr/>
          <a:lstStyle/>
          <a:p>
            <a:r>
              <a:rPr lang="en-US"/>
              <a:t>Important Features of Data Mining </a:t>
            </a:r>
          </a:p>
        </p:txBody>
      </p:sp>
      <p:sp>
        <p:nvSpPr>
          <p:cNvPr id="3" name="Content Placeholder 2">
            <a:extLst>
              <a:ext uri="{FF2B5EF4-FFF2-40B4-BE49-F238E27FC236}">
                <a16:creationId xmlns:a16="http://schemas.microsoft.com/office/drawing/2014/main" xmlns="" id="{CEB60675-014D-4E5D-B1D6-6AC7F3F986E7}"/>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The important features of Data Mining are given below: </a:t>
            </a:r>
            <a:endParaRPr lang="en-US">
              <a:solidFill>
                <a:srgbClr val="FFFFFF">
                  <a:alpha val="60000"/>
                </a:srgbClr>
              </a:solidFill>
              <a:ea typeface="Source Sans Pro"/>
            </a:endParaRPr>
          </a:p>
          <a:p>
            <a:r>
              <a:rPr lang="en-US" dirty="0">
                <a:solidFill>
                  <a:srgbClr val="FFFFFF"/>
                </a:solidFill>
                <a:ea typeface="+mn-lt"/>
                <a:cs typeface="+mn-lt"/>
              </a:rPr>
              <a:t>It utilizes the Automated discovery of patterns.</a:t>
            </a:r>
            <a:endParaRPr lang="en-US" dirty="0">
              <a:solidFill>
                <a:srgbClr val="FFFFFF"/>
              </a:solidFill>
            </a:endParaRPr>
          </a:p>
          <a:p>
            <a:r>
              <a:rPr lang="en-US" dirty="0">
                <a:solidFill>
                  <a:srgbClr val="FFFFFF"/>
                </a:solidFill>
                <a:ea typeface="+mn-lt"/>
                <a:cs typeface="+mn-lt"/>
              </a:rPr>
              <a:t>It predicts the expected results.</a:t>
            </a:r>
            <a:endParaRPr lang="en-US" dirty="0">
              <a:solidFill>
                <a:srgbClr val="FFFFFF"/>
              </a:solidFill>
            </a:endParaRPr>
          </a:p>
          <a:p>
            <a:r>
              <a:rPr lang="en-US" dirty="0">
                <a:solidFill>
                  <a:srgbClr val="FFFFFF"/>
                </a:solidFill>
                <a:ea typeface="+mn-lt"/>
                <a:cs typeface="+mn-lt"/>
              </a:rPr>
              <a:t>It focuses on large data sets and databases</a:t>
            </a:r>
            <a:endParaRPr lang="en-US" dirty="0">
              <a:solidFill>
                <a:srgbClr val="FFFFFF"/>
              </a:solidFill>
            </a:endParaRPr>
          </a:p>
          <a:p>
            <a:r>
              <a:rPr lang="en-US" dirty="0">
                <a:solidFill>
                  <a:srgbClr val="FFFFFF"/>
                </a:solidFill>
                <a:ea typeface="+mn-lt"/>
                <a:cs typeface="+mn-lt"/>
              </a:rPr>
              <a:t>It creates actionable information.</a:t>
            </a:r>
            <a:endParaRPr lang="en-US" dirty="0">
              <a:solidFill>
                <a:srgbClr val="FFFFFF"/>
              </a:solidFill>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329131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B308F9-86A9-43ED-8604-7207100C18B1}"/>
              </a:ext>
            </a:extLst>
          </p:cNvPr>
          <p:cNvSpPr>
            <a:spLocks noGrp="1"/>
          </p:cNvSpPr>
          <p:nvPr>
            <p:ph type="title"/>
          </p:nvPr>
        </p:nvSpPr>
        <p:spPr/>
        <p:txBody>
          <a:bodyPr/>
          <a:lstStyle/>
          <a:p>
            <a:r>
              <a:rPr lang="en-US"/>
              <a:t>Advantages of Data Mining </a:t>
            </a:r>
          </a:p>
        </p:txBody>
      </p:sp>
      <p:sp>
        <p:nvSpPr>
          <p:cNvPr id="3" name="Content Placeholder 2">
            <a:extLst>
              <a:ext uri="{FF2B5EF4-FFF2-40B4-BE49-F238E27FC236}">
                <a16:creationId xmlns:a16="http://schemas.microsoft.com/office/drawing/2014/main" xmlns="" id="{133EA555-1E9E-40F1-B700-F7DBB4B29BF4}"/>
              </a:ext>
            </a:extLst>
          </p:cNvPr>
          <p:cNvSpPr>
            <a:spLocks noGrp="1"/>
          </p:cNvSpPr>
          <p:nvPr>
            <p:ph idx="1"/>
          </p:nvPr>
        </p:nvSpPr>
        <p:spPr/>
        <p:txBody>
          <a:bodyPr vert="horz" wrap="square" lIns="0" tIns="0" rIns="0" bIns="0" rtlCol="0" anchor="t">
            <a:normAutofit/>
          </a:bodyPr>
          <a:lstStyle/>
          <a:p>
            <a:r>
              <a:rPr lang="en-US" b="1" dirty="0" err="1">
                <a:solidFill>
                  <a:srgbClr val="FFFFFF"/>
                </a:solidFill>
                <a:ea typeface="+mn-lt"/>
                <a:cs typeface="+mn-lt"/>
              </a:rPr>
              <a:t>i</a:t>
            </a:r>
            <a:r>
              <a:rPr lang="en-US" b="1" dirty="0">
                <a:solidFill>
                  <a:srgbClr val="FFFFFF"/>
                </a:solidFill>
                <a:ea typeface="+mn-lt"/>
                <a:cs typeface="+mn-lt"/>
              </a:rPr>
              <a:t>.          Market Analysis: </a:t>
            </a:r>
            <a:r>
              <a:rPr lang="en-US" dirty="0">
                <a:solidFill>
                  <a:srgbClr val="FFFFFF"/>
                </a:solidFill>
                <a:ea typeface="+mn-lt"/>
                <a:cs typeface="+mn-lt"/>
              </a:rPr>
              <a:t>Data Mining can predict the market that helps the business to make the decision. For example, it predicts who is keen to purchase what type of products. </a:t>
            </a:r>
            <a:endParaRPr lang="en-US">
              <a:solidFill>
                <a:srgbClr val="FFFFFF">
                  <a:alpha val="60000"/>
                </a:srgbClr>
              </a:solidFill>
              <a:ea typeface="Source Sans Pro"/>
            </a:endParaRPr>
          </a:p>
          <a:p>
            <a:r>
              <a:rPr lang="en-US" b="1" dirty="0">
                <a:solidFill>
                  <a:srgbClr val="FFFFFF"/>
                </a:solidFill>
                <a:ea typeface="+mn-lt"/>
                <a:cs typeface="+mn-lt"/>
              </a:rPr>
              <a:t>ii.         Fraud detection: </a:t>
            </a:r>
            <a:r>
              <a:rPr lang="en-US" dirty="0">
                <a:solidFill>
                  <a:srgbClr val="FFFFFF"/>
                </a:solidFill>
                <a:ea typeface="+mn-lt"/>
                <a:cs typeface="+mn-lt"/>
              </a:rPr>
              <a:t>Data Mining methods can help to find which cellular phone calls, insurance claims, credit, or debit card purchases are going to be fraudulent. </a:t>
            </a:r>
            <a:endParaRPr lang="en-US"/>
          </a:p>
          <a:p>
            <a:r>
              <a:rPr lang="en-US" b="1" dirty="0">
                <a:solidFill>
                  <a:srgbClr val="FFFFFF"/>
                </a:solidFill>
                <a:ea typeface="+mn-lt"/>
                <a:cs typeface="+mn-lt"/>
              </a:rPr>
              <a:t>iii.        Financial Market Analysis: </a:t>
            </a:r>
            <a:r>
              <a:rPr lang="en-US" dirty="0">
                <a:solidFill>
                  <a:srgbClr val="FFFFFF"/>
                </a:solidFill>
                <a:ea typeface="+mn-lt"/>
                <a:cs typeface="+mn-lt"/>
              </a:rPr>
              <a:t>Data Mining techniques are widely used to help Model Financial Market </a:t>
            </a:r>
            <a:endParaRPr lang="en-US"/>
          </a:p>
          <a:p>
            <a:r>
              <a:rPr lang="en-US" b="1" dirty="0">
                <a:solidFill>
                  <a:srgbClr val="FFFFFF"/>
                </a:solidFill>
                <a:ea typeface="+mn-lt"/>
                <a:cs typeface="+mn-lt"/>
              </a:rPr>
              <a:t>iv.        Trend Analysis: </a:t>
            </a:r>
            <a:r>
              <a:rPr lang="en-US" dirty="0">
                <a:solidFill>
                  <a:srgbClr val="FFFFFF"/>
                </a:solidFill>
                <a:ea typeface="+mn-lt"/>
                <a:cs typeface="+mn-lt"/>
              </a:rPr>
              <a:t>Analyzing the current existing trend in the marketplace is a strategic benefit because it helps in cost manufacturing process as per market demand. </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287686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83A466-C0C8-4275-AD9E-EF6191D87538}"/>
              </a:ext>
            </a:extLst>
          </p:cNvPr>
          <p:cNvSpPr>
            <a:spLocks noGrp="1"/>
          </p:cNvSpPr>
          <p:nvPr>
            <p:ph type="title"/>
          </p:nvPr>
        </p:nvSpPr>
        <p:spPr/>
        <p:txBody>
          <a:bodyPr/>
          <a:lstStyle/>
          <a:p>
            <a:r>
              <a:rPr lang="en-US"/>
              <a:t>Disadvantages of Data Mining </a:t>
            </a:r>
          </a:p>
        </p:txBody>
      </p:sp>
      <p:sp>
        <p:nvSpPr>
          <p:cNvPr id="3" name="Content Placeholder 2">
            <a:extLst>
              <a:ext uri="{FF2B5EF4-FFF2-40B4-BE49-F238E27FC236}">
                <a16:creationId xmlns:a16="http://schemas.microsoft.com/office/drawing/2014/main" xmlns="" id="{6AE70C92-13A8-4237-AE0B-95E411F76675}"/>
              </a:ext>
            </a:extLst>
          </p:cNvPr>
          <p:cNvSpPr>
            <a:spLocks noGrp="1"/>
          </p:cNvSpPr>
          <p:nvPr>
            <p:ph idx="1"/>
          </p:nvPr>
        </p:nvSpPr>
        <p:spPr/>
        <p:txBody>
          <a:bodyPr vert="horz" wrap="square" lIns="0" tIns="0" rIns="0" bIns="0" rtlCol="0" anchor="t">
            <a:normAutofit lnSpcReduction="10000"/>
          </a:bodyPr>
          <a:lstStyle/>
          <a:p>
            <a:r>
              <a:rPr lang="en-US" dirty="0" err="1">
                <a:ea typeface="+mn-lt"/>
                <a:cs typeface="+mn-lt"/>
              </a:rPr>
              <a:t>i</a:t>
            </a:r>
            <a:r>
              <a:rPr lang="en-US" dirty="0">
                <a:ea typeface="+mn-lt"/>
                <a:cs typeface="+mn-lt"/>
              </a:rPr>
              <a:t>.          There is a probability that the organizations may sell useful data of customers to other organizations for money. As per the report, American Express has sold credit card purchases of their customers to other organizations. </a:t>
            </a:r>
          </a:p>
          <a:p>
            <a:r>
              <a:rPr lang="en-US" dirty="0">
                <a:ea typeface="+mn-lt"/>
                <a:cs typeface="+mn-lt"/>
              </a:rPr>
              <a:t>ii.         Many data mining analytics software is difficult to operate and needs advance training to work on. </a:t>
            </a:r>
          </a:p>
          <a:p>
            <a:r>
              <a:rPr lang="en-US" dirty="0">
                <a:ea typeface="+mn-lt"/>
                <a:cs typeface="+mn-lt"/>
              </a:rPr>
              <a:t>iii.        Different data mining instruments operate in distinct ways due to the different algorithms used in their design. Therefore, the selection of the right data mining tools is a very challenging task. </a:t>
            </a:r>
          </a:p>
          <a:p>
            <a:r>
              <a:rPr lang="en-US" dirty="0">
                <a:ea typeface="+mn-lt"/>
                <a:cs typeface="+mn-lt"/>
              </a:rPr>
              <a:t>iv.        The data mining techniques are not precise, so that it may lead to severe consequences in certain conditions. </a:t>
            </a: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545766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080660-AACD-4591-9C68-24D0A12816AA}"/>
              </a:ext>
            </a:extLst>
          </p:cNvPr>
          <p:cNvSpPr>
            <a:spLocks noGrp="1"/>
          </p:cNvSpPr>
          <p:nvPr>
            <p:ph type="title"/>
          </p:nvPr>
        </p:nvSpPr>
        <p:spPr/>
        <p:txBody>
          <a:bodyPr/>
          <a:lstStyle/>
          <a:p>
            <a:r>
              <a:rPr lang="en-US"/>
              <a:t>Application of Data Mining </a:t>
            </a:r>
          </a:p>
        </p:txBody>
      </p:sp>
      <p:sp>
        <p:nvSpPr>
          <p:cNvPr id="3" name="Content Placeholder 2">
            <a:extLst>
              <a:ext uri="{FF2B5EF4-FFF2-40B4-BE49-F238E27FC236}">
                <a16:creationId xmlns:a16="http://schemas.microsoft.com/office/drawing/2014/main" xmlns="" id="{F2DFAA74-91B8-46B5-8BC8-CC6270903F8D}"/>
              </a:ext>
            </a:extLst>
          </p:cNvPr>
          <p:cNvSpPr>
            <a:spLocks noGrp="1"/>
          </p:cNvSpPr>
          <p:nvPr>
            <p:ph idx="1"/>
          </p:nvPr>
        </p:nvSpPr>
        <p:spPr/>
        <p:txBody>
          <a:bodyPr vert="horz" wrap="square" lIns="0" tIns="0" rIns="0" bIns="0" rtlCol="0" anchor="t">
            <a:normAutofit fontScale="70000" lnSpcReduction="20000"/>
          </a:bodyPr>
          <a:lstStyle/>
          <a:p>
            <a:r>
              <a:rPr lang="en-US" dirty="0">
                <a:solidFill>
                  <a:srgbClr val="FFFFFF"/>
                </a:solidFill>
                <a:ea typeface="+mn-lt"/>
                <a:cs typeface="+mn-lt"/>
              </a:rPr>
              <a:t>These are the following areas where data mining is widely used: </a:t>
            </a:r>
            <a:endParaRPr lang="en-US">
              <a:solidFill>
                <a:srgbClr val="FFFFFF">
                  <a:alpha val="60000"/>
                </a:srgbClr>
              </a:solidFill>
              <a:ea typeface="Source Sans Pro"/>
            </a:endParaRPr>
          </a:p>
          <a:p>
            <a:r>
              <a:rPr lang="en-US" b="1" dirty="0">
                <a:solidFill>
                  <a:srgbClr val="FFFFFF"/>
                </a:solidFill>
                <a:ea typeface="+mn-lt"/>
                <a:cs typeface="+mn-lt"/>
              </a:rPr>
              <a:t>1.         Data Mining in Healthcare</a:t>
            </a:r>
            <a:r>
              <a:rPr lang="en-US" dirty="0">
                <a:solidFill>
                  <a:srgbClr val="FFFFFF"/>
                </a:solidFill>
                <a:ea typeface="+mn-lt"/>
                <a:cs typeface="+mn-lt"/>
              </a:rPr>
              <a:t> </a:t>
            </a:r>
            <a:endParaRPr lang="en-US"/>
          </a:p>
          <a:p>
            <a:r>
              <a:rPr lang="en-US" dirty="0">
                <a:solidFill>
                  <a:srgbClr val="FFFFFF"/>
                </a:solidFill>
                <a:ea typeface="+mn-lt"/>
                <a:cs typeface="+mn-lt"/>
              </a:rPr>
              <a:t>             Data mining in healthcare has excellent potential to improve the health system. It uses data and analytics for better insights and to identify best practices that will enhance health care services and reduce costs. Analysts use data mining approaches such as Machine learning, Multi-dimensional database, Data visualization, Soft computing, and statistics. Data Mining can be used to forecast patients in each category. The procedures ensure that the patients get intensive care at the right place and at the right time. Data mining also enables healthcare insurers to recognize fraud and abuse. </a:t>
            </a:r>
            <a:endParaRPr lang="en-US"/>
          </a:p>
          <a:p>
            <a:r>
              <a:rPr lang="en-US" b="1" dirty="0">
                <a:solidFill>
                  <a:srgbClr val="FFFFFF"/>
                </a:solidFill>
                <a:ea typeface="+mn-lt"/>
                <a:cs typeface="+mn-lt"/>
              </a:rPr>
              <a:t>2.         Data Mining in Market Basket Analysis</a:t>
            </a:r>
            <a:r>
              <a:rPr lang="en-US" dirty="0">
                <a:solidFill>
                  <a:srgbClr val="FFFFFF"/>
                </a:solidFill>
                <a:ea typeface="+mn-lt"/>
                <a:cs typeface="+mn-lt"/>
              </a:rPr>
              <a:t> </a:t>
            </a:r>
            <a:endParaRPr lang="en-US"/>
          </a:p>
          <a:p>
            <a:r>
              <a:rPr lang="en-US" dirty="0">
                <a:solidFill>
                  <a:srgbClr val="FFFFFF"/>
                </a:solidFill>
                <a:ea typeface="+mn-lt"/>
                <a:cs typeface="+mn-lt"/>
              </a:rPr>
              <a:t>             Market basket analysis is a modeling method based on a hypothesis. If you buy a specific group of products, then you are more likely to buy another group of products. This technique may enable the retailer to understand the purchase behavior of a buyer. This data may assist the retailer in understanding the requirements of the buyer and altering the store's layout accordingly. Using a different analytical comparison of results between various stores, between customers in different demographic groups can be done. </a:t>
            </a:r>
            <a:endParaRPr lang="en-US">
              <a:solidFill>
                <a:srgbClr val="FFFFFF">
                  <a:alpha val="60000"/>
                </a:srgbClr>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099829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4AB040-EA8A-4E09-BAD5-C7A96FDF04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B47241A1-94FB-4585-91BE-F279150CC6C7}"/>
              </a:ext>
            </a:extLst>
          </p:cNvPr>
          <p:cNvSpPr>
            <a:spLocks noGrp="1"/>
          </p:cNvSpPr>
          <p:nvPr>
            <p:ph idx="1"/>
          </p:nvPr>
        </p:nvSpPr>
        <p:spPr/>
        <p:txBody>
          <a:bodyPr vert="horz" wrap="square" lIns="0" tIns="0" rIns="0" bIns="0" rtlCol="0" anchor="t">
            <a:normAutofit fontScale="85000" lnSpcReduction="10000"/>
          </a:bodyPr>
          <a:lstStyle/>
          <a:p>
            <a:r>
              <a:rPr lang="en-US" b="1">
                <a:solidFill>
                  <a:srgbClr val="FFFFFF"/>
                </a:solidFill>
                <a:ea typeface="+mn-lt"/>
                <a:cs typeface="+mn-lt"/>
              </a:rPr>
              <a:t>3.         Data mining in Education</a:t>
            </a:r>
            <a:r>
              <a:rPr lang="en-US">
                <a:solidFill>
                  <a:srgbClr val="FFFFFF"/>
                </a:solidFill>
                <a:ea typeface="+mn-lt"/>
                <a:cs typeface="+mn-lt"/>
              </a:rPr>
              <a:t> </a:t>
            </a:r>
            <a:endParaRPr lang="en-US">
              <a:ea typeface="+mn-lt"/>
              <a:cs typeface="+mn-lt"/>
            </a:endParaRPr>
          </a:p>
          <a:p>
            <a:r>
              <a:rPr lang="en-US">
                <a:solidFill>
                  <a:srgbClr val="FFFFFF"/>
                </a:solidFill>
                <a:ea typeface="+mn-lt"/>
                <a:cs typeface="+mn-lt"/>
              </a:rPr>
              <a:t>             Education data mining is a newly emerging field, concerned with developing techniques that explore knowledge from the data generated from educational Environments. EDM objectives are recognized as affirming student's future learning behavior, studying the impact of educational support, and promoting learning science. An organization can use data mining to make precise decisions and also to predict the results of the student. With the results, the institution can concentrate on what to teach and how to teach. </a:t>
            </a:r>
            <a:endParaRPr lang="en-US">
              <a:ea typeface="+mn-lt"/>
              <a:cs typeface="+mn-lt"/>
            </a:endParaRPr>
          </a:p>
          <a:p>
            <a:r>
              <a:rPr lang="en-US" b="1">
                <a:solidFill>
                  <a:srgbClr val="FFFFFF"/>
                </a:solidFill>
                <a:ea typeface="+mn-lt"/>
                <a:cs typeface="+mn-lt"/>
              </a:rPr>
              <a:t>4.         Data Mining in Manufacturing Engineering</a:t>
            </a:r>
            <a:r>
              <a:rPr lang="en-US">
                <a:solidFill>
                  <a:srgbClr val="FFFFFF"/>
                </a:solidFill>
                <a:ea typeface="+mn-lt"/>
                <a:cs typeface="+mn-lt"/>
              </a:rPr>
              <a:t> </a:t>
            </a:r>
          </a:p>
          <a:p>
            <a:r>
              <a:rPr lang="en-US">
                <a:solidFill>
                  <a:srgbClr val="FFFFFF"/>
                </a:solidFill>
                <a:ea typeface="+mn-lt"/>
                <a:cs typeface="+mn-lt"/>
              </a:rPr>
              <a:t>             Knowledge is the best asset possessed by a manufacturing company. Data mining tools can be beneficial to find patterns in a complex manufacturing process. Data mining can be used in system-level designing to obtain the relationships between product architecture, product portfolio, and data needs of the customers. It can also be used to forecast the product development period, cost, and expectations among the other tasks. </a:t>
            </a:r>
          </a:p>
          <a:p>
            <a:endParaRPr lang="en-US" dirty="0">
              <a:ea typeface="+mn-lt"/>
              <a:cs typeface="+mn-lt"/>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066653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A83354-E69A-4CF8-A737-41FE0149C6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7BA7DCF-6A8A-4A75-81AC-883812B847B4}"/>
              </a:ext>
            </a:extLst>
          </p:cNvPr>
          <p:cNvSpPr>
            <a:spLocks noGrp="1"/>
          </p:cNvSpPr>
          <p:nvPr>
            <p:ph idx="1"/>
          </p:nvPr>
        </p:nvSpPr>
        <p:spPr/>
        <p:txBody>
          <a:bodyPr vert="horz" wrap="square" lIns="0" tIns="0" rIns="0" bIns="0" rtlCol="0" anchor="t">
            <a:normAutofit fontScale="92500" lnSpcReduction="20000"/>
          </a:bodyPr>
          <a:lstStyle/>
          <a:p>
            <a:r>
              <a:rPr lang="en-US" b="1" dirty="0">
                <a:solidFill>
                  <a:srgbClr val="FFFFFF"/>
                </a:solidFill>
                <a:ea typeface="+mn-lt"/>
                <a:cs typeface="+mn-lt"/>
              </a:rPr>
              <a:t>5.         Data Mining in CRM (Customer Relationship Management)</a:t>
            </a:r>
            <a:r>
              <a:rPr lang="en-US" dirty="0">
                <a:solidFill>
                  <a:srgbClr val="FFFFFF"/>
                </a:solidFill>
                <a:ea typeface="+mn-lt"/>
                <a:cs typeface="+mn-lt"/>
              </a:rPr>
              <a:t> </a:t>
            </a:r>
            <a:endParaRPr lang="en-US"/>
          </a:p>
          <a:p>
            <a:r>
              <a:rPr lang="en-US" dirty="0">
                <a:solidFill>
                  <a:srgbClr val="FFFFFF"/>
                </a:solidFill>
                <a:ea typeface="+mn-lt"/>
                <a:cs typeface="+mn-lt"/>
              </a:rPr>
              <a:t>             Customer Relationship Management (CRM) is all about obtaining and holding Customers, also enhancing customer loyalty and implementing customer-oriented strategies. To get a decent relationship with the customer, a business organization needs to collect data and analyze the data. With data mining technologies, the collected data can be used for analytics. </a:t>
            </a:r>
            <a:endParaRPr lang="en-US"/>
          </a:p>
          <a:p>
            <a:r>
              <a:rPr lang="en-US" b="1" dirty="0">
                <a:solidFill>
                  <a:srgbClr val="FFFFFF"/>
                </a:solidFill>
                <a:ea typeface="+mn-lt"/>
                <a:cs typeface="+mn-lt"/>
              </a:rPr>
              <a:t>6.         Data Mining in Fraud detection</a:t>
            </a:r>
            <a:r>
              <a:rPr lang="en-US" dirty="0">
                <a:solidFill>
                  <a:srgbClr val="FFFFFF"/>
                </a:solidFill>
                <a:ea typeface="+mn-lt"/>
                <a:cs typeface="+mn-lt"/>
              </a:rPr>
              <a:t> </a:t>
            </a:r>
            <a:endParaRPr lang="en-US"/>
          </a:p>
          <a:p>
            <a:r>
              <a:rPr lang="en-US" dirty="0">
                <a:solidFill>
                  <a:srgbClr val="FFFFFF"/>
                </a:solidFill>
                <a:ea typeface="+mn-lt"/>
                <a:cs typeface="+mn-lt"/>
              </a:rPr>
              <a:t>             Billions of dollars are lost to the action of frauds. Traditional methods of fraud detection are a little bit time consuming and sophisticated. Data mining provides meaningful patterns and turning data into information. An ideal fraud detection system should protect the data of all the users. Supervised methods consist of a collection of sample records, and these records are classified as fraudulent or non-fraudulent. A model is constructed using this data, and the technique is made to identify whether the document is fraudulent or not. </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606421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C204DC-90F0-4F7C-925C-11CE4CF10DFA}"/>
              </a:ext>
            </a:extLst>
          </p:cNvPr>
          <p:cNvSpPr>
            <a:spLocks noGrp="1"/>
          </p:cNvSpPr>
          <p:nvPr>
            <p:ph type="title"/>
          </p:nvPr>
        </p:nvSpPr>
        <p:spPr/>
        <p:txBody>
          <a:bodyPr/>
          <a:lstStyle/>
          <a:p>
            <a:r>
              <a:rPr lang="en-US"/>
              <a:t>National DATA Warehouses </a:t>
            </a:r>
          </a:p>
          <a:p>
            <a:endParaRPr lang="en-US"/>
          </a:p>
        </p:txBody>
      </p:sp>
      <p:sp>
        <p:nvSpPr>
          <p:cNvPr id="3" name="Content Placeholder 2">
            <a:extLst>
              <a:ext uri="{FF2B5EF4-FFF2-40B4-BE49-F238E27FC236}">
                <a16:creationId xmlns:a16="http://schemas.microsoft.com/office/drawing/2014/main" xmlns="" id="{CB716231-2D9A-482F-B93E-F02E69BC98C8}"/>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A large number of national data warehouse can be identified from the existing data resources within </a:t>
            </a:r>
            <a:r>
              <a:rPr lang="en-US">
                <a:solidFill>
                  <a:srgbClr val="FFFFFF"/>
                </a:solidFill>
                <a:ea typeface="+mn-lt"/>
                <a:cs typeface="+mn-lt"/>
              </a:rPr>
              <a:t>the central government ministries.</a:t>
            </a:r>
            <a:endParaRPr lang="en-US">
              <a:solidFill>
                <a:srgbClr val="FFFFFF">
                  <a:alpha val="60000"/>
                </a:srgbClr>
              </a:solidFill>
              <a:ea typeface="+mn-lt"/>
              <a:cs typeface="+mn-lt"/>
            </a:endParaRPr>
          </a:p>
          <a:p>
            <a:r>
              <a:rPr lang="en-US" dirty="0">
                <a:solidFill>
                  <a:srgbClr val="FFFFFF"/>
                </a:solidFill>
                <a:ea typeface="+mn-lt"/>
                <a:cs typeface="+mn-lt"/>
              </a:rPr>
              <a:t> These potential subject areas on which data warehouse nay be developed at present and in future. </a:t>
            </a:r>
            <a:endParaRPr lang="en-US">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029199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A2797F-4C39-4267-A299-A4CF7594E41B}"/>
              </a:ext>
            </a:extLst>
          </p:cNvPr>
          <p:cNvSpPr>
            <a:spLocks noGrp="1"/>
          </p:cNvSpPr>
          <p:nvPr>
            <p:ph type="title"/>
          </p:nvPr>
        </p:nvSpPr>
        <p:spPr/>
        <p:txBody>
          <a:bodyPr/>
          <a:lstStyle/>
          <a:p>
            <a:r>
              <a:rPr lang="en-US"/>
              <a:t>Datawarehouse in nepal</a:t>
            </a:r>
          </a:p>
        </p:txBody>
      </p:sp>
      <p:sp>
        <p:nvSpPr>
          <p:cNvPr id="3" name="Content Placeholder 2">
            <a:extLst>
              <a:ext uri="{FF2B5EF4-FFF2-40B4-BE49-F238E27FC236}">
                <a16:creationId xmlns:a16="http://schemas.microsoft.com/office/drawing/2014/main" xmlns="" id="{E829D899-07CD-4601-93A0-6BF9B511F0F5}"/>
              </a:ext>
            </a:extLst>
          </p:cNvPr>
          <p:cNvSpPr>
            <a:spLocks noGrp="1"/>
          </p:cNvSpPr>
          <p:nvPr>
            <p:ph idx="1"/>
          </p:nvPr>
        </p:nvSpPr>
        <p:spPr/>
        <p:txBody>
          <a:bodyPr vert="horz" wrap="square" lIns="0" tIns="0" rIns="0" bIns="0" rtlCol="0" anchor="t">
            <a:normAutofit/>
          </a:bodyPr>
          <a:lstStyle/>
          <a:p>
            <a:pPr marL="0" indent="0" algn="ctr">
              <a:buNone/>
            </a:pPr>
            <a:r>
              <a:rPr lang="en-US" sz="3600" dirty="0">
                <a:solidFill>
                  <a:srgbClr val="FFFFFF"/>
                </a:solidFill>
                <a:ea typeface="+mn-lt"/>
                <a:cs typeface="+mn-lt"/>
              </a:rPr>
              <a:t>http://nationaldata.gov.np/</a:t>
            </a:r>
            <a:endParaRPr lang="en-US" sz="3600">
              <a:solidFill>
                <a:srgbClr val="FFFFFF"/>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432397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32FF28-2312-4ABB-AA7F-7112A55F857B}"/>
              </a:ext>
            </a:extLst>
          </p:cNvPr>
          <p:cNvSpPr>
            <a:spLocks noGrp="1"/>
          </p:cNvSpPr>
          <p:nvPr>
            <p:ph type="title"/>
          </p:nvPr>
        </p:nvSpPr>
        <p:spPr/>
        <p:txBody>
          <a:bodyPr/>
          <a:lstStyle/>
          <a:p>
            <a:endParaRPr lang="en-US"/>
          </a:p>
        </p:txBody>
      </p:sp>
      <p:pic>
        <p:nvPicPr>
          <p:cNvPr id="4" name="Picture 4" descr="A picture containing bird&#10;&#10;Description automatically generated">
            <a:extLst>
              <a:ext uri="{FF2B5EF4-FFF2-40B4-BE49-F238E27FC236}">
                <a16:creationId xmlns:a16="http://schemas.microsoft.com/office/drawing/2014/main" xmlns="" id="{CF78FD60-A1BD-4D4D-A193-0FD61F76422C}"/>
              </a:ext>
            </a:extLst>
          </p:cNvPr>
          <p:cNvPicPr>
            <a:picLocks noGrp="1" noChangeAspect="1"/>
          </p:cNvPicPr>
          <p:nvPr>
            <p:ph idx="1"/>
          </p:nvPr>
        </p:nvPicPr>
        <p:blipFill>
          <a:blip r:embed="rId2"/>
          <a:stretch>
            <a:fillRect/>
          </a:stretch>
        </p:blipFill>
        <p:spPr>
          <a:xfrm>
            <a:off x="2700337" y="3312436"/>
            <a:ext cx="6791325" cy="1581150"/>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726823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2AE54D-AD90-403A-84AE-7B1B7F1099A8}"/>
              </a:ext>
            </a:extLst>
          </p:cNvPr>
          <p:cNvSpPr>
            <a:spLocks noGrp="1"/>
          </p:cNvSpPr>
          <p:nvPr>
            <p:ph type="title"/>
          </p:nvPr>
        </p:nvSpPr>
        <p:spPr/>
        <p:txBody>
          <a:bodyPr/>
          <a:lstStyle/>
          <a:p>
            <a:r>
              <a:rPr lang="en-US" b="1">
                <a:ea typeface="+mj-lt"/>
                <a:cs typeface="+mj-lt"/>
              </a:rPr>
              <a:t>Census Data </a:t>
            </a:r>
            <a:endParaRPr lang="en-US">
              <a:ea typeface="+mj-lt"/>
              <a:cs typeface="+mj-lt"/>
            </a:endParaRPr>
          </a:p>
          <a:p>
            <a:endParaRPr lang="en-US"/>
          </a:p>
        </p:txBody>
      </p:sp>
      <p:sp>
        <p:nvSpPr>
          <p:cNvPr id="3" name="Content Placeholder 2">
            <a:extLst>
              <a:ext uri="{FF2B5EF4-FFF2-40B4-BE49-F238E27FC236}">
                <a16:creationId xmlns:a16="http://schemas.microsoft.com/office/drawing/2014/main" xmlns="" id="{DB710E55-1861-4F6B-A976-C25C6D0BAD0A}"/>
              </a:ext>
            </a:extLst>
          </p:cNvPr>
          <p:cNvSpPr>
            <a:spLocks noGrp="1"/>
          </p:cNvSpPr>
          <p:nvPr>
            <p:ph idx="1"/>
          </p:nvPr>
        </p:nvSpPr>
        <p:spPr/>
        <p:txBody>
          <a:bodyPr vert="horz" wrap="square" lIns="0" tIns="0" rIns="0" bIns="0" rtlCol="0" anchor="t">
            <a:normAutofit/>
          </a:bodyPr>
          <a:lstStyle/>
          <a:p>
            <a:r>
              <a:rPr lang="en-US" dirty="0">
                <a:ea typeface="+mn-lt"/>
                <a:cs typeface="+mn-lt"/>
              </a:rPr>
              <a:t>The register general and census commissions of India decennially compiles information of all individuals, villages, population groups etc.</a:t>
            </a:r>
            <a:endParaRPr lang="en-US"/>
          </a:p>
          <a:p>
            <a:r>
              <a:rPr lang="en-US" dirty="0">
                <a:solidFill>
                  <a:srgbClr val="FFFFFF"/>
                </a:solidFill>
                <a:ea typeface="+mn-lt"/>
                <a:cs typeface="+mn-lt"/>
              </a:rPr>
              <a:t> This information is wide ranging such as the individual slip, a compilation of information individual households of which a data base of 5%. Sample is maintain for analysis. </a:t>
            </a:r>
          </a:p>
          <a:p>
            <a:r>
              <a:rPr lang="en-US" dirty="0">
                <a:solidFill>
                  <a:srgbClr val="FFFFFF"/>
                </a:solidFill>
                <a:ea typeface="+mn-lt"/>
                <a:cs typeface="+mn-lt"/>
              </a:rPr>
              <a:t>Data mining can be performed for analysis and knowledge discovery. </a:t>
            </a:r>
          </a:p>
          <a:p>
            <a:r>
              <a:rPr lang="en-US" dirty="0">
                <a:ea typeface="+mn-lt"/>
                <a:cs typeface="+mn-lt"/>
              </a:rPr>
              <a:t>A village level data base was originally develop by national informatics center at Hyderabad under general information services terminal of national informatics center (GISTNIC) for the 1999 census. </a:t>
            </a: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019964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BDF25A-01E8-4045-B3CE-E0EDA7220E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B9CD4C95-59F4-4AC3-B2F3-5DE1EBDD6B9A}"/>
              </a:ext>
            </a:extLst>
          </p:cNvPr>
          <p:cNvSpPr>
            <a:spLocks noGrp="1"/>
          </p:cNvSpPr>
          <p:nvPr>
            <p:ph idx="1"/>
          </p:nvPr>
        </p:nvSpPr>
        <p:spPr/>
        <p:txBody>
          <a:bodyPr vert="horz" wrap="square" lIns="0" tIns="0" rIns="0" bIns="0" rtlCol="0" anchor="t">
            <a:normAutofit lnSpcReduction="10000"/>
          </a:bodyPr>
          <a:lstStyle/>
          <a:p>
            <a:r>
              <a:rPr lang="en-US">
                <a:solidFill>
                  <a:srgbClr val="FFFFFF"/>
                </a:solidFill>
                <a:ea typeface="+mn-lt"/>
                <a:cs typeface="+mn-lt"/>
              </a:rPr>
              <a:t>Subsequently a data ware house was also developed for village amenities for Tamil Nadu. </a:t>
            </a:r>
            <a:endParaRPr lang="en-US">
              <a:ea typeface="+mn-lt"/>
              <a:cs typeface="+mn-lt"/>
            </a:endParaRPr>
          </a:p>
          <a:p>
            <a:r>
              <a:rPr lang="en-US">
                <a:solidFill>
                  <a:srgbClr val="FFFFFF"/>
                </a:solidFill>
                <a:ea typeface="+mn-lt"/>
                <a:cs typeface="+mn-lt"/>
              </a:rPr>
              <a:t>This enables multi-dimensional analysis of the village level data in such as education, Health and infrastructure. </a:t>
            </a:r>
            <a:endParaRPr lang="en-US">
              <a:ea typeface="+mn-lt"/>
              <a:cs typeface="+mn-lt"/>
            </a:endParaRPr>
          </a:p>
          <a:p>
            <a:r>
              <a:rPr lang="en-US">
                <a:solidFill>
                  <a:srgbClr val="FFFFFF"/>
                </a:solidFill>
                <a:ea typeface="+mn-lt"/>
                <a:cs typeface="+mn-lt"/>
              </a:rPr>
              <a:t>As the census compilation is performed once in ten years, the data is quasi- static and therefore no refreshing of the ware house needs to be done on a periodic basis. </a:t>
            </a:r>
            <a:endParaRPr lang="en-US">
              <a:ea typeface="+mn-lt"/>
              <a:cs typeface="+mn-lt"/>
            </a:endParaRPr>
          </a:p>
          <a:p>
            <a:r>
              <a:rPr lang="en-US">
                <a:solidFill>
                  <a:srgbClr val="FFFFFF"/>
                </a:solidFill>
                <a:ea typeface="+mn-lt"/>
                <a:cs typeface="+mn-lt"/>
              </a:rPr>
              <a:t>Only the new data needs to be either appended to the data warehouse or alternative a new data warehouse can be built. </a:t>
            </a:r>
            <a:endParaRPr lang="en-US">
              <a:ea typeface="+mn-lt"/>
              <a:cs typeface="+mn-lt"/>
            </a:endParaRPr>
          </a:p>
          <a:p>
            <a:endParaRPr lang="en-US" dirty="0">
              <a:solidFill>
                <a:srgbClr val="FFFFFF"/>
              </a:solidFill>
              <a:ea typeface="+mn-lt"/>
              <a:cs typeface="+mn-lt"/>
            </a:endParaRPr>
          </a:p>
          <a:p>
            <a:r>
              <a:rPr lang="en-US">
                <a:solidFill>
                  <a:srgbClr val="FFFFFF"/>
                </a:solidFill>
                <a:ea typeface="+mn-lt"/>
                <a:cs typeface="+mn-lt"/>
              </a:rPr>
              <a:t>Primary census abstract and village amenities. </a:t>
            </a:r>
            <a:endParaRPr lang="en-US">
              <a:ea typeface="+mn-lt"/>
              <a:cs typeface="+mn-lt"/>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326289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47C3CC-72A8-4172-A659-82123F38D764}"/>
              </a:ext>
            </a:extLst>
          </p:cNvPr>
          <p:cNvSpPr>
            <a:spLocks noGrp="1"/>
          </p:cNvSpPr>
          <p:nvPr>
            <p:ph type="title"/>
          </p:nvPr>
        </p:nvSpPr>
        <p:spPr/>
        <p:txBody>
          <a:bodyPr/>
          <a:lstStyle/>
          <a:p>
            <a:endParaRPr lang="en-US"/>
          </a:p>
        </p:txBody>
      </p:sp>
      <p:pic>
        <p:nvPicPr>
          <p:cNvPr id="4" name="Picture 4" descr="A screenshot of a cell phone&#10;&#10;Description automatically generated">
            <a:extLst>
              <a:ext uri="{FF2B5EF4-FFF2-40B4-BE49-F238E27FC236}">
                <a16:creationId xmlns:a16="http://schemas.microsoft.com/office/drawing/2014/main" xmlns="" id="{69D3931E-4262-436A-A3C3-76961EE96BF1}"/>
              </a:ext>
            </a:extLst>
          </p:cNvPr>
          <p:cNvPicPr>
            <a:picLocks noGrp="1" noChangeAspect="1"/>
          </p:cNvPicPr>
          <p:nvPr>
            <p:ph idx="1"/>
          </p:nvPr>
        </p:nvPicPr>
        <p:blipFill>
          <a:blip r:embed="rId2"/>
          <a:stretch>
            <a:fillRect/>
          </a:stretch>
        </p:blipFill>
        <p:spPr>
          <a:xfrm>
            <a:off x="3386137" y="2817136"/>
            <a:ext cx="5419725" cy="2571750"/>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7210652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F569C1-3C37-4F60-A66B-99C7128CABB8}"/>
              </a:ext>
            </a:extLst>
          </p:cNvPr>
          <p:cNvSpPr>
            <a:spLocks noGrp="1"/>
          </p:cNvSpPr>
          <p:nvPr>
            <p:ph type="title"/>
          </p:nvPr>
        </p:nvSpPr>
        <p:spPr/>
        <p:txBody>
          <a:bodyPr/>
          <a:lstStyle/>
          <a:p>
            <a:endParaRPr lang="en-US"/>
          </a:p>
        </p:txBody>
      </p:sp>
      <p:pic>
        <p:nvPicPr>
          <p:cNvPr id="4" name="Picture 4" descr="A close up of text on a black background&#10;&#10;Description automatically generated">
            <a:extLst>
              <a:ext uri="{FF2B5EF4-FFF2-40B4-BE49-F238E27FC236}">
                <a16:creationId xmlns:a16="http://schemas.microsoft.com/office/drawing/2014/main" xmlns="" id="{D70D1323-4FCB-4B5A-95A2-7DDD34C37220}"/>
              </a:ext>
            </a:extLst>
          </p:cNvPr>
          <p:cNvPicPr>
            <a:picLocks noGrp="1" noChangeAspect="1"/>
          </p:cNvPicPr>
          <p:nvPr>
            <p:ph idx="1"/>
          </p:nvPr>
        </p:nvPicPr>
        <p:blipFill>
          <a:blip r:embed="rId2"/>
          <a:stretch>
            <a:fillRect/>
          </a:stretch>
        </p:blipFill>
        <p:spPr>
          <a:xfrm>
            <a:off x="3500437" y="3017161"/>
            <a:ext cx="5191125" cy="2171700"/>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529277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52881B-3CCF-4DE9-9D73-5733138C5E88}"/>
              </a:ext>
            </a:extLst>
          </p:cNvPr>
          <p:cNvSpPr>
            <a:spLocks noGrp="1"/>
          </p:cNvSpPr>
          <p:nvPr>
            <p:ph type="title"/>
          </p:nvPr>
        </p:nvSpPr>
        <p:spPr/>
        <p:txBody>
          <a:bodyPr/>
          <a:lstStyle/>
          <a:p>
            <a:endParaRPr lang="en-US"/>
          </a:p>
        </p:txBody>
      </p:sp>
      <p:pic>
        <p:nvPicPr>
          <p:cNvPr id="4" name="Picture 4" descr="A screenshot of a cell phone&#10;&#10;Description automatically generated">
            <a:extLst>
              <a:ext uri="{FF2B5EF4-FFF2-40B4-BE49-F238E27FC236}">
                <a16:creationId xmlns:a16="http://schemas.microsoft.com/office/drawing/2014/main" xmlns="" id="{6D7FDBB3-2839-4997-A836-9421637886CA}"/>
              </a:ext>
            </a:extLst>
          </p:cNvPr>
          <p:cNvPicPr>
            <a:picLocks noGrp="1" noChangeAspect="1"/>
          </p:cNvPicPr>
          <p:nvPr>
            <p:ph idx="1"/>
          </p:nvPr>
        </p:nvPicPr>
        <p:blipFill>
          <a:blip r:embed="rId2"/>
          <a:stretch>
            <a:fillRect/>
          </a:stretch>
        </p:blipFill>
        <p:spPr>
          <a:xfrm>
            <a:off x="3838575" y="2236111"/>
            <a:ext cx="4514850" cy="3733800"/>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059123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0FDB4-AE3A-429F-A6EA-CD3111FA8173}"/>
              </a:ext>
            </a:extLst>
          </p:cNvPr>
          <p:cNvSpPr>
            <a:spLocks noGrp="1"/>
          </p:cNvSpPr>
          <p:nvPr>
            <p:ph type="title"/>
          </p:nvPr>
        </p:nvSpPr>
        <p:spPr/>
        <p:txBody>
          <a:bodyPr/>
          <a:lstStyle/>
          <a:p>
            <a:endParaRPr lang="en-US"/>
          </a:p>
        </p:txBody>
      </p:sp>
      <p:pic>
        <p:nvPicPr>
          <p:cNvPr id="4" name="Picture 4" descr="A screenshot of a cell phone screen with text&#10;&#10;Description automatically generated">
            <a:extLst>
              <a:ext uri="{FF2B5EF4-FFF2-40B4-BE49-F238E27FC236}">
                <a16:creationId xmlns:a16="http://schemas.microsoft.com/office/drawing/2014/main" xmlns="" id="{FA93D97F-776F-47D2-9BB4-9E88C18D8E6D}"/>
              </a:ext>
            </a:extLst>
          </p:cNvPr>
          <p:cNvPicPr>
            <a:picLocks noGrp="1" noChangeAspect="1"/>
          </p:cNvPicPr>
          <p:nvPr>
            <p:ph idx="1"/>
          </p:nvPr>
        </p:nvPicPr>
        <p:blipFill>
          <a:blip r:embed="rId2"/>
          <a:stretch>
            <a:fillRect/>
          </a:stretch>
        </p:blipFill>
        <p:spPr>
          <a:xfrm>
            <a:off x="3576637" y="2421849"/>
            <a:ext cx="5038725" cy="336232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916405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712989-C035-42ED-B87E-F4A5E23BFC7E}"/>
              </a:ext>
            </a:extLst>
          </p:cNvPr>
          <p:cNvSpPr>
            <a:spLocks noGrp="1"/>
          </p:cNvSpPr>
          <p:nvPr>
            <p:ph type="title"/>
          </p:nvPr>
        </p:nvSpPr>
        <p:spPr/>
        <p:txBody>
          <a:bodyPr/>
          <a:lstStyle/>
          <a:p>
            <a:endParaRPr lang="en-US"/>
          </a:p>
        </p:txBody>
      </p:sp>
      <p:pic>
        <p:nvPicPr>
          <p:cNvPr id="4" name="Picture 4" descr="A picture containing screenshot&#10;&#10;Description automatically generated">
            <a:extLst>
              <a:ext uri="{FF2B5EF4-FFF2-40B4-BE49-F238E27FC236}">
                <a16:creationId xmlns:a16="http://schemas.microsoft.com/office/drawing/2014/main" xmlns="" id="{0A00F567-3580-4A4A-A8B8-9398BC26271C}"/>
              </a:ext>
            </a:extLst>
          </p:cNvPr>
          <p:cNvPicPr>
            <a:picLocks noGrp="1" noChangeAspect="1"/>
          </p:cNvPicPr>
          <p:nvPr>
            <p:ph idx="1"/>
          </p:nvPr>
        </p:nvPicPr>
        <p:blipFill>
          <a:blip r:embed="rId2"/>
          <a:stretch>
            <a:fillRect/>
          </a:stretch>
        </p:blipFill>
        <p:spPr>
          <a:xfrm>
            <a:off x="3476625" y="2221824"/>
            <a:ext cx="5238750" cy="376237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192211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CBBA52-3B89-4FC6-850B-66EC0CD8F59D}"/>
              </a:ext>
            </a:extLst>
          </p:cNvPr>
          <p:cNvSpPr>
            <a:spLocks noGrp="1"/>
          </p:cNvSpPr>
          <p:nvPr>
            <p:ph type="title"/>
          </p:nvPr>
        </p:nvSpPr>
        <p:spPr/>
        <p:txBody>
          <a:bodyPr/>
          <a:lstStyle/>
          <a:p>
            <a:endParaRPr lang="en-US"/>
          </a:p>
        </p:txBody>
      </p:sp>
      <p:pic>
        <p:nvPicPr>
          <p:cNvPr id="4" name="Picture 4" descr="A close up of text on a black background&#10;&#10;Description automatically generated">
            <a:extLst>
              <a:ext uri="{FF2B5EF4-FFF2-40B4-BE49-F238E27FC236}">
                <a16:creationId xmlns:a16="http://schemas.microsoft.com/office/drawing/2014/main" xmlns="" id="{9125177E-7295-4A19-B34B-EBEA6ADB9FFA}"/>
              </a:ext>
            </a:extLst>
          </p:cNvPr>
          <p:cNvPicPr>
            <a:picLocks noGrp="1" noChangeAspect="1"/>
          </p:cNvPicPr>
          <p:nvPr>
            <p:ph idx="1"/>
          </p:nvPr>
        </p:nvPicPr>
        <p:blipFill>
          <a:blip r:embed="rId2"/>
          <a:stretch>
            <a:fillRect/>
          </a:stretch>
        </p:blipFill>
        <p:spPr>
          <a:xfrm>
            <a:off x="3381375" y="2317074"/>
            <a:ext cx="5429250" cy="357187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59211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D2B262-22EB-4581-A833-329435A35E5B}"/>
              </a:ext>
            </a:extLst>
          </p:cNvPr>
          <p:cNvSpPr>
            <a:spLocks noGrp="1"/>
          </p:cNvSpPr>
          <p:nvPr>
            <p:ph type="title"/>
          </p:nvPr>
        </p:nvSpPr>
        <p:spPr/>
        <p:txBody>
          <a:bodyPr/>
          <a:lstStyle/>
          <a:p>
            <a:endParaRPr lang="en-US"/>
          </a:p>
        </p:txBody>
      </p:sp>
      <p:pic>
        <p:nvPicPr>
          <p:cNvPr id="4" name="Picture 4" descr="A close up of text on a white background&#10;&#10;Description automatically generated">
            <a:extLst>
              <a:ext uri="{FF2B5EF4-FFF2-40B4-BE49-F238E27FC236}">
                <a16:creationId xmlns:a16="http://schemas.microsoft.com/office/drawing/2014/main" xmlns="" id="{8F746ACC-D0B3-41AA-8CDF-6455D5A33CAD}"/>
              </a:ext>
            </a:extLst>
          </p:cNvPr>
          <p:cNvPicPr>
            <a:picLocks noGrp="1" noChangeAspect="1"/>
          </p:cNvPicPr>
          <p:nvPr>
            <p:ph idx="1"/>
          </p:nvPr>
        </p:nvPicPr>
        <p:blipFill>
          <a:blip r:embed="rId2"/>
          <a:stretch>
            <a:fillRect/>
          </a:stretch>
        </p:blipFill>
        <p:spPr>
          <a:xfrm>
            <a:off x="3409950" y="2250399"/>
            <a:ext cx="5372100" cy="370522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892750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7A55CE-2185-4395-BDC2-D7493793AA2A}"/>
              </a:ext>
            </a:extLst>
          </p:cNvPr>
          <p:cNvSpPr>
            <a:spLocks noGrp="1"/>
          </p:cNvSpPr>
          <p:nvPr>
            <p:ph type="title"/>
          </p:nvPr>
        </p:nvSpPr>
        <p:spPr/>
        <p:txBody>
          <a:bodyPr/>
          <a:lstStyle/>
          <a:p>
            <a:endParaRPr lang="en-US"/>
          </a:p>
        </p:txBody>
      </p:sp>
      <p:pic>
        <p:nvPicPr>
          <p:cNvPr id="4" name="Picture 4" descr="A screenshot of a cell phone screen with text&#10;&#10;Description automatically generated">
            <a:extLst>
              <a:ext uri="{FF2B5EF4-FFF2-40B4-BE49-F238E27FC236}">
                <a16:creationId xmlns:a16="http://schemas.microsoft.com/office/drawing/2014/main" xmlns="" id="{8E5F4F5A-098B-4B9C-BEBB-AFA4CF61F95A}"/>
              </a:ext>
            </a:extLst>
          </p:cNvPr>
          <p:cNvPicPr>
            <a:picLocks noGrp="1" noChangeAspect="1"/>
          </p:cNvPicPr>
          <p:nvPr>
            <p:ph idx="1"/>
          </p:nvPr>
        </p:nvPicPr>
        <p:blipFill>
          <a:blip r:embed="rId2"/>
          <a:stretch>
            <a:fillRect/>
          </a:stretch>
        </p:blipFill>
        <p:spPr>
          <a:xfrm>
            <a:off x="3505200" y="2183724"/>
            <a:ext cx="5181600" cy="383857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506421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E8323A-B1FD-48AE-9153-E9FBCB7766C8}"/>
              </a:ext>
            </a:extLst>
          </p:cNvPr>
          <p:cNvSpPr>
            <a:spLocks noGrp="1"/>
          </p:cNvSpPr>
          <p:nvPr>
            <p:ph type="title"/>
          </p:nvPr>
        </p:nvSpPr>
        <p:spPr/>
        <p:txBody>
          <a:bodyPr/>
          <a:lstStyle/>
          <a:p>
            <a:endParaRPr lang="en-US"/>
          </a:p>
        </p:txBody>
      </p:sp>
      <p:pic>
        <p:nvPicPr>
          <p:cNvPr id="4" name="Picture 4" descr="A screenshot of a cell phone&#10;&#10;Description automatically generated">
            <a:extLst>
              <a:ext uri="{FF2B5EF4-FFF2-40B4-BE49-F238E27FC236}">
                <a16:creationId xmlns:a16="http://schemas.microsoft.com/office/drawing/2014/main" xmlns="" id="{EBF741C7-ABDA-4F1C-9780-99CD31D8CDD6}"/>
              </a:ext>
            </a:extLst>
          </p:cNvPr>
          <p:cNvPicPr>
            <a:picLocks noGrp="1" noChangeAspect="1"/>
          </p:cNvPicPr>
          <p:nvPr>
            <p:ph idx="1"/>
          </p:nvPr>
        </p:nvPicPr>
        <p:blipFill>
          <a:blip r:embed="rId2"/>
          <a:stretch>
            <a:fillRect/>
          </a:stretch>
        </p:blipFill>
        <p:spPr>
          <a:xfrm>
            <a:off x="3424237" y="2412324"/>
            <a:ext cx="5343525" cy="338137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207136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FDD0F4-1F8E-47CA-AAB0-00E74CE93464}"/>
              </a:ext>
            </a:extLst>
          </p:cNvPr>
          <p:cNvSpPr>
            <a:spLocks noGrp="1"/>
          </p:cNvSpPr>
          <p:nvPr>
            <p:ph type="title"/>
          </p:nvPr>
        </p:nvSpPr>
        <p:spPr/>
        <p:txBody>
          <a:bodyPr/>
          <a:lstStyle/>
          <a:p>
            <a:endParaRPr lang="en-US"/>
          </a:p>
        </p:txBody>
      </p:sp>
      <p:pic>
        <p:nvPicPr>
          <p:cNvPr id="4" name="Picture 4" descr="A screenshot of a cell phone&#10;&#10;Description automatically generated">
            <a:extLst>
              <a:ext uri="{FF2B5EF4-FFF2-40B4-BE49-F238E27FC236}">
                <a16:creationId xmlns:a16="http://schemas.microsoft.com/office/drawing/2014/main" xmlns="" id="{7A59C134-918D-4CB8-8E20-964A98567FFB}"/>
              </a:ext>
            </a:extLst>
          </p:cNvPr>
          <p:cNvPicPr>
            <a:picLocks noGrp="1" noChangeAspect="1"/>
          </p:cNvPicPr>
          <p:nvPr>
            <p:ph idx="1"/>
          </p:nvPr>
        </p:nvPicPr>
        <p:blipFill>
          <a:blip r:embed="rId2"/>
          <a:stretch>
            <a:fillRect/>
          </a:stretch>
        </p:blipFill>
        <p:spPr>
          <a:xfrm>
            <a:off x="3457575" y="2683786"/>
            <a:ext cx="5276850" cy="2838450"/>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7251904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A8D4EA-77B7-49CA-82A0-A333F6A1BDA8}"/>
              </a:ext>
            </a:extLst>
          </p:cNvPr>
          <p:cNvSpPr>
            <a:spLocks noGrp="1"/>
          </p:cNvSpPr>
          <p:nvPr>
            <p:ph type="title"/>
          </p:nvPr>
        </p:nvSpPr>
        <p:spPr/>
        <p:txBody>
          <a:bodyPr/>
          <a:lstStyle/>
          <a:p>
            <a:endParaRPr lang="en-US"/>
          </a:p>
        </p:txBody>
      </p:sp>
      <p:pic>
        <p:nvPicPr>
          <p:cNvPr id="4" name="Picture 4" descr="A close up of text on a black background&#10;&#10;Description automatically generated">
            <a:extLst>
              <a:ext uri="{FF2B5EF4-FFF2-40B4-BE49-F238E27FC236}">
                <a16:creationId xmlns:a16="http://schemas.microsoft.com/office/drawing/2014/main" xmlns="" id="{2AA10644-4401-462B-A29D-623C9F455FDD}"/>
              </a:ext>
            </a:extLst>
          </p:cNvPr>
          <p:cNvPicPr>
            <a:picLocks noGrp="1" noChangeAspect="1"/>
          </p:cNvPicPr>
          <p:nvPr>
            <p:ph idx="1"/>
          </p:nvPr>
        </p:nvPicPr>
        <p:blipFill>
          <a:blip r:embed="rId2"/>
          <a:stretch>
            <a:fillRect/>
          </a:stretch>
        </p:blipFill>
        <p:spPr>
          <a:xfrm>
            <a:off x="3381375" y="2726649"/>
            <a:ext cx="5429250" cy="275272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86043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F83C09-8328-480A-A5C6-08D5E35B4DF4}"/>
              </a:ext>
            </a:extLst>
          </p:cNvPr>
          <p:cNvSpPr>
            <a:spLocks noGrp="1"/>
          </p:cNvSpPr>
          <p:nvPr>
            <p:ph type="title"/>
          </p:nvPr>
        </p:nvSpPr>
        <p:spPr/>
        <p:txBody>
          <a:bodyPr/>
          <a:lstStyle/>
          <a:p>
            <a:endParaRPr lang="en-US"/>
          </a:p>
        </p:txBody>
      </p:sp>
      <p:pic>
        <p:nvPicPr>
          <p:cNvPr id="4" name="Picture 4" descr="A close up of text on a black background&#10;&#10;Description automatically generated">
            <a:extLst>
              <a:ext uri="{FF2B5EF4-FFF2-40B4-BE49-F238E27FC236}">
                <a16:creationId xmlns:a16="http://schemas.microsoft.com/office/drawing/2014/main" xmlns="" id="{34AD475C-2CE9-4F6F-A86C-E62087E84EC2}"/>
              </a:ext>
            </a:extLst>
          </p:cNvPr>
          <p:cNvPicPr>
            <a:picLocks noGrp="1" noChangeAspect="1"/>
          </p:cNvPicPr>
          <p:nvPr>
            <p:ph idx="1"/>
          </p:nvPr>
        </p:nvPicPr>
        <p:blipFill>
          <a:blip r:embed="rId2"/>
          <a:stretch>
            <a:fillRect/>
          </a:stretch>
        </p:blipFill>
        <p:spPr>
          <a:xfrm>
            <a:off x="3429000" y="2517099"/>
            <a:ext cx="5334000" cy="3171825"/>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504478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CB3B9D-202A-4810-B7A6-D68D2D016853}"/>
              </a:ext>
            </a:extLst>
          </p:cNvPr>
          <p:cNvSpPr>
            <a:spLocks noGrp="1"/>
          </p:cNvSpPr>
          <p:nvPr>
            <p:ph type="title"/>
          </p:nvPr>
        </p:nvSpPr>
        <p:spPr/>
        <p:txBody>
          <a:bodyPr/>
          <a:lstStyle/>
          <a:p>
            <a:r>
              <a:rPr lang="en-US">
                <a:ea typeface="+mj-lt"/>
                <a:cs typeface="+mj-lt"/>
              </a:rPr>
              <a:t>Prices of Essential Commodities </a:t>
            </a:r>
          </a:p>
          <a:p>
            <a:endParaRPr lang="en-US" dirty="0"/>
          </a:p>
        </p:txBody>
      </p:sp>
      <p:sp>
        <p:nvSpPr>
          <p:cNvPr id="3" name="Content Placeholder 2">
            <a:extLst>
              <a:ext uri="{FF2B5EF4-FFF2-40B4-BE49-F238E27FC236}">
                <a16:creationId xmlns:a16="http://schemas.microsoft.com/office/drawing/2014/main" xmlns="" id="{07BEA8C3-A255-47D0-8522-5094E7641A76}"/>
              </a:ext>
            </a:extLst>
          </p:cNvPr>
          <p:cNvSpPr>
            <a:spLocks noGrp="1"/>
          </p:cNvSpPr>
          <p:nvPr>
            <p:ph idx="1"/>
          </p:nvPr>
        </p:nvSpPr>
        <p:spPr/>
        <p:txBody>
          <a:bodyPr vert="horz" wrap="square" lIns="0" tIns="0" rIns="0" bIns="0" rtlCol="0" anchor="t">
            <a:normAutofit lnSpcReduction="10000"/>
          </a:bodyPr>
          <a:lstStyle/>
          <a:p>
            <a:r>
              <a:rPr lang="en-US" dirty="0">
                <a:solidFill>
                  <a:srgbClr val="FFFFFF"/>
                </a:solidFill>
              </a:rPr>
              <a:t>The ministry of food and civil supplies, government of India , compiles daily data for about 300 observation centers in the entire country on the prices of essential commodities such as rice , edible oils etc. </a:t>
            </a:r>
            <a:endParaRPr lang="en-US" dirty="0">
              <a:solidFill>
                <a:srgbClr val="FFFFFF">
                  <a:alpha val="60000"/>
                </a:srgbClr>
              </a:solidFill>
            </a:endParaRPr>
          </a:p>
          <a:p>
            <a:r>
              <a:rPr lang="en-US" dirty="0">
                <a:solidFill>
                  <a:srgbClr val="FFFFFF"/>
                </a:solidFill>
              </a:rPr>
              <a:t>The data is compiled at the district level by the respective state government agencies and transmitted online on Delhi for aggregation and storage. </a:t>
            </a:r>
            <a:endParaRPr lang="en-US">
              <a:ea typeface="Source Sans Pro"/>
            </a:endParaRPr>
          </a:p>
          <a:p>
            <a:r>
              <a:rPr lang="en-US" dirty="0">
                <a:solidFill>
                  <a:srgbClr val="FFFFFF"/>
                </a:solidFill>
              </a:rPr>
              <a:t>A data warehouse can be built for this data and OLAP technique can be applied for its analysis. </a:t>
            </a:r>
            <a:endParaRPr lang="en-US" dirty="0">
              <a:solidFill>
                <a:srgbClr val="FFFFFF">
                  <a:alpha val="60000"/>
                </a:srgbClr>
              </a:solidFill>
            </a:endParaRPr>
          </a:p>
          <a:p>
            <a:r>
              <a:rPr lang="en-US" dirty="0">
                <a:solidFill>
                  <a:srgbClr val="FFFFFF"/>
                </a:solidFill>
              </a:rPr>
              <a:t>A data mining and forecasting technique can be applied for advance forecasting of the actual prices of these essential commodities. </a:t>
            </a:r>
            <a:endParaRPr lang="en-US">
              <a:solidFill>
                <a:srgbClr val="FFFFFF"/>
              </a:solidFill>
              <a:ea typeface="Source Sans Pro"/>
            </a:endParaRPr>
          </a:p>
          <a:p>
            <a:r>
              <a:rPr lang="en-US" dirty="0">
                <a:solidFill>
                  <a:srgbClr val="FFFFFF"/>
                </a:solidFill>
              </a:rPr>
              <a:t>The forecasting model can be strengthened for more accurate forecasting by taking into account the external factors such as rain fall, growth rate of population and inflation. </a:t>
            </a:r>
            <a:endParaRPr lang="en-US">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568163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EC6CE3-8C5E-49B0-B3B8-7169689A57F1}"/>
              </a:ext>
            </a:extLst>
          </p:cNvPr>
          <p:cNvSpPr>
            <a:spLocks noGrp="1"/>
          </p:cNvSpPr>
          <p:nvPr>
            <p:ph type="title"/>
          </p:nvPr>
        </p:nvSpPr>
        <p:spPr/>
        <p:txBody>
          <a:bodyPr>
            <a:normAutofit fontScale="90000"/>
          </a:bodyPr>
          <a:lstStyle/>
          <a:p>
            <a:r>
              <a:rPr lang="en-US"/>
              <a:t>Other Areas for Data Warehouse and Data Mining </a:t>
            </a:r>
          </a:p>
          <a:p>
            <a:endParaRPr lang="en-US"/>
          </a:p>
        </p:txBody>
      </p:sp>
      <p:sp>
        <p:nvSpPr>
          <p:cNvPr id="3" name="Content Placeholder 2">
            <a:extLst>
              <a:ext uri="{FF2B5EF4-FFF2-40B4-BE49-F238E27FC236}">
                <a16:creationId xmlns:a16="http://schemas.microsoft.com/office/drawing/2014/main" xmlns="" id="{33A9829C-067D-4B70-8CBA-EA6598A9C4A1}"/>
              </a:ext>
            </a:extLst>
          </p:cNvPr>
          <p:cNvSpPr>
            <a:spLocks noGrp="1"/>
          </p:cNvSpPr>
          <p:nvPr>
            <p:ph idx="1"/>
          </p:nvPr>
        </p:nvSpPr>
        <p:spPr/>
        <p:txBody>
          <a:bodyPr vert="horz" wrap="square" lIns="0" tIns="0" rIns="0" bIns="0" rtlCol="0" anchor="t">
            <a:normAutofit/>
          </a:bodyPr>
          <a:lstStyle/>
          <a:p>
            <a:r>
              <a:rPr lang="en-US" dirty="0">
                <a:solidFill>
                  <a:srgbClr val="FFFFFF"/>
                </a:solidFill>
              </a:rPr>
              <a:t>Agriculture </a:t>
            </a:r>
            <a:endParaRPr lang="en-US" dirty="0">
              <a:solidFill>
                <a:srgbClr val="FFFFFF">
                  <a:alpha val="60000"/>
                </a:srgbClr>
              </a:solidFill>
              <a:ea typeface="Source Sans Pro"/>
            </a:endParaRPr>
          </a:p>
          <a:p>
            <a:r>
              <a:rPr lang="en-US" dirty="0"/>
              <a:t>The agricultural census performed by the ministry of Agriculture, government of India, compiles a large number of agricultural parameters at the national level. District wise agricultural production area and yield of crops is compiled, analysis, mining and forecasting. statistics on consumption of fertilizers can be turned into a data merge. </a:t>
            </a:r>
          </a:p>
          <a:p>
            <a:r>
              <a:rPr lang="en-US" dirty="0"/>
              <a:t>Data on agricultural inputs such as seeds and fertilizers can also be effectively analyzed in a data ware house. Data from livestock census can be turned into a data ware house. Land use pattern statistics can also be analyzed in a warehousing environment. Thus, there is substantial scope for application of data warehouse housing and data mining techniques in agricultural sector. </a:t>
            </a: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496006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F85E02-7620-4D87-8C99-EF36816084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45BF6FB-60B9-44D1-B8F2-21B467BBDFEF}"/>
              </a:ext>
            </a:extLst>
          </p:cNvPr>
          <p:cNvSpPr>
            <a:spLocks noGrp="1"/>
          </p:cNvSpPr>
          <p:nvPr>
            <p:ph idx="1"/>
          </p:nvPr>
        </p:nvSpPr>
        <p:spPr/>
        <p:txBody>
          <a:bodyPr vert="horz" wrap="square" lIns="0" tIns="0" rIns="0" bIns="0" rtlCol="0" anchor="t">
            <a:normAutofit/>
          </a:bodyPr>
          <a:lstStyle/>
          <a:p>
            <a:r>
              <a:rPr lang="en-US" dirty="0">
                <a:solidFill>
                  <a:srgbClr val="FFFFFF"/>
                </a:solidFill>
                <a:ea typeface="+mn-lt"/>
                <a:cs typeface="+mn-lt"/>
              </a:rPr>
              <a:t>Rural Development </a:t>
            </a:r>
          </a:p>
          <a:p>
            <a:r>
              <a:rPr lang="en-US" dirty="0">
                <a:solidFill>
                  <a:srgbClr val="FFFFFF"/>
                </a:solidFill>
                <a:ea typeface="+mn-lt"/>
                <a:cs typeface="+mn-lt"/>
              </a:rPr>
              <a:t>Data on individuals below poverty line can be built into a data ware house. Drinking water census data (from drinking water mission) can be effectively utilized by OLAP and data mining technologies. Monitoring and analysis of progress made on implementation of rural development programs can also be made using OLAP and data mining technologies. </a:t>
            </a:r>
          </a:p>
          <a:p>
            <a:r>
              <a:rPr lang="en-US" dirty="0">
                <a:solidFill>
                  <a:srgbClr val="FFFFFF"/>
                </a:solidFill>
                <a:ea typeface="+mn-lt"/>
                <a:cs typeface="+mn-lt"/>
              </a:rPr>
              <a:t>Planning </a:t>
            </a:r>
          </a:p>
          <a:p>
            <a:r>
              <a:rPr lang="en-US" dirty="0">
                <a:solidFill>
                  <a:srgbClr val="FFFFFF"/>
                </a:solidFill>
                <a:ea typeface="+mn-lt"/>
                <a:cs typeface="+mn-lt"/>
              </a:rPr>
              <a:t>At the planning commission , data warehouses can be built for the state plan data on all sectors , </a:t>
            </a:r>
            <a:r>
              <a:rPr lang="en-US" dirty="0" err="1">
                <a:solidFill>
                  <a:srgbClr val="FFFFFF"/>
                </a:solidFill>
                <a:ea typeface="+mn-lt"/>
                <a:cs typeface="+mn-lt"/>
              </a:rPr>
              <a:t>labour</a:t>
            </a:r>
            <a:r>
              <a:rPr lang="en-US" dirty="0">
                <a:solidFill>
                  <a:srgbClr val="FFFFFF"/>
                </a:solidFill>
                <a:ea typeface="+mn-lt"/>
                <a:cs typeface="+mn-lt"/>
              </a:rPr>
              <a:t> ,energy , education , trade and industry, five year plan etc. </a:t>
            </a:r>
          </a:p>
          <a:p>
            <a:endParaRPr lang="en-US" dirty="0">
              <a:ea typeface="Source Sans Pro"/>
            </a:endParaRPr>
          </a:p>
          <a:p>
            <a:endParaRPr lang="en-US" dirty="0">
              <a:solidFill>
                <a:srgbClr val="FFFFFF">
                  <a:alpha val="60000"/>
                </a:srgbClr>
              </a:solidFill>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0871389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58DA14-C6A3-4208-896A-1B6334F2DB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EDEEEEF-1A3F-4024-99C4-60D8050F57AA}"/>
              </a:ext>
            </a:extLst>
          </p:cNvPr>
          <p:cNvSpPr>
            <a:spLocks noGrp="1"/>
          </p:cNvSpPr>
          <p:nvPr>
            <p:ph idx="1"/>
          </p:nvPr>
        </p:nvSpPr>
        <p:spPr/>
        <p:txBody>
          <a:bodyPr vert="horz" wrap="square" lIns="0" tIns="0" rIns="0" bIns="0" rtlCol="0" anchor="t">
            <a:normAutofit fontScale="92500" lnSpcReduction="20000"/>
          </a:bodyPr>
          <a:lstStyle/>
          <a:p>
            <a:r>
              <a:rPr lang="en-US" dirty="0">
                <a:solidFill>
                  <a:srgbClr val="FFFFFF"/>
                </a:solidFill>
              </a:rPr>
              <a:t>Health </a:t>
            </a:r>
            <a:endParaRPr lang="en-US">
              <a:solidFill>
                <a:srgbClr val="FFFFFF">
                  <a:alpha val="60000"/>
                </a:srgbClr>
              </a:solidFill>
              <a:ea typeface="Source Sans Pro"/>
            </a:endParaRPr>
          </a:p>
          <a:p>
            <a:r>
              <a:rPr lang="en-US" dirty="0">
                <a:solidFill>
                  <a:srgbClr val="FFFFFF"/>
                </a:solidFill>
              </a:rPr>
              <a:t>Community needs assessment data, immunization data, data from national programs on controlling blindness, leprosy, malaria can all used for data warehousing implementation, OLAP and data mining applications. Generate patient, employee, and financial records share data with other entities, like insurance companies, NGOs, and medical aid services Use data mining to identify patient trends Provide feedback to physicians on procedures and tests. </a:t>
            </a:r>
            <a:endParaRPr lang="en-US" dirty="0">
              <a:ea typeface="Source Sans Pro"/>
            </a:endParaRPr>
          </a:p>
          <a:p>
            <a:r>
              <a:rPr lang="en-US" dirty="0">
                <a:solidFill>
                  <a:srgbClr val="FFFFFF"/>
                </a:solidFill>
              </a:rPr>
              <a:t>Education </a:t>
            </a:r>
            <a:endParaRPr lang="en-US" dirty="0">
              <a:ea typeface="Source Sans Pro"/>
            </a:endParaRPr>
          </a:p>
          <a:p>
            <a:r>
              <a:rPr lang="en-US" dirty="0">
                <a:solidFill>
                  <a:srgbClr val="FFFFFF"/>
                </a:solidFill>
              </a:rPr>
              <a:t>The sixth all India educational survey data has been converted into a data ware house. Various types of analytical queries and reports can be answered. Store and analyze information about faculty and students maintain student portals to facilitate student activities extract information for research grants and assess student demographics integrate information from different sources into a single repository for analysis and strategic decision-making. </a:t>
            </a:r>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687954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E6790A-E4A0-4B87-89DF-CA26DE385A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C859341-C0F9-4324-81D6-074B3A770311}"/>
              </a:ext>
            </a:extLst>
          </p:cNvPr>
          <p:cNvSpPr>
            <a:spLocks noGrp="1"/>
          </p:cNvSpPr>
          <p:nvPr>
            <p:ph idx="1"/>
          </p:nvPr>
        </p:nvSpPr>
        <p:spPr/>
        <p:txBody>
          <a:bodyPr vert="horz" wrap="square" lIns="0" tIns="0" rIns="0" bIns="0" rtlCol="0" anchor="t">
            <a:normAutofit fontScale="92500" lnSpcReduction="20000"/>
          </a:bodyPr>
          <a:lstStyle/>
          <a:p>
            <a:r>
              <a:rPr lang="en-US" dirty="0">
                <a:solidFill>
                  <a:srgbClr val="FFFFFF"/>
                </a:solidFill>
              </a:rPr>
              <a:t>Commerce and Trade </a:t>
            </a:r>
            <a:endParaRPr lang="en-US">
              <a:solidFill>
                <a:srgbClr val="FFFFFF">
                  <a:alpha val="60000"/>
                </a:srgbClr>
              </a:solidFill>
              <a:ea typeface="Source Sans Pro"/>
            </a:endParaRPr>
          </a:p>
          <a:p>
            <a:r>
              <a:rPr lang="en-US" dirty="0">
                <a:solidFill>
                  <a:srgbClr val="FFFFFF"/>
                </a:solidFill>
              </a:rPr>
              <a:t>Data link on trade can be analyzed and converted into a data ware house. World price monitoring system can be made to perform better by using data warehousing and data mining technologies. </a:t>
            </a:r>
            <a:endParaRPr lang="en-US" dirty="0">
              <a:ea typeface="Source Sans Pro"/>
            </a:endParaRPr>
          </a:p>
          <a:p>
            <a:r>
              <a:rPr lang="en-US" dirty="0">
                <a:solidFill>
                  <a:srgbClr val="FFFFFF"/>
                </a:solidFill>
              </a:rPr>
              <a:t>Tourism </a:t>
            </a:r>
            <a:endParaRPr lang="en-US" dirty="0">
              <a:ea typeface="Source Sans Pro"/>
            </a:endParaRPr>
          </a:p>
          <a:p>
            <a:r>
              <a:rPr lang="en-US" dirty="0">
                <a:solidFill>
                  <a:srgbClr val="FFFFFF"/>
                </a:solidFill>
              </a:rPr>
              <a:t>Tourist arrival behavior and performances, Tourism products data, foreign exchange earnings data and Hotels , Travel and transportation data. Conventionally, the government departments have largely been satisfied with developing single  management information system or limited cases a few database which were used online for limited purposes . The techniques used for analysis were conventional statistical techniques on largely batch mode processing and data mining technology, </a:t>
            </a:r>
            <a:r>
              <a:rPr lang="en-US" dirty="0" err="1">
                <a:solidFill>
                  <a:srgbClr val="FFFFFF"/>
                </a:solidFill>
              </a:rPr>
              <a:t>no body</a:t>
            </a:r>
            <a:r>
              <a:rPr lang="en-US" dirty="0">
                <a:solidFill>
                  <a:srgbClr val="FFFFFF"/>
                </a:solidFill>
              </a:rPr>
              <a:t> was aware of any better techniques for this activity , in fact ,data ware housing and data mining technologies could lead to the most significant advancements in the government functionally, if properly applied and used in the government activities. </a:t>
            </a:r>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3706581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102BCC-59EE-4538-BB23-50D6BB4264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70A6C4A-1504-4871-A7E5-961CD42C6148}"/>
              </a:ext>
            </a:extLst>
          </p:cNvPr>
          <p:cNvSpPr>
            <a:spLocks noGrp="1"/>
          </p:cNvSpPr>
          <p:nvPr>
            <p:ph idx="1"/>
          </p:nvPr>
        </p:nvSpPr>
        <p:spPr/>
        <p:txBody>
          <a:bodyPr vert="horz" wrap="square" lIns="0" tIns="0" rIns="0" bIns="0" rtlCol="0" anchor="t">
            <a:normAutofit/>
          </a:bodyPr>
          <a:lstStyle/>
          <a:p>
            <a:r>
              <a:rPr lang="en-US" dirty="0">
                <a:solidFill>
                  <a:srgbClr val="FFFFFF"/>
                </a:solidFill>
              </a:rPr>
              <a:t>Other Sectors </a:t>
            </a:r>
            <a:endParaRPr lang="en-US">
              <a:solidFill>
                <a:srgbClr val="FFFFFF">
                  <a:alpha val="60000"/>
                </a:srgbClr>
              </a:solidFill>
              <a:ea typeface="Source Sans Pro"/>
            </a:endParaRPr>
          </a:p>
          <a:p>
            <a:r>
              <a:rPr lang="en-US" b="1" dirty="0">
                <a:solidFill>
                  <a:srgbClr val="FFFFFF"/>
                </a:solidFill>
              </a:rPr>
              <a:t>1.         Insurance</a:t>
            </a:r>
            <a:r>
              <a:rPr lang="en-US" dirty="0">
                <a:solidFill>
                  <a:srgbClr val="FFFFFF"/>
                </a:solidFill>
              </a:rPr>
              <a:t> </a:t>
            </a:r>
            <a:endParaRPr lang="en-US" dirty="0">
              <a:ea typeface="Source Sans Pro"/>
            </a:endParaRPr>
          </a:p>
          <a:p>
            <a:r>
              <a:rPr lang="en-US" dirty="0">
                <a:solidFill>
                  <a:srgbClr val="FFFFFF"/>
                </a:solidFill>
              </a:rPr>
              <a:t>Analyze data patterns and customer trends </a:t>
            </a:r>
            <a:endParaRPr lang="en-US" dirty="0">
              <a:ea typeface="Source Sans Pro"/>
            </a:endParaRPr>
          </a:p>
          <a:p>
            <a:r>
              <a:rPr lang="en-US" dirty="0">
                <a:solidFill>
                  <a:srgbClr val="FFFFFF"/>
                </a:solidFill>
              </a:rPr>
              <a:t>Maintain records of all internal and external sources, including existing participants</a:t>
            </a:r>
            <a:endParaRPr lang="en-US" dirty="0">
              <a:solidFill>
                <a:srgbClr val="FFFFFF"/>
              </a:solidFill>
              <a:ea typeface="Source Sans Pro"/>
            </a:endParaRPr>
          </a:p>
          <a:p>
            <a:r>
              <a:rPr lang="en-US" dirty="0">
                <a:solidFill>
                  <a:srgbClr val="FFFFFF"/>
                </a:solidFill>
              </a:rPr>
              <a:t>Design customized offers and promotions for customers</a:t>
            </a:r>
            <a:endParaRPr lang="en-US" dirty="0">
              <a:solidFill>
                <a:srgbClr val="FFFFFF"/>
              </a:solidFill>
              <a:ea typeface="Source Sans Pro"/>
            </a:endParaRPr>
          </a:p>
          <a:p>
            <a:r>
              <a:rPr lang="en-US" dirty="0">
                <a:solidFill>
                  <a:srgbClr val="FFFFFF"/>
                </a:solidFill>
              </a:rPr>
              <a:t>Predict and analyze changes in the industry</a:t>
            </a:r>
            <a:endParaRPr lang="en-US" dirty="0">
              <a:solidFill>
                <a:srgbClr val="FFFFFF"/>
              </a:solidFill>
              <a:ea typeface="Source Sans Pro"/>
            </a:endParaRPr>
          </a:p>
          <a:p>
            <a:r>
              <a:rPr lang="en-US" dirty="0">
                <a:solidFill>
                  <a:srgbClr val="FFFFFF"/>
                </a:solidFill>
              </a:rPr>
              <a:t>Understanding the patterns of complaints, claims, and returns</a:t>
            </a:r>
            <a:endParaRPr lang="en-US" dirty="0">
              <a:solidFill>
                <a:srgbClr val="FFFFFF"/>
              </a:solidFill>
              <a:ea typeface="Source Sans Pro"/>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395883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A8B251-C939-4B01-B6DD-AC19EB553E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DABD944-0ADF-48F0-8F8E-B63266B1EF08}"/>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2.         Manufacturing</a:t>
            </a:r>
            <a:r>
              <a:rPr lang="en-US" dirty="0">
                <a:solidFill>
                  <a:srgbClr val="FFFFFF"/>
                </a:solidFill>
                <a:ea typeface="+mn-lt"/>
                <a:cs typeface="+mn-lt"/>
              </a:rPr>
              <a:t> </a:t>
            </a:r>
          </a:p>
          <a:p>
            <a:r>
              <a:rPr lang="en-US" dirty="0">
                <a:solidFill>
                  <a:srgbClr val="FFFFFF"/>
                </a:solidFill>
                <a:ea typeface="+mn-lt"/>
                <a:cs typeface="+mn-lt"/>
              </a:rPr>
              <a:t>Predict market changes and analyze current business trends</a:t>
            </a:r>
          </a:p>
          <a:p>
            <a:r>
              <a:rPr lang="en-US" dirty="0">
                <a:solidFill>
                  <a:srgbClr val="FFFFFF"/>
                </a:solidFill>
                <a:ea typeface="+mn-lt"/>
                <a:cs typeface="+mn-lt"/>
              </a:rPr>
              <a:t>Analyze previous and current market data</a:t>
            </a:r>
          </a:p>
          <a:p>
            <a:r>
              <a:rPr lang="en-US" dirty="0">
                <a:solidFill>
                  <a:srgbClr val="FFFFFF"/>
                </a:solidFill>
                <a:ea typeface="+mn-lt"/>
                <a:cs typeface="+mn-lt"/>
              </a:rPr>
              <a:t>Track customer feedback and identify opportunities for improvement</a:t>
            </a:r>
          </a:p>
          <a:p>
            <a:r>
              <a:rPr lang="en-US" dirty="0">
                <a:solidFill>
                  <a:srgbClr val="FFFFFF"/>
                </a:solidFill>
                <a:ea typeface="+mn-lt"/>
                <a:cs typeface="+mn-lt"/>
              </a:rPr>
              <a:t>Gather, standardize, and store data from various internal and external sources</a:t>
            </a:r>
          </a:p>
          <a:p>
            <a:r>
              <a:rPr lang="en-US" dirty="0">
                <a:solidFill>
                  <a:srgbClr val="FFFFFF"/>
                </a:solidFill>
                <a:ea typeface="+mn-lt"/>
                <a:cs typeface="+mn-lt"/>
              </a:rPr>
              <a:t>Identify profitable product lines and required product features</a:t>
            </a:r>
          </a:p>
          <a:p>
            <a:endParaRPr lang="en-US" dirty="0">
              <a:solidFill>
                <a:srgbClr val="FFFFFF"/>
              </a:solidFill>
              <a:ea typeface="+mn-lt"/>
              <a:cs typeface="+mn-lt"/>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21133026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203F75-530E-47F6-A614-8EB43A1384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02C7367-0E50-4BA4-A0C2-A6852B378D25}"/>
              </a:ext>
            </a:extLst>
          </p:cNvPr>
          <p:cNvSpPr>
            <a:spLocks noGrp="1"/>
          </p:cNvSpPr>
          <p:nvPr>
            <p:ph idx="1"/>
          </p:nvPr>
        </p:nvSpPr>
        <p:spPr/>
        <p:txBody>
          <a:bodyPr vert="horz" wrap="square" lIns="0" tIns="0" rIns="0" bIns="0" rtlCol="0" anchor="t">
            <a:normAutofit/>
          </a:bodyPr>
          <a:lstStyle/>
          <a:p>
            <a:r>
              <a:rPr lang="en-US" b="1" dirty="0">
                <a:solidFill>
                  <a:srgbClr val="FFFFFF"/>
                </a:solidFill>
                <a:ea typeface="+mn-lt"/>
                <a:cs typeface="+mn-lt"/>
              </a:rPr>
              <a:t>3.         Retail</a:t>
            </a:r>
            <a:r>
              <a:rPr lang="en-US" dirty="0">
                <a:solidFill>
                  <a:srgbClr val="FFFFFF"/>
                </a:solidFill>
                <a:ea typeface="+mn-lt"/>
                <a:cs typeface="+mn-lt"/>
              </a:rPr>
              <a:t> </a:t>
            </a:r>
          </a:p>
          <a:p>
            <a:r>
              <a:rPr lang="en-US" dirty="0">
                <a:solidFill>
                  <a:srgbClr val="FFFFFF"/>
                </a:solidFill>
                <a:ea typeface="+mn-lt"/>
                <a:cs typeface="+mn-lt"/>
              </a:rPr>
              <a:t>Maintain records of producers and consumers</a:t>
            </a:r>
          </a:p>
          <a:p>
            <a:r>
              <a:rPr lang="en-US" dirty="0">
                <a:solidFill>
                  <a:srgbClr val="FFFFFF"/>
                </a:solidFill>
                <a:ea typeface="+mn-lt"/>
                <a:cs typeface="+mn-lt"/>
              </a:rPr>
              <a:t>Track items, their promotion strategies, and consumer buying trends (trend analysis)</a:t>
            </a:r>
          </a:p>
          <a:p>
            <a:r>
              <a:rPr lang="en-US" dirty="0">
                <a:solidFill>
                  <a:srgbClr val="FFFFFF"/>
                </a:solidFill>
                <a:ea typeface="+mn-lt"/>
                <a:cs typeface="+mn-lt"/>
              </a:rPr>
              <a:t>Analyze sales to determine shelf space</a:t>
            </a:r>
          </a:p>
          <a:p>
            <a:endParaRPr lang="en-US" dirty="0">
              <a:ea typeface="+mn-lt"/>
              <a:cs typeface="+mn-lt"/>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4701926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25274A-AEB4-411F-AE98-6C7514F18C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7482AFA-55E7-485D-9B98-003435DF85D2}"/>
              </a:ext>
            </a:extLst>
          </p:cNvPr>
          <p:cNvSpPr>
            <a:spLocks noGrp="1"/>
          </p:cNvSpPr>
          <p:nvPr>
            <p:ph idx="1"/>
          </p:nvPr>
        </p:nvSpPr>
        <p:spPr/>
        <p:txBody>
          <a:bodyPr vert="horz" wrap="square" lIns="0" tIns="0" rIns="0" bIns="0" rtlCol="0" anchor="t">
            <a:normAutofit fontScale="77500" lnSpcReduction="20000"/>
          </a:bodyPr>
          <a:lstStyle/>
          <a:p>
            <a:r>
              <a:rPr lang="en-US" dirty="0">
                <a:solidFill>
                  <a:srgbClr val="FFFFFF"/>
                </a:solidFill>
                <a:ea typeface="+mn-lt"/>
                <a:cs typeface="+mn-lt"/>
              </a:rPr>
              <a:t>Define data mining and data warehouse. Explain their implementation and application in e governance. </a:t>
            </a:r>
            <a:endParaRPr lang="en-US" dirty="0">
              <a:solidFill>
                <a:srgbClr val="FFFFFF"/>
              </a:solidFill>
              <a:ea typeface="Source Sans Pro"/>
            </a:endParaRPr>
          </a:p>
          <a:p>
            <a:r>
              <a:rPr lang="en-US" dirty="0">
                <a:solidFill>
                  <a:srgbClr val="FFFFFF"/>
                </a:solidFill>
                <a:ea typeface="+mn-lt"/>
                <a:cs typeface="+mn-lt"/>
              </a:rPr>
              <a:t>Define the term data warehousing and data mining. Discuss key areas that demand the use of data warehousing and datamining. </a:t>
            </a:r>
            <a:endParaRPr lang="en-US" dirty="0">
              <a:solidFill>
                <a:srgbClr val="FFFFFF"/>
              </a:solidFill>
            </a:endParaRPr>
          </a:p>
          <a:p>
            <a:r>
              <a:rPr lang="en-US" dirty="0">
                <a:solidFill>
                  <a:srgbClr val="FFFFFF"/>
                </a:solidFill>
                <a:ea typeface="+mn-lt"/>
                <a:cs typeface="+mn-lt"/>
              </a:rPr>
              <a:t>How can we use data warehousing and data mining to prepare the government to face the challenges of the new millennium. Discuss. </a:t>
            </a:r>
            <a:endParaRPr lang="en-US" dirty="0">
              <a:solidFill>
                <a:srgbClr val="FFFFFF"/>
              </a:solidFill>
            </a:endParaRPr>
          </a:p>
          <a:p>
            <a:r>
              <a:rPr lang="en-US" dirty="0">
                <a:solidFill>
                  <a:srgbClr val="FFFFFF"/>
                </a:solidFill>
                <a:ea typeface="+mn-lt"/>
                <a:cs typeface="+mn-lt"/>
              </a:rPr>
              <a:t>How can we use the data ware house and data mining concept in census data . Discuss. </a:t>
            </a:r>
            <a:endParaRPr lang="en-US" dirty="0">
              <a:solidFill>
                <a:srgbClr val="FFFFFF"/>
              </a:solidFill>
            </a:endParaRPr>
          </a:p>
          <a:p>
            <a:r>
              <a:rPr lang="en-US" dirty="0">
                <a:solidFill>
                  <a:srgbClr val="FFFFFF"/>
                </a:solidFill>
                <a:ea typeface="+mn-lt"/>
                <a:cs typeface="+mn-lt"/>
              </a:rPr>
              <a:t>What are the goals that data mining attempts to facilitate. </a:t>
            </a:r>
            <a:endParaRPr lang="en-US" dirty="0">
              <a:solidFill>
                <a:srgbClr val="FFFFFF"/>
              </a:solidFill>
            </a:endParaRPr>
          </a:p>
          <a:p>
            <a:r>
              <a:rPr lang="en-US" dirty="0">
                <a:solidFill>
                  <a:srgbClr val="FFFFFF"/>
                </a:solidFill>
                <a:ea typeface="+mn-lt"/>
                <a:cs typeface="+mn-lt"/>
              </a:rPr>
              <a:t>Discuss the use of data warehousing and data mining in census and prices of essential commodities. </a:t>
            </a:r>
            <a:endParaRPr lang="en-US" dirty="0">
              <a:solidFill>
                <a:srgbClr val="FFFFFF"/>
              </a:solidFill>
            </a:endParaRPr>
          </a:p>
          <a:p>
            <a:r>
              <a:rPr lang="en-US" dirty="0">
                <a:solidFill>
                  <a:srgbClr val="FFFFFF"/>
                </a:solidFill>
                <a:ea typeface="+mn-lt"/>
                <a:cs typeface="+mn-lt"/>
              </a:rPr>
              <a:t>Discuss the use of data warehousing and data mining in agriculture and rural development. </a:t>
            </a:r>
            <a:endParaRPr lang="en-US" dirty="0">
              <a:solidFill>
                <a:srgbClr val="FFFFFF"/>
              </a:solidFill>
            </a:endParaRPr>
          </a:p>
          <a:p>
            <a:r>
              <a:rPr lang="en-US" dirty="0">
                <a:solidFill>
                  <a:srgbClr val="FFFFFF"/>
                </a:solidFill>
                <a:ea typeface="+mn-lt"/>
                <a:cs typeface="+mn-lt"/>
              </a:rPr>
              <a:t>Define data mining and data warehouse. How can you use these concept in e governance. </a:t>
            </a:r>
            <a:endParaRPr lang="en-US" dirty="0">
              <a:solidFill>
                <a:srgbClr val="FFFFFF"/>
              </a:solidFill>
            </a:endParaRPr>
          </a:p>
          <a:p>
            <a:endParaRPr lang="en-US" dirty="0">
              <a:ea typeface="Source Sans Pro"/>
            </a:endParaRP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p14="http://schemas.microsoft.com/office/powerpoint/2010/main" xmlns="" val="126868694"/>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295</TotalTime>
  <Words>752</Words>
  <Application>Microsoft Office PowerPoint</Application>
  <PresentationFormat>Custom</PresentationFormat>
  <Paragraphs>233</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3DFloatVTI</vt:lpstr>
      <vt:lpstr>Data Warehousing and Data Mining in Government </vt:lpstr>
      <vt:lpstr>Introduction  </vt:lpstr>
      <vt:lpstr>Slide 3</vt:lpstr>
      <vt:lpstr>Slide 4</vt:lpstr>
      <vt:lpstr>Important Features of Data Warehouse </vt:lpstr>
      <vt:lpstr>Slide 6</vt:lpstr>
      <vt:lpstr>Advantages of Data Warehouse </vt:lpstr>
      <vt:lpstr>Slide 8</vt:lpstr>
      <vt:lpstr>Slide 9</vt:lpstr>
      <vt:lpstr>Slide 10</vt:lpstr>
      <vt:lpstr>Applications of data warehousing </vt:lpstr>
      <vt:lpstr>Slide 12</vt:lpstr>
      <vt:lpstr>Slide 13</vt:lpstr>
      <vt:lpstr>Database VS Data Warehouse </vt:lpstr>
      <vt:lpstr>Slide 15</vt:lpstr>
      <vt:lpstr>Data Mining  </vt:lpstr>
      <vt:lpstr>Slide 17</vt:lpstr>
      <vt:lpstr>Slide 18</vt:lpstr>
      <vt:lpstr>Slide 19</vt:lpstr>
      <vt:lpstr>Slide 20</vt:lpstr>
      <vt:lpstr>Important Features of Data Mining </vt:lpstr>
      <vt:lpstr>Advantages of Data Mining </vt:lpstr>
      <vt:lpstr>Disadvantages of Data Mining </vt:lpstr>
      <vt:lpstr>Application of Data Mining </vt:lpstr>
      <vt:lpstr>Slide 25</vt:lpstr>
      <vt:lpstr>Slide 26</vt:lpstr>
      <vt:lpstr>National DATA Warehouses  </vt:lpstr>
      <vt:lpstr>Datawarehouse in nepal</vt:lpstr>
      <vt:lpstr>Slide 29</vt:lpstr>
      <vt:lpstr>Census Data  </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Prices of Essential Commodities  </vt:lpstr>
      <vt:lpstr>Other Areas for Data Warehouse and Data Mining  </vt:lpstr>
      <vt:lpstr>Slide 46</vt:lpstr>
      <vt:lpstr>Slide 47</vt:lpstr>
      <vt:lpstr>Slide 48</vt:lpstr>
      <vt:lpstr>Slide 49</vt:lpstr>
      <vt:lpstr>Slide 50</vt:lpstr>
      <vt:lpstr>Slide 51</vt:lpstr>
      <vt:lpstr>Slide 52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vivo book</cp:lastModifiedBy>
  <cp:revision>244</cp:revision>
  <dcterms:created xsi:type="dcterms:W3CDTF">2020-09-02T03:22:49Z</dcterms:created>
  <dcterms:modified xsi:type="dcterms:W3CDTF">2022-05-24T07:46:56Z</dcterms:modified>
</cp:coreProperties>
</file>